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comments/modernComment.xml" ContentType="application/vnd.ms-powerpoint.comments+xml"/>
  <Override PartName="/ppt/slides/slide2.xml" ContentType="application/vnd.openxmlformats-officedocument.presentationml.slide+xml"/>
  <Override PartName="/ppt/notesSlides/notesSlide2.xml" ContentType="application/vnd.openxmlformats-officedocument.presentationml.notesSlide+xml"/>
  <Override PartName="/ppt/comments/modernComment2.xml" ContentType="application/vnd.ms-powerpoint.comments+xml"/>
  <Override PartName="/ppt/slides/slide3.xml" ContentType="application/vnd.openxmlformats-officedocument.presentationml.slide+xml"/>
  <Override PartName="/ppt/notesSlides/notesSlide3.xml" ContentType="application/vnd.openxmlformats-officedocument.presentationml.notesSlide+xml"/>
  <Override PartName="/ppt/comments/modernComment3.xml" ContentType="application/vnd.ms-powerpoint.comments+xml"/>
  <Override PartName="/ppt/slides/slide4.xml" ContentType="application/vnd.openxmlformats-officedocument.presentationml.slide+xml"/>
  <Override PartName="/ppt/notesSlides/notesSlide4.xml" ContentType="application/vnd.openxmlformats-officedocument.presentationml.notesSlide+xml"/>
  <Override PartName="/ppt/comments/modernComment4.xml" ContentType="application/vnd.ms-powerpoint.comments+xml"/>
  <Override PartName="/ppt/slides/slide5.xml" ContentType="application/vnd.openxmlformats-officedocument.presentationml.slide+xml"/>
  <Override PartName="/ppt/notesSlides/notesSlide5.xml" ContentType="application/vnd.openxmlformats-officedocument.presentationml.notesSlide+xml"/>
  <Override PartName="/ppt/comments/modernComment5.xml" ContentType="application/vnd.ms-powerpoint.comments+xml"/>
  <Override PartName="/ppt/slides/slide6.xml" ContentType="application/vnd.openxmlformats-officedocument.presentationml.slide+xml"/>
  <Override PartName="/ppt/notesSlides/notesSlide6.xml" ContentType="application/vnd.openxmlformats-officedocument.presentationml.notesSlide+xml"/>
  <Override PartName="/ppt/comments/modernComment6.xml" ContentType="application/vnd.ms-powerpoint.comments+xml"/>
  <Override PartName="/ppt/slides/slide7.xml" ContentType="application/vnd.openxmlformats-officedocument.presentationml.slide+xml"/>
  <Override PartName="/ppt/notesSlides/notesSlide7.xml" ContentType="application/vnd.openxmlformats-officedocument.presentationml.notesSlide+xml"/>
  <Override PartName="/ppt/comments/modernComment7.xml" ContentType="application/vnd.ms-powerpoint.comments+xml"/>
  <Override PartName="/ppt/slides/slide8.xml" ContentType="application/vnd.openxmlformats-officedocument.presentationml.slide+xml"/>
  <Override PartName="/ppt/notesSlides/notesSlide8.xml" ContentType="application/vnd.openxmlformats-officedocument.presentationml.notesSlide+xml"/>
  <Override PartName="/ppt/comments/modernComment8.xml" ContentType="application/vnd.ms-powerpoint.comments+xml"/>
  <Override PartName="/ppt/slides/slide9.xml" ContentType="application/vnd.openxmlformats-officedocument.presentationml.slide+xml"/>
  <Override PartName="/ppt/notesSlides/notesSlide9.xml" ContentType="application/vnd.openxmlformats-officedocument.presentationml.notesSlide+xml"/>
  <Override PartName="/ppt/comments/modernComment9.xml" ContentType="application/vnd.ms-powerpoint.comments+xml"/>
  <Override PartName="/ppt/slides/slide10.xml" ContentType="application/vnd.openxmlformats-officedocument.presentationml.slide+xml"/>
  <Override PartName="/ppt/notesSlides/notesSlide10.xml" ContentType="application/vnd.openxmlformats-officedocument.presentationml.notesSlide+xml"/>
  <Override PartName="/ppt/comments/modernComment10.xml" ContentType="application/vnd.ms-powerpoint.comments+xml"/>
  <Override PartName="/ppt/slides/slide11.xml" ContentType="application/vnd.openxmlformats-officedocument.presentationml.slide+xml"/>
  <Override PartName="/ppt/notesSlides/notesSlide11.xml" ContentType="application/vnd.openxmlformats-officedocument.presentationml.notesSlide+xml"/>
  <Override PartName="/ppt/comments/modernComment11.xml" ContentType="application/vnd.ms-powerpoint.comments+xml"/>
  <Override PartName="/ppt/slides/slide12.xml" ContentType="application/vnd.openxmlformats-officedocument.presentationml.slide+xml"/>
  <Override PartName="/ppt/notesSlides/notesSlide12.xml" ContentType="application/vnd.openxmlformats-officedocument.presentationml.notesSlide+xml"/>
  <Override PartName="/ppt/comments/modernComment12.xml" ContentType="application/vnd.ms-powerpoint.comments+xml"/>
  <Override PartName="/ppt/slides/slide13.xml" ContentType="application/vnd.openxmlformats-officedocument.presentationml.slide+xml"/>
  <Override PartName="/ppt/notesSlides/notesSlide13.xml" ContentType="application/vnd.openxmlformats-officedocument.presentationml.notesSlide+xml"/>
  <Override PartName="/ppt/comments/modernComment13.xml" ContentType="application/vnd.ms-powerpoint.comments+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1a32902ecdb54b3f" /><Relationship Type="http://schemas.openxmlformats.org/officeDocument/2006/relationships/extended-properties" Target="/docProps/app.xml" Id="R13945b7e91db4b84" /><Relationship Type="http://schemas.openxmlformats.org/officeDocument/2006/relationships/officeDocument" Target="/ppt/presentation.xml" Id="R8232c6fa6e2e4ed3" /></Relationships>
</file>

<file path=ppt/presentation.xml><?xml version="1.0" encoding="utf-8"?>
<p:presentation xmlns:p="http://schemas.openxmlformats.org/presentationml/2006/main">
  <p:sldMasterIdLst>
    <p:sldMasterId xmlns:r="http://schemas.openxmlformats.org/officeDocument/2006/relationships" id="2147483648" r:id="R65381eb81ca5448e"/>
  </p:sldMasterIdLst>
  <p:notesMasterIdLst>
    <p:notesMasterId xmlns:r="http://schemas.openxmlformats.org/officeDocument/2006/relationships" r:id="R574ba240fa7840c0"/>
  </p:notesMasterIdLst>
  <p:sldIdLst>
    <p:sldId xmlns:r="http://schemas.openxmlformats.org/officeDocument/2006/relationships" id="256" r:id="R12fa13c3d36f491e"/>
    <p:sldId xmlns:r="http://schemas.openxmlformats.org/officeDocument/2006/relationships" id="257" r:id="R6e697635d80f4f17"/>
    <p:sldId xmlns:r="http://schemas.openxmlformats.org/officeDocument/2006/relationships" id="258" r:id="Redfd512afccd4219"/>
    <p:sldId xmlns:r="http://schemas.openxmlformats.org/officeDocument/2006/relationships" id="259" r:id="R0a98140dabed4027"/>
    <p:sldId xmlns:r="http://schemas.openxmlformats.org/officeDocument/2006/relationships" id="260" r:id="Re885fd570cbe42c6"/>
    <p:sldId xmlns:r="http://schemas.openxmlformats.org/officeDocument/2006/relationships" id="261" r:id="Rceac5621004f40c9"/>
    <p:sldId xmlns:r="http://schemas.openxmlformats.org/officeDocument/2006/relationships" id="262" r:id="R12c9c6c2902f4d66"/>
    <p:sldId xmlns:r="http://schemas.openxmlformats.org/officeDocument/2006/relationships" id="263" r:id="R5b22d171b42d4894"/>
    <p:sldId xmlns:r="http://schemas.openxmlformats.org/officeDocument/2006/relationships" id="264" r:id="R99ec481d4d394956"/>
    <p:sldId xmlns:r="http://schemas.openxmlformats.org/officeDocument/2006/relationships" id="265" r:id="Re626c307a7844b7d"/>
    <p:sldId xmlns:r="http://schemas.openxmlformats.org/officeDocument/2006/relationships" id="266" r:id="Rf141e7f0889e436c"/>
    <p:sldId xmlns:r="http://schemas.openxmlformats.org/officeDocument/2006/relationships" id="267" r:id="Rb67ec0edc9a04772"/>
    <p:sldId xmlns:r="http://schemas.openxmlformats.org/officeDocument/2006/relationships" id="268" r:id="Rd39c6b20c8f14c17"/>
  </p:sldIdLst>
  <p:sldSz cx="12192000" cy="6858000"/>
  <p:notesSz cx="6858000" cy="9144000"/>
</p:presentation>
</file>

<file path=ppt/authors.xml><?xml version="1.0" encoding="utf-8"?>
<p188:authorLst xmlns:p188="http://schemas.microsoft.com/office/powerpoint/2018/8/main">
  <p188:author id="{E96C79AB-4E91-4034-8086-D034AA834954}" name="Jinlan Zhao" initials="JZ"/>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f2c044c38b45bd" /><Relationship Type="http://schemas.openxmlformats.org/officeDocument/2006/relationships/slideMaster" Target="/ppt/slideMasters/slideMaster1.xml" Id="R65381eb81ca5448e" /><Relationship Type="http://schemas.openxmlformats.org/officeDocument/2006/relationships/notesMaster" Target="/ppt/notesMasters/notesMaster1.xml" Id="R574ba240fa7840c0" /><Relationship Type="http://schemas.openxmlformats.org/officeDocument/2006/relationships/presProps" Target="/ppt/presProps.xml" Id="Rfce00e2e116c4fd5" /><Relationship Type="http://schemas.openxmlformats.org/officeDocument/2006/relationships/tableStyles" Target="/ppt/tableStyles.xml" Id="R6062eaa752e64239" /><Relationship Type="http://schemas.microsoft.com/office/2018/10/relationships/authors" Target="/ppt/authors.xml" Id="Rfc9024bfc9e24419" /><Relationship Type="http://schemas.openxmlformats.org/officeDocument/2006/relationships/slide" Target="/ppt/slides/slide1.xml" Id="R12fa13c3d36f491e" /><Relationship Type="http://schemas.openxmlformats.org/officeDocument/2006/relationships/slide" Target="/ppt/slides/slide2.xml" Id="R6e697635d80f4f17" /><Relationship Type="http://schemas.openxmlformats.org/officeDocument/2006/relationships/slide" Target="/ppt/slides/slide3.xml" Id="Redfd512afccd4219" /><Relationship Type="http://schemas.openxmlformats.org/officeDocument/2006/relationships/slide" Target="/ppt/slides/slide4.xml" Id="R0a98140dabed4027" /><Relationship Type="http://schemas.openxmlformats.org/officeDocument/2006/relationships/slide" Target="/ppt/slides/slide5.xml" Id="Re885fd570cbe42c6" /><Relationship Type="http://schemas.openxmlformats.org/officeDocument/2006/relationships/slide" Target="/ppt/slides/slide6.xml" Id="Rceac5621004f40c9" /><Relationship Type="http://schemas.openxmlformats.org/officeDocument/2006/relationships/slide" Target="/ppt/slides/slide7.xml" Id="R12c9c6c2902f4d66" /><Relationship Type="http://schemas.openxmlformats.org/officeDocument/2006/relationships/slide" Target="/ppt/slides/slide8.xml" Id="R5b22d171b42d4894" /><Relationship Type="http://schemas.openxmlformats.org/officeDocument/2006/relationships/slide" Target="/ppt/slides/slide9.xml" Id="R99ec481d4d394956" /><Relationship Type="http://schemas.openxmlformats.org/officeDocument/2006/relationships/slide" Target="/ppt/slides/slide10.xml" Id="Re626c307a7844b7d" /><Relationship Type="http://schemas.openxmlformats.org/officeDocument/2006/relationships/slide" Target="/ppt/slides/slide11.xml" Id="Rf141e7f0889e436c" /><Relationship Type="http://schemas.openxmlformats.org/officeDocument/2006/relationships/slide" Target="/ppt/slides/slide12.xml" Id="Rb67ec0edc9a04772" /><Relationship Type="http://schemas.openxmlformats.org/officeDocument/2006/relationships/slide" Target="/ppt/slides/slide13.xml" Id="Rd39c6b20c8f14c17" /></Relationships>
</file>

<file path=ppt/comments/modernComment.xml><?xml version="1.0" encoding="utf-8"?>
<p188:cmLst xmlns:p188="http://schemas.microsoft.com/office/powerpoint/2018/8/main">
  <p188:cm id="{51C74753-01E4-4853-B435-259C2C55F364}" authorId="{E96C79AB-4E91-4034-8086-D034AA834954}" status="active" created="2026-10-18T03:16:30.1-04:00">
    <pc:sldMkLst xmlns:pc="http://schemas.microsoft.com/office/powerpoint/2013/main/command">
      <pc:docMk/>
      <pc:sldMk cId="1919888438" sldId="256"/>
    </pc:sldMkLst>
    <p188:pos x="11430000" y="476250"/>
    <p188:txBody>
      <a:bodyPr xmlns:a="http://schemas.openxmlformats.org/drawingml/2006/main"/>
      <a:lstStyle xmlns:a="http://schemas.openxmlformats.org/drawingml/2006/main"/>
      <a:p xmlns:a="http://schemas.openxmlformats.org/drawingml/2006/main">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p188:txBody>
  </p188:cm>
</p188:cmLst>
</file>

<file path=ppt/comments/modernComment2.xml><?xml version="1.0" encoding="utf-8"?>
<p188:cmLst xmlns:p188="http://schemas.microsoft.com/office/powerpoint/2018/8/main">
  <p188:cm id="{DED6FAF1-6653-416E-8BEE-D6D35B11411A}" authorId="{E96C79AB-4E91-4034-8086-D034AA834954}" status="active" created="2026-10-18T03:16:30.107-04:00">
    <pc:sldMkLst xmlns:pc="http://schemas.microsoft.com/office/powerpoint/2013/main/command">
      <pc:docMk/>
      <pc:sldMk cId="1972717628" sldId="257"/>
    </pc:sldMkLst>
    <p188:pos x="11430000" y="476250"/>
    <p188:txBody>
      <a:bodyPr xmlns:a="http://schemas.openxmlformats.org/drawingml/2006/main"/>
      <a:lstStyle xmlns:a="http://schemas.openxmlformats.org/drawingml/2006/main"/>
      <a:p xmlns:a="http://schemas.openxmlformats.org/drawingml/2006/main">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p188:txBody>
  </p188:cm>
</p188:cmLst>
</file>

<file path=ppt/comments/modernComment3.xml><?xml version="1.0" encoding="utf-8"?>
<p188:cmLst xmlns:p188="http://schemas.microsoft.com/office/powerpoint/2018/8/main">
  <p188:cm id="{FF2BCFF5-1683-4168-A29D-612FF478AA88}" authorId="{E96C79AB-4E91-4034-8086-D034AA834954}" status="active" created="2026-10-18T03:16:30.113-04:00">
    <pc:sldMkLst xmlns:pc="http://schemas.microsoft.com/office/powerpoint/2013/main/command">
      <pc:docMk/>
      <pc:sldMk cId="1305251475" sldId="258"/>
    </pc:sldMkLst>
    <p188:pos x="11430000" y="476250"/>
    <p188:txBody>
      <a:bodyPr xmlns:a="http://schemas.openxmlformats.org/drawingml/2006/main"/>
      <a:lstStyle xmlns:a="http://schemas.openxmlformats.org/drawingml/2006/main"/>
      <a:p xmlns:a="http://schemas.openxmlformats.org/drawingml/2006/main">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p188:txBody>
  </p188:cm>
</p188:cmLst>
</file>

<file path=ppt/comments/modernComment4.xml><?xml version="1.0" encoding="utf-8"?>
<p188:cmLst xmlns:p188="http://schemas.microsoft.com/office/powerpoint/2018/8/main">
  <p188:cm id="{63184E2B-3F3B-4AC2-92E6-7093E81F59A3}" authorId="{E96C79AB-4E91-4034-8086-D034AA834954}" status="active" created="2026-10-18T03:16:30.116-04:00">
    <pc:sldMkLst xmlns:pc="http://schemas.microsoft.com/office/powerpoint/2013/main/command">
      <pc:docMk/>
      <pc:sldMk cId="1640834482" sldId="259"/>
    </pc:sldMkLst>
    <p188:pos x="11430000" y="476250"/>
    <p188:txBody>
      <a:bodyPr xmlns:a="http://schemas.openxmlformats.org/drawingml/2006/main"/>
      <a:lstStyle xmlns:a="http://schemas.openxmlformats.org/drawingml/2006/main"/>
      <a:p xmlns:a="http://schemas.openxmlformats.org/drawingml/2006/main">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p188:txBody>
  </p188:cm>
</p188:cmLst>
</file>

<file path=ppt/comments/modernComment5.xml><?xml version="1.0" encoding="utf-8"?>
<p188:cmLst xmlns:p188="http://schemas.microsoft.com/office/powerpoint/2018/8/main">
  <p188:cm id="{B9CAA147-B788-4A52-B441-74E372AED603}" authorId="{E96C79AB-4E91-4034-8086-D034AA834954}" status="active" created="2026-10-18T03:16:30.117-04:00">
    <pc:sldMkLst xmlns:pc="http://schemas.microsoft.com/office/powerpoint/2013/main/command">
      <pc:docMk/>
      <pc:sldMk cId="940728359" sldId="260"/>
    </pc:sldMkLst>
    <p188:pos x="11430000" y="476250"/>
    <p188:txBody>
      <a:bodyPr xmlns:a="http://schemas.openxmlformats.org/drawingml/2006/main"/>
      <a:lstStyle xmlns:a="http://schemas.openxmlformats.org/drawingml/2006/main"/>
      <a:p xmlns:a="http://schemas.openxmlformats.org/drawingml/2006/main">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p188:txBody>
  </p188:cm>
</p188:cmLst>
</file>

<file path=ppt/comments/modernComment6.xml><?xml version="1.0" encoding="utf-8"?>
<p188:cmLst xmlns:p188="http://schemas.microsoft.com/office/powerpoint/2018/8/main">
  <p188:cm id="{393C1D06-DFF6-4E4C-B42A-5563BA7B59B1}" authorId="{E96C79AB-4E91-4034-8086-D034AA834954}" status="active" created="2026-10-18T03:16:30.119-04:00">
    <pc:sldMkLst xmlns:pc="http://schemas.microsoft.com/office/powerpoint/2013/main/command">
      <pc:docMk/>
      <pc:sldMk cId="681130466" sldId="261"/>
    </pc:sldMkLst>
    <p188:pos x="11430000" y="476250"/>
    <p188:txBody>
      <a:bodyPr xmlns:a="http://schemas.openxmlformats.org/drawingml/2006/main"/>
      <a:lstStyle xmlns:a="http://schemas.openxmlformats.org/drawingml/2006/main"/>
      <a:p xmlns:a="http://schemas.openxmlformats.org/drawingml/2006/main">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p188:txBody>
  </p188:cm>
</p188:cmLst>
</file>

<file path=ppt/comments/modernComment7.xml><?xml version="1.0" encoding="utf-8"?>
<p188:cmLst xmlns:p188="http://schemas.microsoft.com/office/powerpoint/2018/8/main">
  <p188:cm id="{DE2A5D92-00B7-486F-98B2-6F3B478FEC18}" authorId="{E96C79AB-4E91-4034-8086-D034AA834954}" status="active" created="2026-10-18T03:16:30.12-04:00">
    <pc:sldMkLst xmlns:pc="http://schemas.microsoft.com/office/powerpoint/2013/main/command">
      <pc:docMk/>
      <pc:sldMk cId="796785279" sldId="262"/>
    </pc:sldMkLst>
    <p188:pos x="11430000" y="476250"/>
    <p188:txBody>
      <a:bodyPr xmlns:a="http://schemas.openxmlformats.org/drawingml/2006/main"/>
      <a:lstStyle xmlns:a="http://schemas.openxmlformats.org/drawingml/2006/main"/>
      <a:p xmlns:a="http://schemas.openxmlformats.org/drawingml/2006/main">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p188:txBody>
  </p188:cm>
</p188:cmLst>
</file>

<file path=ppt/comments/modernComment8.xml><?xml version="1.0" encoding="utf-8"?>
<p188:cmLst xmlns:p188="http://schemas.microsoft.com/office/powerpoint/2018/8/main">
  <p188:cm id="{EB3D6FCA-812E-4030-8DB3-D442DA65C267}" authorId="{E96C79AB-4E91-4034-8086-D034AA834954}" status="active" created="2026-10-18T03:16:30.122-04:00">
    <pc:sldMkLst xmlns:pc="http://schemas.microsoft.com/office/powerpoint/2013/main/command">
      <pc:docMk/>
      <pc:sldMk cId="954146174" sldId="263"/>
    </pc:sldMkLst>
    <p188:pos x="11430000" y="476250"/>
    <p188:txBody>
      <a:bodyPr xmlns:a="http://schemas.openxmlformats.org/drawingml/2006/main"/>
      <a:lstStyle xmlns:a="http://schemas.openxmlformats.org/drawingml/2006/main"/>
      <a:p xmlns:a="http://schemas.openxmlformats.org/drawingml/2006/main">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p188:txBody>
  </p188:cm>
</p188:cmLst>
</file>

<file path=ppt/comments/modernComment9.xml><?xml version="1.0" encoding="utf-8"?>
<p188:cmLst xmlns:p188="http://schemas.microsoft.com/office/powerpoint/2018/8/main">
  <p188:cm id="{3381B698-8C50-4250-8932-99C2E76DC4B2}" authorId="{E96C79AB-4E91-4034-8086-D034AA834954}" status="active" created="2026-10-18T03:16:30.123-04:00">
    <pc:sldMkLst xmlns:pc="http://schemas.microsoft.com/office/powerpoint/2013/main/command">
      <pc:docMk/>
      <pc:sldMk cId="74477095" sldId="264"/>
    </pc:sldMkLst>
    <p188:pos x="11430000" y="476250"/>
    <p188:txBody>
      <a:bodyPr xmlns:a="http://schemas.openxmlformats.org/drawingml/2006/main"/>
      <a:lstStyle xmlns:a="http://schemas.openxmlformats.org/drawingml/2006/main"/>
      <a:p xmlns:a="http://schemas.openxmlformats.org/drawingml/2006/main">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p188:txBody>
  </p188:cm>
</p188:cmLst>
</file>

<file path=ppt/comments/modernComment10.xml><?xml version="1.0" encoding="utf-8"?>
<p188:cmLst xmlns:p188="http://schemas.microsoft.com/office/powerpoint/2018/8/main">
  <p188:cm id="{F03E568A-C821-42F5-AEE4-32B0196105D6}" authorId="{E96C79AB-4E91-4034-8086-D034AA834954}" status="active" created="2026-10-18T03:16:30.125-04:00">
    <pc:sldMkLst xmlns:pc="http://schemas.microsoft.com/office/powerpoint/2013/main/command">
      <pc:docMk/>
      <pc:sldMk cId="1200028917" sldId="265"/>
    </pc:sldMkLst>
    <p188:pos x="11430000" y="476250"/>
    <p188:txBody>
      <a:bodyPr xmlns:a="http://schemas.openxmlformats.org/drawingml/2006/main"/>
      <a:lstStyle xmlns:a="http://schemas.openxmlformats.org/drawingml/2006/main"/>
      <a:p xmlns:a="http://schemas.openxmlformats.org/drawingml/2006/main">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p188:txBody>
  </p188:cm>
</p188:cmLst>
</file>

<file path=ppt/comments/modernComment11.xml><?xml version="1.0" encoding="utf-8"?>
<p188:cmLst xmlns:p188="http://schemas.microsoft.com/office/powerpoint/2018/8/main">
  <p188:cm id="{35FB1409-0208-4E67-B323-79CD35BCFB5E}" authorId="{E96C79AB-4E91-4034-8086-D034AA834954}" status="active" created="2026-10-18T03:16:30.126-04:00">
    <pc:sldMkLst xmlns:pc="http://schemas.microsoft.com/office/powerpoint/2013/main/command">
      <pc:docMk/>
      <pc:sldMk cId="2027860341" sldId="266"/>
    </pc:sldMkLst>
    <p188:pos x="11430000" y="476250"/>
    <p188:txBody>
      <a:bodyPr xmlns:a="http://schemas.openxmlformats.org/drawingml/2006/main"/>
      <a:lstStyle xmlns:a="http://schemas.openxmlformats.org/drawingml/2006/main"/>
      <a:p xmlns:a="http://schemas.openxmlformats.org/drawingml/2006/main">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p188:txBody>
  </p188:cm>
</p188:cmLst>
</file>

<file path=ppt/comments/modernComment12.xml><?xml version="1.0" encoding="utf-8"?>
<p188:cmLst xmlns:p188="http://schemas.microsoft.com/office/powerpoint/2018/8/main">
  <p188:cm id="{25EA488F-5B65-49FE-96FD-551B763E44CA}" authorId="{E96C79AB-4E91-4034-8086-D034AA834954}" status="active" created="2026-10-18T03:16:30.128-04:00">
    <pc:sldMkLst xmlns:pc="http://schemas.microsoft.com/office/powerpoint/2013/main/command">
      <pc:docMk/>
      <pc:sldMk cId="681270063" sldId="267"/>
    </pc:sldMkLst>
    <p188:pos x="11430000" y="476250"/>
    <p188:txBody>
      <a:bodyPr xmlns:a="http://schemas.openxmlformats.org/drawingml/2006/main"/>
      <a:lstStyle xmlns:a="http://schemas.openxmlformats.org/drawingml/2006/main"/>
      <a:p xmlns:a="http://schemas.openxmlformats.org/drawingml/2006/main">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p188:txBody>
  </p188:cm>
</p188:cmLst>
</file>

<file path=ppt/comments/modernComment13.xml><?xml version="1.0" encoding="utf-8"?>
<p188:cmLst xmlns:p188="http://schemas.microsoft.com/office/powerpoint/2018/8/main">
  <p188:cm id="{FE3BAEF2-57FF-48AF-954A-5685FB7BF48A}" authorId="{E96C79AB-4E91-4034-8086-D034AA834954}" status="active" created="2026-10-18T03:16:30.129-04:00">
    <pc:sldMkLst xmlns:pc="http://schemas.microsoft.com/office/powerpoint/2013/main/command">
      <pc:docMk/>
      <pc:sldMk cId="1346936319" sldId="268"/>
    </pc:sldMkLst>
    <p188:pos x="11430000" y="476250"/>
    <p188:txBody>
      <a:bodyPr xmlns:a="http://schemas.openxmlformats.org/drawingml/2006/main"/>
      <a:lstStyle xmlns:a="http://schemas.openxmlformats.org/drawingml/2006/main"/>
      <a:p xmlns:a="http://schemas.openxmlformats.org/drawingml/2006/main">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p188:txBody>
  </p188:cm>
</p188:cmLst>
</file>

<file path=ppt/notesMasters/_rels/notesMaster1.xml.rels>&#65279;<?xml version="1.0" encoding="utf-8"?><Relationships xmlns="http://schemas.openxmlformats.org/package/2006/relationships"><Relationship Type="http://schemas.openxmlformats.org/officeDocument/2006/relationships/theme" Target="/ppt/notesMasters/theme/theme3.xml" Id="R74b924e318f047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98f13c996b47bb" /><Relationship Type="http://schemas.openxmlformats.org/officeDocument/2006/relationships/notesMaster" Target="/ppt/notesMasters/notesMaster1.xml" Id="R4504147a424441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1c0823490d42a2" /><Relationship Type="http://schemas.openxmlformats.org/officeDocument/2006/relationships/notesMaster" Target="/ppt/notesMasters/notesMaster1.xml" Id="R3b9d872061f44e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f3f2cec74e40fa" /><Relationship Type="http://schemas.openxmlformats.org/officeDocument/2006/relationships/notesMaster" Target="/ppt/notesMasters/notesMaster1.xml" Id="R8de165edc3114f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6d57fe822f412b" /><Relationship Type="http://schemas.openxmlformats.org/officeDocument/2006/relationships/notesMaster" Target="/ppt/notesMasters/notesMaster1.xml" Id="R690f0a7873dd4a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62478215b541a5" /><Relationship Type="http://schemas.openxmlformats.org/officeDocument/2006/relationships/notesMaster" Target="/ppt/notesMasters/notesMaster1.xml" Id="R51937f5750ac4e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9781a06a50454c" /><Relationship Type="http://schemas.openxmlformats.org/officeDocument/2006/relationships/notesMaster" Target="/ppt/notesMasters/notesMaster1.xml" Id="R95f40576fa4f41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46e3a996e14aaa" /><Relationship Type="http://schemas.openxmlformats.org/officeDocument/2006/relationships/notesMaster" Target="/ppt/notesMasters/notesMaster1.xml" Id="R01c9e4c4fda043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7d4a46a4c14124" /><Relationship Type="http://schemas.openxmlformats.org/officeDocument/2006/relationships/notesMaster" Target="/ppt/notesMasters/notesMaster1.xml" Id="R2309ed6433e44d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f979eb1c304f7c" /><Relationship Type="http://schemas.openxmlformats.org/officeDocument/2006/relationships/notesMaster" Target="/ppt/notesMasters/notesMaster1.xml" Id="R92c84337216b4c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937a100ce34678" /><Relationship Type="http://schemas.openxmlformats.org/officeDocument/2006/relationships/notesMaster" Target="/ppt/notesMasters/notesMaster1.xml" Id="R197399ffa7d44c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a01eb1f749479f" /><Relationship Type="http://schemas.openxmlformats.org/officeDocument/2006/relationships/notesMaster" Target="/ppt/notesMasters/notesMaster1.xml" Id="Rf6d320e6d27a4f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0c57531f57489d" /><Relationship Type="http://schemas.openxmlformats.org/officeDocument/2006/relationships/notesMaster" Target="/ppt/notesMasters/notesMaster1.xml" Id="R3ef2ede02dda43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c763dcab5d4e8f" /><Relationship Type="http://schemas.openxmlformats.org/officeDocument/2006/relationships/notesMaster" Target="/ppt/notesMasters/notesMaster1.xml" Id="Rdf52f707d39e4f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a:p xmlns:a="http://schemas.openxmlformats.org/drawingml/2006/main">
            <a:r>
              <a:t/>
            </a:r>
          </a:p>
          <a:p xmlns:a="http://schemas.openxmlformats.org/drawingml/2006/main">
            <a:r>
              <a:t>SOURCES</a:t>
            </a:r>
          </a:p>
          <a:p xmlns:a="http://schemas.openxmlformats.org/drawingml/2006/main">
            <a:r>
              <a:t>/Users/zhaojinlan/Desktop/Lann Projects/What-the-fingers-hear/demo/Videos/Add-LLM-Parser.MOV</a:t>
            </a:r>
          </a:p>
          <a:p xmlns:a="http://schemas.openxmlformats.org/drawingml/2006/main">
            <a:r>
              <a:t>/Users/zhaojinlan/Desktop/Lann Projects/What-the-fingers-hear/Documentation/Proposal/README.md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a:p xmlns:a="http://schemas.openxmlformats.org/drawingml/2006/main">
            <a:r>
              <a:t/>
            </a:r>
          </a:p>
          <a:p xmlns:a="http://schemas.openxmlformats.org/drawingml/2006/main">
            <a:r>
              <a:t>SOURCES</a:t>
            </a:r>
          </a:p>
          <a:p xmlns:a="http://schemas.openxmlformats.org/drawingml/2006/main">
            <a:r>
              <a:t>/Users/zhaojinlan/Documents/DocumentMe/Berklee Study/7th Semester/MTEC-498/Progress Report 1/What_the_Fingers_Hear_Progress_Report_1 .pptx</a:t>
            </a:r>
          </a:p>
          <a:p xmlns:a="http://schemas.openxmlformats.org/drawingml/2006/main">
            <a:r>
              <a:t>/Users/zhaojinlan/Desktop/Lann Projects/What-the-fingers-hear/Documentation/Process-Report/Voice-MVP-Report.md</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a:p xmlns:a="http://schemas.openxmlformats.org/drawingml/2006/main">
            <a:r>
              <a:t/>
            </a:r>
          </a:p>
          <a:p xmlns:a="http://schemas.openxmlformats.org/drawingml/2006/main">
            <a:r>
              <a:t>SOURCES</a:t>
            </a:r>
          </a:p>
          <a:p xmlns:a="http://schemas.openxmlformats.org/drawingml/2006/main">
            <a:r>
              <a:t>/Users/zhaojinlan/Desktop/Lann Projects/What-the-fingers-hear/Hardware/Buttons/Buttons.ino</a:t>
            </a:r>
          </a:p>
          <a:p xmlns:a="http://schemas.openxmlformats.org/drawingml/2006/main">
            <a:r>
              <a:t>/Users/zhaojinlan/Desktop/Lann Projects/What-the-fingers-hear/Documentation/Process-Report/Voice-MVP-Report.md</a:t>
            </a:r>
          </a:p>
          <a:p xmlns:a="http://schemas.openxmlformats.org/drawingml/2006/main">
            <a:r>
              <a:t>/Users/zhaojinlan/Desktop/Lann Projects/What-the-fingers-hear/Documentation/Process-Report/Braille-Score-Design-Review1.md</a:t>
            </a:r>
          </a:p>
          <a:p xmlns:a="http://schemas.openxmlformats.org/drawingml/2006/main">
            <a:r>
              <a:t>/Users/zhaojinlan/Desktop/Lann Projects/What-the-fingers-hear/demo/Videos/Hardware-testing.mov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a:p xmlns:a="http://schemas.openxmlformats.org/drawingml/2006/main">
            <a:r>
              <a:t/>
            </a:r>
          </a:p>
          <a:p xmlns:a="http://schemas.openxmlformats.org/drawingml/2006/main">
            <a:r>
              <a:t>SOURCES</a:t>
            </a:r>
          </a:p>
          <a:p xmlns:a="http://schemas.openxmlformats.org/drawingml/2006/main">
            <a:r>
              <a:t>/Users/zhaojinlan/Desktop/Lann Projects/What-the-fingers-hear/camera/finger_measure_test.py</a:t>
            </a:r>
          </a:p>
          <a:p xmlns:a="http://schemas.openxmlformats.org/drawingml/2006/main">
            <a:r>
              <a:t>/Users/zhaojinlan/Desktop/Lann Projects/What-the-fingers-hear/camera/shared_state.py</a:t>
            </a:r>
          </a:p>
          <a:p xmlns:a="http://schemas.openxmlformats.org/drawingml/2006/main">
            <a:r>
              <a:t>/Users/zhaojinlan/Desktop/Lann Projects/What-the-fingers-hear/camera/voice_mvp.py</a:t>
            </a:r>
          </a:p>
          <a:p xmlns:a="http://schemas.openxmlformats.org/drawingml/2006/main">
            <a:r>
              <a:t>/Users/zhaojinlan/Desktop/Lann Projects/What-the-fingers-hear/camera/llm_parser.py</a:t>
            </a:r>
          </a:p>
          <a:p xmlns:a="http://schemas.openxmlformats.org/drawingml/2006/main">
            <a:r>
              <a:t>/Users/zhaojinlan/Desktop/Lann Projects/What-the-fingers-hear/Documentation/Process-Report/Max-Playback-Current-Architecture.md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Projects/What-the-fingers-hear/Documentation/Process-Report/Max-Playback-Current-Architecture.md</a:t>
            </a:r>
          </a:p>
          <a:p xmlns:a="http://schemas.openxmlformats.org/drawingml/2006/main">
            <a:r>
              <a:t>/Users/zhaojinlan/Desktop/Lann Projects/What-the-fingers-hear/demo/OSC-message-in-max.png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Projects/What-the-fingers-hear/camera/llm_parser.py</a:t>
            </a:r>
          </a:p>
          <a:p xmlns:a="http://schemas.openxmlformats.org/drawingml/2006/main">
            <a:r>
              <a:t>/Users/zhaojinlan/Desktop/Lann Projects/What-the-fingers-hear/camera/voice_parser.py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Projects/What-the-fingers-hear/camera/voice_mvp.py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a:p xmlns:a="http://schemas.openxmlformats.org/drawingml/2006/main">
            <a:r>
              <a:t/>
            </a:r>
          </a:p>
          <a:p xmlns:a="http://schemas.openxmlformats.org/drawingml/2006/main">
            <a:r>
              <a:t>SOURCES</a:t>
            </a:r>
          </a:p>
          <a:p xmlns:a="http://schemas.openxmlformats.org/drawingml/2006/main">
            <a:r>
              <a:t>/Users/zhaojinlan/Desktop/Lann Projects/What-the-fingers-hear/demo/Videos/Add-LLM-Parser.MOV</a:t>
            </a:r>
          </a:p>
          <a:p xmlns:a="http://schemas.openxmlformats.org/drawingml/2006/main">
            <a:r>
              <a:t>/Users/zhaojinlan/Desktop/Lann Projects/What-the-fingers-hear/Documentation/Process-Report/LLM-Parser-Report.md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Projects/What-the-fingers-hear/camera/test_llm_parser.py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a:p xmlns:a="http://schemas.openxmlformats.org/drawingml/2006/main">
            <a:r>
              <a:t/>
            </a:r>
          </a:p>
          <a:p xmlns:a="http://schemas.openxmlformats.org/drawingml/2006/main">
            <a:r>
              <a:t>SOURCES</a:t>
            </a:r>
          </a:p>
          <a:p xmlns:a="http://schemas.openxmlformats.org/drawingml/2006/main">
            <a:r>
              <a:t>/Users/zhaojinlan/Desktop/Lann Projects/What-the-fingers-hear/Documentation/Process-Report/Braille-Score-Design-Review1.md</a:t>
            </a:r>
          </a:p>
          <a:p xmlns:a="http://schemas.openxmlformats.org/drawingml/2006/main">
            <a:r>
              <a:t>/Users/zhaojinlan/Desktop/Lann Projects/What-the-fingers-hear/Documentation/Process-Report/LLM-Parser-Report.md</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p>
          <a:p xmlns:a="http://schemas.openxmlformats.org/drawingml/2006/main">
            <a:r>
              <a:t/>
            </a:r>
          </a:p>
          <a:p xmlns:a="http://schemas.openxmlformats.org/drawingml/2006/main">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a:p xmlns:a="http://schemas.openxmlformats.org/drawingml/2006/main">
            <a:r>
              <a:t/>
            </a:r>
          </a:p>
          <a:p xmlns:a="http://schemas.openxmlformats.org/drawingml/2006/main">
            <a:r>
              <a:t>SOURCES</a:t>
            </a:r>
          </a:p>
          <a:p xmlns:a="http://schemas.openxmlformats.org/drawingml/2006/main">
            <a:r>
              <a:t>/Users/zhaojinlan/Desktop/Lann Projects/What-the-fingers-hear/Research Study/Research Protocol.docx</a:t>
            </a:r>
          </a:p>
          <a:p xmlns:a="http://schemas.openxmlformats.org/drawingml/2006/main">
            <a:r>
              <a:t>/Users/zhaojinlan/Desktop/Lann Projects/What-the-fingers-hear/Documentation/Process-Report/Braille-Score-Design-Review1.md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e2e96e735b43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3d6b55c20840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d55ec48e2e44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c337370a8641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1edaad4b4c45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553de6b82f46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7E98CB-632A-48EC-B359-E8561F8FF0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72989A-E296-4FD2-AEAB-FF77EDC211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87F89AF-FF8B-44DA-A9EE-13637D1DA5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ABBF83-1CC4-434F-8450-A4D8F6DE50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4FA89C-9DC3-46A1-9282-B433A55024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031616-C465-47BD-B97B-AE9E71B0B8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49C402-DBF4-4DFD-B06B-1B55F84C44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5FB90-0B7E-4C29-A794-D28D8826DC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340CCB-2DCC-407B-86A3-5C89F89289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20007D-C14B-4CD4-9710-16E1926285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3280ca4d0d4811" /><Relationship Type="http://schemas.openxmlformats.org/officeDocument/2006/relationships/slideLayout" Target="/ppt/slideLayouts/slideLayout1.xml" Id="R231040434a83429a" /><Relationship Type="http://schemas.openxmlformats.org/officeDocument/2006/relationships/slideLayout" Target="/ppt/slideLayouts/slideLayout2.xml" Id="Rbae60025dc4148a5" /><Relationship Type="http://schemas.openxmlformats.org/officeDocument/2006/relationships/slideLayout" Target="/ppt/slideLayouts/slideLayout3.xml" Id="Rb062e6ad92284ebd" /><Relationship Type="http://schemas.openxmlformats.org/officeDocument/2006/relationships/slideLayout" Target="/ppt/slideLayouts/slideLayout4.xml" Id="Rd2e9ae0a1316487e" /><Relationship Type="http://schemas.openxmlformats.org/officeDocument/2006/relationships/slideLayout" Target="/ppt/slideLayouts/slideLayout5.xml" Id="R99f69773c30b4cc2" /><Relationship Type="http://schemas.openxmlformats.org/officeDocument/2006/relationships/slideLayout" Target="/ppt/slideLayouts/slideLayout6.xml" Id="R438bed5037dc47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1040434a83429a"/>
    <p:sldLayoutId xmlns:r="http://schemas.openxmlformats.org/officeDocument/2006/relationships" id="2147483650" r:id="Rbae60025dc4148a5"/>
    <p:sldLayoutId xmlns:r="http://schemas.openxmlformats.org/officeDocument/2006/relationships" id="2147483651" r:id="Rb062e6ad92284ebd"/>
    <p:sldLayoutId xmlns:r="http://schemas.openxmlformats.org/officeDocument/2006/relationships" id="2147483652" r:id="Rd2e9ae0a1316487e"/>
    <p:sldLayoutId xmlns:r="http://schemas.openxmlformats.org/officeDocument/2006/relationships" id="2147483653" r:id="R99f69773c30b4cc2"/>
    <p:sldLayoutId xmlns:r="http://schemas.openxmlformats.org/officeDocument/2006/relationships" id="2147483654" r:id="R438bed5037dc47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841cb247ee4fbd" /><Relationship Type="http://schemas.openxmlformats.org/officeDocument/2006/relationships/image" Target="/ppt/media/image.jpeg" Id="R2763cc3617264c87" /><Relationship Type="http://schemas.openxmlformats.org/officeDocument/2006/relationships/notesSlide" Target="/ppt/notesSlides/notesSlide1.xml" Id="R6016851cf7e74e86" /><Relationship Type="http://schemas.microsoft.com/office/2018/10/relationships/comments" Target="/ppt/comments/modernComment.xml" Id="R748bbac7faa44c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fa128ab6f04e6a" /><Relationship Type="http://schemas.openxmlformats.org/officeDocument/2006/relationships/notesSlide" Target="/ppt/notesSlides/notesSlide2.xml" Id="R179b600dd9bb4438" /><Relationship Type="http://schemas.microsoft.com/office/2018/10/relationships/comments" Target="/ppt/comments/modernComment2.xml" Id="R9afc5460e94b49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13c47a07b34e2b" /><Relationship Type="http://schemas.openxmlformats.org/officeDocument/2006/relationships/image" Target="/ppt/media/image2.jpeg" Id="R445c4a40779b4ff2" /><Relationship Type="http://schemas.openxmlformats.org/officeDocument/2006/relationships/notesSlide" Target="/ppt/notesSlides/notesSlide3.xml" Id="Rff5195dca12e4699" /><Relationship Type="http://schemas.microsoft.com/office/2018/10/relationships/comments" Target="/ppt/comments/modernComment3.xml" Id="Rd9c1bef5b61749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a7d6b36a9c49ca" /><Relationship Type="http://schemas.openxmlformats.org/officeDocument/2006/relationships/notesSlide" Target="/ppt/notesSlides/notesSlide4.xml" Id="R2e366fa2d6e74c2b" /><Relationship Type="http://schemas.microsoft.com/office/2018/10/relationships/comments" Target="/ppt/comments/modernComment4.xml" Id="Rc6b104a9c7c840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f4039b28224caa" /><Relationship Type="http://schemas.openxmlformats.org/officeDocument/2006/relationships/image" Target="/ppt/media/image.png" Id="R22b95801e21e4173" /><Relationship Type="http://schemas.openxmlformats.org/officeDocument/2006/relationships/notesSlide" Target="/ppt/notesSlides/notesSlide5.xml" Id="R8c811954868b47bb" /><Relationship Type="http://schemas.microsoft.com/office/2018/10/relationships/comments" Target="/ppt/comments/modernComment5.xml" Id="Re320cde61eef42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20db53a26b466c" /><Relationship Type="http://schemas.openxmlformats.org/officeDocument/2006/relationships/notesSlide" Target="/ppt/notesSlides/notesSlide6.xml" Id="R076f2e72b1ba4085" /><Relationship Type="http://schemas.microsoft.com/office/2018/10/relationships/comments" Target="/ppt/comments/modernComment6.xml" Id="R39aef6b4ed8042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ebb557a9bfd49a4" /><Relationship Type="http://schemas.openxmlformats.org/officeDocument/2006/relationships/notesSlide" Target="/ppt/notesSlides/notesSlide7.xml" Id="Rd1fe09a928df4132" /><Relationship Type="http://schemas.microsoft.com/office/2018/10/relationships/comments" Target="/ppt/comments/modernComment7.xml" Id="Re05e85fd0dd74852" /></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ea28a6752fd44978"/><Relationship Type="http://schemas.openxmlformats.org/officeDocument/2006/relationships/image" Target="/ppt/media/image3.jpeg" Id="R42078e4b9a054c9e"/><Relationship Type="http://schemas.openxmlformats.org/officeDocument/2006/relationships/notesSlide" Target="/ppt/notesSlides/notesSlide8.xml" Id="R37ed0ed5bde8488a"/><Relationship Type="http://schemas.microsoft.com/office/2018/10/relationships/comments" Target="/ppt/comments/modernComment8.xml" Id="R5e26ad509b554888"/><Relationship Id="rIdDemoVideo" Type="http://schemas.openxmlformats.org/officeDocument/2006/relationships/video" Target="../media/current-prototype.mp4"/><Relationship Id="rIdDemoMedia" Type="http://schemas.microsoft.com/office/2007/relationships/media" Target="../media/current-prototype.mp4"/></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24490935f048a7" /><Relationship Type="http://schemas.openxmlformats.org/officeDocument/2006/relationships/notesSlide" Target="/ppt/notesSlides/notesSlide9.xml" Id="R90052f479f664bab" /><Relationship Type="http://schemas.microsoft.com/office/2018/10/relationships/comments" Target="/ppt/comments/modernComment9.xml" Id="R587c09a78a2640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b45be07b7c1439a" /><Relationship Type="http://schemas.openxmlformats.org/officeDocument/2006/relationships/notesSlide" Target="/ppt/notesSlides/notesSlide10.xml" Id="Rdc2f4d3588c44853" /><Relationship Type="http://schemas.microsoft.com/office/2018/10/relationships/comments" Target="/ppt/comments/modernComment10.xml" Id="R5b769167f0ed43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4a7a35277f4d5d" /><Relationship Type="http://schemas.openxmlformats.org/officeDocument/2006/relationships/notesSlide" Target="/ppt/notesSlides/notesSlide11.xml" Id="R2ecec89b34f84fc3" /><Relationship Type="http://schemas.microsoft.com/office/2018/10/relationships/comments" Target="/ppt/comments/modernComment11.xml" Id="Ra9f8f55a00e74b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175953b10c404f" /><Relationship Type="http://schemas.openxmlformats.org/officeDocument/2006/relationships/notesSlide" Target="/ppt/notesSlides/notesSlide12.xml" Id="R11136022de8e436a" /><Relationship Type="http://schemas.microsoft.com/office/2018/10/relationships/comments" Target="/ppt/comments/modernComment12.xml" Id="R01308cc0396549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104239f47c74fc0" /><Relationship Type="http://schemas.openxmlformats.org/officeDocument/2006/relationships/notesSlide" Target="/ppt/notesSlides/notesSlide13.xml" Id="R5cb9eea6c7f94cf1" /><Relationship Type="http://schemas.microsoft.com/office/2018/10/relationships/comments" Target="/ppt/comments/modernComment13.xml" Id="R18b4197644cc4fa6" /></Relationships>
</file>

<file path=ppt/slides/slide1.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0" name="page-number">
            <a:extLst xmlns:a="http://schemas.openxmlformats.org/drawingml/2006/main">
              <a:ext uri="{FF2B5EF4-FFF2-40B4-BE49-F238E27FC236}">
                <a16:creationId xmlns:a16="http://schemas.microsoft.com/office/drawing/2014/main" id="{35C4F4F4-AB01-4A36-B9B2-08B62B70E89E}"/>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01</a:t>
            </a:r>
          </a:p>
        </p:txBody>
      </p:sp>
      <p:pic>
        <p:nvPicPr>
          <p:cNvPr id="2" name="">
            <a:extLst xmlns:a="http://schemas.openxmlformats.org/drawingml/2006/main">
              <a:ext uri="{FF2B5EF4-FFF2-40B4-BE49-F238E27FC236}">
                <a16:creationId xmlns:a16="http://schemas.microsoft.com/office/drawing/2014/main" id="{5A9BBFC3-0481-416F-80D8-F8B6AB66EC83}"/>
              </a:ext>
            </a:extLst>
          </p:cNvPr>
          <p:cNvPicPr>
            <a:picLocks xmlns:a="http://schemas.openxmlformats.org/drawingml/2006/main" noChangeAspect="1"/>
          </p:cNvPicPr>
          <p:nvPr/>
        </p:nvPicPr>
        <p:blipFill>
          <a:blip xmlns:r="http://schemas.openxmlformats.org/officeDocument/2006/relationships" xmlns:a="http://schemas.openxmlformats.org/drawingml/2006/main" r:embed="R2763cc3617264c87"/>
          <a:srcRect xmlns:a="http://schemas.openxmlformats.org/drawingml/2006/main" l="23047" t="0" r="23047" b="0"/>
          <a:stretch xmlns:a="http://schemas.openxmlformats.org/drawingml/2006/main">
            <a:fillRect l="0" t="0" r="0" b="0"/>
          </a:stretch>
        </p:blipFill>
        <p:spPr>
          <a:xfrm xmlns:a="http://schemas.openxmlformats.org/drawingml/2006/main">
            <a:off x="0" y="0"/>
            <a:ext cx="6572250" cy="6858000"/>
          </a:xfrm>
          <a:prstGeom xmlns:a="http://schemas.openxmlformats.org/drawingml/2006/main" prst="rect">
            <a:avLst/>
          </a:prstGeom>
        </p:spPr>
      </p:pic>
      <p:sp>
        <p:nvSpPr>
          <p:cNvPr id="3" name="accent">
            <a:extLst xmlns:a="http://schemas.openxmlformats.org/drawingml/2006/main">
              <a:ext uri="{FF2B5EF4-FFF2-40B4-BE49-F238E27FC236}">
                <a16:creationId xmlns:a16="http://schemas.microsoft.com/office/drawing/2014/main" id="{C7986E10-E3C5-4741-BC0E-82F99402720C}"/>
              </a:ext>
            </a:extLst>
          </p:cNvPr>
          <p:cNvSpPr>
            <a:spLocks xmlns:a="http://schemas.openxmlformats.org/drawingml/2006/main" noGrp="1"/>
          </p:cNvSpPr>
          <p:nvPr/>
        </p:nvSpPr>
        <p:spPr>
          <a:xfrm xmlns:a="http://schemas.openxmlformats.org/drawingml/2006/main">
            <a:off x="6572250" y="0"/>
            <a:ext cx="85725" cy="68580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4" name="deck-title">
            <a:extLst xmlns:a="http://schemas.openxmlformats.org/drawingml/2006/main">
              <a:ext uri="{FF2B5EF4-FFF2-40B4-BE49-F238E27FC236}">
                <a16:creationId xmlns:a16="http://schemas.microsoft.com/office/drawing/2014/main" id="{661A31A7-5643-4B7F-85F7-431620A89B5C}"/>
              </a:ext>
            </a:extLst>
          </p:cNvPr>
          <p:cNvSpPr>
            <a:spLocks xmlns:a="http://schemas.openxmlformats.org/drawingml/2006/main" noGrp="1"/>
          </p:cNvSpPr>
          <p:nvPr/>
        </p:nvSpPr>
        <p:spPr>
          <a:xfrm xmlns:a="http://schemas.openxmlformats.org/drawingml/2006/main">
            <a:off x="7143750" y="866775"/>
            <a:ext cx="4381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FFFFFF"/>
                </a:solidFill>
                <a:latin typeface="Helvetica Neue"/>
                <a:ea typeface="Helvetica Neue"/>
                <a:cs typeface="Helvetica Neue"/>
              </a:defRPr>
            </a:defPPr>
            <a:lvl1pPr>
              <a:defRPr sz="4275" b="1">
                <a:solidFill>
                  <a:srgbClr val="FFFFFF"/>
                </a:solidFill>
                <a:latin typeface="Helvetica Neue"/>
                <a:ea typeface="Helvetica Neue"/>
                <a:cs typeface="Helvetica Neue"/>
              </a:defRPr>
            </a:lvl1pPr>
            <a:lvl2pPr>
              <a:defRPr sz="4275" b="1">
                <a:solidFill>
                  <a:srgbClr val="FFFFFF"/>
                </a:solidFill>
                <a:latin typeface="Helvetica Neue"/>
                <a:ea typeface="Helvetica Neue"/>
                <a:cs typeface="Helvetica Neue"/>
              </a:defRPr>
            </a:lvl2pPr>
            <a:lvl3pPr>
              <a:defRPr sz="4275" b="1">
                <a:solidFill>
                  <a:srgbClr val="FFFFFF"/>
                </a:solidFill>
                <a:latin typeface="Helvetica Neue"/>
                <a:ea typeface="Helvetica Neue"/>
                <a:cs typeface="Helvetica Neue"/>
              </a:defRPr>
            </a:lvl3pPr>
            <a:lvl4pPr>
              <a:defRPr sz="4275" b="1">
                <a:solidFill>
                  <a:srgbClr val="FFFFFF"/>
                </a:solidFill>
                <a:latin typeface="Helvetica Neue"/>
                <a:ea typeface="Helvetica Neue"/>
                <a:cs typeface="Helvetica Neue"/>
              </a:defRPr>
            </a:lvl4pPr>
            <a:lvl5pPr>
              <a:defRPr sz="4275" b="1">
                <a:solidFill>
                  <a:srgbClr val="FFFFFF"/>
                </a:solidFill>
                <a:latin typeface="Helvetica Neue"/>
                <a:ea typeface="Helvetica Neue"/>
                <a:cs typeface="Helvetica Neue"/>
              </a:defRPr>
            </a:lvl5pPr>
            <a:lvl6pPr>
              <a:defRPr sz="4275" b="1">
                <a:solidFill>
                  <a:srgbClr val="FFFFFF"/>
                </a:solidFill>
                <a:latin typeface="Helvetica Neue"/>
                <a:ea typeface="Helvetica Neue"/>
                <a:cs typeface="Helvetica Neue"/>
              </a:defRPr>
            </a:lvl6pPr>
            <a:lvl7pPr>
              <a:defRPr sz="4275" b="1">
                <a:solidFill>
                  <a:srgbClr val="FFFFFF"/>
                </a:solidFill>
                <a:latin typeface="Helvetica Neue"/>
                <a:ea typeface="Helvetica Neue"/>
                <a:cs typeface="Helvetica Neue"/>
              </a:defRPr>
            </a:lvl7pPr>
            <a:lvl8pPr>
              <a:defRPr sz="4275" b="1">
                <a:solidFill>
                  <a:srgbClr val="FFFFFF"/>
                </a:solidFill>
                <a:latin typeface="Helvetica Neue"/>
                <a:ea typeface="Helvetica Neue"/>
                <a:cs typeface="Helvetica Neue"/>
              </a:defRPr>
            </a:lvl8pPr>
            <a:lvl9pPr>
              <a:defRPr sz="4275" b="1">
                <a:solidFill>
                  <a:srgbClr val="FFFFFF"/>
                </a:solidFill>
                <a:latin typeface="Helvetica Neue"/>
                <a:ea typeface="Helvetica Neue"/>
                <a:cs typeface="Helvetica Neue"/>
              </a:defRPr>
            </a:lvl9pPr>
          </a:lstStyle>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WHAT THE</a:t>
            </a:r>
          </a:p>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FINGERS HEAR</a:t>
            </a:r>
          </a:p>
        </p:txBody>
      </p:sp>
      <p:sp>
        <p:nvSpPr>
          <p:cNvPr id="5" name="text">
            <a:extLst xmlns:a="http://schemas.openxmlformats.org/drawingml/2006/main">
              <a:ext uri="{FF2B5EF4-FFF2-40B4-BE49-F238E27FC236}">
                <a16:creationId xmlns:a16="http://schemas.microsoft.com/office/drawing/2014/main" id="{2E77F314-12F1-4181-8CCC-24B9DD2AA04D}"/>
              </a:ext>
            </a:extLst>
          </p:cNvPr>
          <p:cNvSpPr>
            <a:spLocks xmlns:a="http://schemas.openxmlformats.org/drawingml/2006/main" noGrp="1"/>
          </p:cNvSpPr>
          <p:nvPr/>
        </p:nvSpPr>
        <p:spPr>
          <a:xfrm xmlns:a="http://schemas.openxmlformats.org/drawingml/2006/main">
            <a:off x="7143750" y="2781300"/>
            <a:ext cx="4333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DF8"/>
                </a:solidFill>
                <a:latin typeface="Helvetica Neue"/>
                <a:ea typeface="Helvetica Neue"/>
                <a:cs typeface="Helvetica Neue"/>
              </a:defRPr>
            </a:defPPr>
            <a:lvl1pPr>
              <a:defRPr sz="2100" b="0">
                <a:solidFill>
                  <a:srgbClr val="FFFDF8"/>
                </a:solidFill>
                <a:latin typeface="Helvetica Neue"/>
                <a:ea typeface="Helvetica Neue"/>
                <a:cs typeface="Helvetica Neue"/>
              </a:defRPr>
            </a:lvl1pPr>
            <a:lvl2pPr>
              <a:defRPr sz="2100" b="0">
                <a:solidFill>
                  <a:srgbClr val="FFFDF8"/>
                </a:solidFill>
                <a:latin typeface="Helvetica Neue"/>
                <a:ea typeface="Helvetica Neue"/>
                <a:cs typeface="Helvetica Neue"/>
              </a:defRPr>
            </a:lvl2pPr>
            <a:lvl3pPr>
              <a:defRPr sz="2100" b="0">
                <a:solidFill>
                  <a:srgbClr val="FFFDF8"/>
                </a:solidFill>
                <a:latin typeface="Helvetica Neue"/>
                <a:ea typeface="Helvetica Neue"/>
                <a:cs typeface="Helvetica Neue"/>
              </a:defRPr>
            </a:lvl3pPr>
            <a:lvl4pPr>
              <a:defRPr sz="2100" b="0">
                <a:solidFill>
                  <a:srgbClr val="FFFDF8"/>
                </a:solidFill>
                <a:latin typeface="Helvetica Neue"/>
                <a:ea typeface="Helvetica Neue"/>
                <a:cs typeface="Helvetica Neue"/>
              </a:defRPr>
            </a:lvl4pPr>
            <a:lvl5pPr>
              <a:defRPr sz="2100" b="0">
                <a:solidFill>
                  <a:srgbClr val="FFFDF8"/>
                </a:solidFill>
                <a:latin typeface="Helvetica Neue"/>
                <a:ea typeface="Helvetica Neue"/>
                <a:cs typeface="Helvetica Neue"/>
              </a:defRPr>
            </a:lvl5pPr>
            <a:lvl6pPr>
              <a:defRPr sz="2100" b="0">
                <a:solidFill>
                  <a:srgbClr val="FFFDF8"/>
                </a:solidFill>
                <a:latin typeface="Helvetica Neue"/>
                <a:ea typeface="Helvetica Neue"/>
                <a:cs typeface="Helvetica Neue"/>
              </a:defRPr>
            </a:lvl6pPr>
            <a:lvl7pPr>
              <a:defRPr sz="2100" b="0">
                <a:solidFill>
                  <a:srgbClr val="FFFDF8"/>
                </a:solidFill>
                <a:latin typeface="Helvetica Neue"/>
                <a:ea typeface="Helvetica Neue"/>
                <a:cs typeface="Helvetica Neue"/>
              </a:defRPr>
            </a:lvl7pPr>
            <a:lvl8pPr>
              <a:defRPr sz="2100" b="0">
                <a:solidFill>
                  <a:srgbClr val="FFFDF8"/>
                </a:solidFill>
                <a:latin typeface="Helvetica Neue"/>
                <a:ea typeface="Helvetica Neue"/>
                <a:cs typeface="Helvetica Neue"/>
              </a:defRPr>
            </a:lvl8pPr>
            <a:lvl9pPr>
              <a:defRPr sz="2100" b="0">
                <a:solidFill>
                  <a:srgbClr val="FFFDF8"/>
                </a:solidFill>
                <a:latin typeface="Helvetica Neue"/>
                <a:ea typeface="Helvetica Neue"/>
                <a:cs typeface="Helvetica Neue"/>
              </a:defRPr>
            </a:lvl9pPr>
          </a:lstStyle>
          <a:p xmlns:a="http://schemas.openxmlformats.org/drawingml/2006/main">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Touch-anchored playback</a:t>
            </a:r>
          </a:p>
          <a:p xmlns:a="http://schemas.openxmlformats.org/drawingml/2006/main">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and voice-selected instruments</a:t>
            </a:r>
          </a:p>
        </p:txBody>
      </p:sp>
      <p:sp>
        <p:nvSpPr>
          <p:cNvPr id="6" name="accent">
            <a:extLst xmlns:a="http://schemas.openxmlformats.org/drawingml/2006/main">
              <a:ext uri="{FF2B5EF4-FFF2-40B4-BE49-F238E27FC236}">
                <a16:creationId xmlns:a16="http://schemas.microsoft.com/office/drawing/2014/main" id="{D6F5758E-6FBF-4C06-9936-988B3A293000}"/>
              </a:ext>
            </a:extLst>
          </p:cNvPr>
          <p:cNvSpPr>
            <a:spLocks xmlns:a="http://schemas.openxmlformats.org/drawingml/2006/main" noGrp="1"/>
          </p:cNvSpPr>
          <p:nvPr/>
        </p:nvSpPr>
        <p:spPr>
          <a:xfrm xmlns:a="http://schemas.openxmlformats.org/drawingml/2006/main">
            <a:off x="7143750" y="4095750"/>
            <a:ext cx="3333750" cy="381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7" name="text">
            <a:extLst xmlns:a="http://schemas.openxmlformats.org/drawingml/2006/main">
              <a:ext uri="{FF2B5EF4-FFF2-40B4-BE49-F238E27FC236}">
                <a16:creationId xmlns:a16="http://schemas.microsoft.com/office/drawing/2014/main" id="{95BE93D9-DE83-4DB2-87EE-23957B1A7C4B}"/>
              </a:ext>
            </a:extLst>
          </p:cNvPr>
          <p:cNvSpPr>
            <a:spLocks xmlns:a="http://schemas.openxmlformats.org/drawingml/2006/main" noGrp="1"/>
          </p:cNvSpPr>
          <p:nvPr/>
        </p:nvSpPr>
        <p:spPr>
          <a:xfrm xmlns:a="http://schemas.openxmlformats.org/drawingml/2006/main">
            <a:off x="7143750" y="4410075"/>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D8D1C5"/>
                </a:solidFill>
                <a:latin typeface="Helvetica Neue"/>
                <a:ea typeface="Helvetica Neue"/>
                <a:cs typeface="Helvetica Neue"/>
              </a:defRPr>
            </a:defPPr>
            <a:lvl1pPr>
              <a:defRPr sz="1650" b="0">
                <a:solidFill>
                  <a:srgbClr val="D8D1C5"/>
                </a:solidFill>
                <a:latin typeface="Helvetica Neue"/>
                <a:ea typeface="Helvetica Neue"/>
                <a:cs typeface="Helvetica Neue"/>
              </a:defRPr>
            </a:lvl1pPr>
            <a:lvl2pPr>
              <a:defRPr sz="1650" b="0">
                <a:solidFill>
                  <a:srgbClr val="D8D1C5"/>
                </a:solidFill>
                <a:latin typeface="Helvetica Neue"/>
                <a:ea typeface="Helvetica Neue"/>
                <a:cs typeface="Helvetica Neue"/>
              </a:defRPr>
            </a:lvl2pPr>
            <a:lvl3pPr>
              <a:defRPr sz="1650" b="0">
                <a:solidFill>
                  <a:srgbClr val="D8D1C5"/>
                </a:solidFill>
                <a:latin typeface="Helvetica Neue"/>
                <a:ea typeface="Helvetica Neue"/>
                <a:cs typeface="Helvetica Neue"/>
              </a:defRPr>
            </a:lvl3pPr>
            <a:lvl4pPr>
              <a:defRPr sz="1650" b="0">
                <a:solidFill>
                  <a:srgbClr val="D8D1C5"/>
                </a:solidFill>
                <a:latin typeface="Helvetica Neue"/>
                <a:ea typeface="Helvetica Neue"/>
                <a:cs typeface="Helvetica Neue"/>
              </a:defRPr>
            </a:lvl4pPr>
            <a:lvl5pPr>
              <a:defRPr sz="1650" b="0">
                <a:solidFill>
                  <a:srgbClr val="D8D1C5"/>
                </a:solidFill>
                <a:latin typeface="Helvetica Neue"/>
                <a:ea typeface="Helvetica Neue"/>
                <a:cs typeface="Helvetica Neue"/>
              </a:defRPr>
            </a:lvl5pPr>
            <a:lvl6pPr>
              <a:defRPr sz="1650" b="0">
                <a:solidFill>
                  <a:srgbClr val="D8D1C5"/>
                </a:solidFill>
                <a:latin typeface="Helvetica Neue"/>
                <a:ea typeface="Helvetica Neue"/>
                <a:cs typeface="Helvetica Neue"/>
              </a:defRPr>
            </a:lvl6pPr>
            <a:lvl7pPr>
              <a:defRPr sz="1650" b="0">
                <a:solidFill>
                  <a:srgbClr val="D8D1C5"/>
                </a:solidFill>
                <a:latin typeface="Helvetica Neue"/>
                <a:ea typeface="Helvetica Neue"/>
                <a:cs typeface="Helvetica Neue"/>
              </a:defRPr>
            </a:lvl7pPr>
            <a:lvl8pPr>
              <a:defRPr sz="1650" b="0">
                <a:solidFill>
                  <a:srgbClr val="D8D1C5"/>
                </a:solidFill>
                <a:latin typeface="Helvetica Neue"/>
                <a:ea typeface="Helvetica Neue"/>
                <a:cs typeface="Helvetica Neue"/>
              </a:defRPr>
            </a:lvl8pPr>
            <a:lvl9pPr>
              <a:defRPr sz="1650" b="0">
                <a:solidFill>
                  <a:srgbClr val="D8D1C5"/>
                </a:solidFill>
                <a:latin typeface="Helvetica Neue"/>
                <a:ea typeface="Helvetica Neue"/>
                <a:cs typeface="Helvetica Neue"/>
              </a:defRPr>
            </a:lvl9pPr>
          </a:lstStyle>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Jinlan Zhao</a:t>
            </a:r>
          </a:p>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Electronic Production and Design</a:t>
            </a:r>
          </a:p>
          <a:p xmlns:a="http://schemas.openxmlformats.org/drawingml/2006/main">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Berklee College of Music</a:t>
            </a:r>
          </a:p>
        </p:txBody>
      </p:sp>
      <p:sp>
        <p:nvSpPr>
          <p:cNvPr id="8" name="text">
            <a:extLst xmlns:a="http://schemas.openxmlformats.org/drawingml/2006/main">
              <a:ext uri="{FF2B5EF4-FFF2-40B4-BE49-F238E27FC236}">
                <a16:creationId xmlns:a16="http://schemas.microsoft.com/office/drawing/2014/main" id="{EFD044B2-8B98-4A41-8DD0-3EFC7319FDA8}"/>
              </a:ext>
            </a:extLst>
          </p:cNvPr>
          <p:cNvSpPr>
            <a:spLocks xmlns:a="http://schemas.openxmlformats.org/drawingml/2006/main" noGrp="1"/>
          </p:cNvSpPr>
          <p:nvPr/>
        </p:nvSpPr>
        <p:spPr>
          <a:xfrm xmlns:a="http://schemas.openxmlformats.org/drawingml/2006/main">
            <a:off x="7143750" y="58864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CFEA79"/>
                </a:solidFill>
                <a:latin typeface="Helvetica Neue"/>
                <a:ea typeface="Helvetica Neue"/>
                <a:cs typeface="Helvetica Neue"/>
              </a:defRPr>
            </a:defPPr>
            <a:lvl1pPr>
              <a:defRPr sz="1350" b="1">
                <a:solidFill>
                  <a:srgbClr val="CFEA79"/>
                </a:solidFill>
                <a:latin typeface="Helvetica Neue"/>
                <a:ea typeface="Helvetica Neue"/>
                <a:cs typeface="Helvetica Neue"/>
              </a:defRPr>
            </a:lvl1pPr>
            <a:lvl2pPr>
              <a:defRPr sz="1350" b="1">
                <a:solidFill>
                  <a:srgbClr val="CFEA79"/>
                </a:solidFill>
                <a:latin typeface="Helvetica Neue"/>
                <a:ea typeface="Helvetica Neue"/>
                <a:cs typeface="Helvetica Neue"/>
              </a:defRPr>
            </a:lvl2pPr>
            <a:lvl3pPr>
              <a:defRPr sz="1350" b="1">
                <a:solidFill>
                  <a:srgbClr val="CFEA79"/>
                </a:solidFill>
                <a:latin typeface="Helvetica Neue"/>
                <a:ea typeface="Helvetica Neue"/>
                <a:cs typeface="Helvetica Neue"/>
              </a:defRPr>
            </a:lvl3pPr>
            <a:lvl4pPr>
              <a:defRPr sz="1350" b="1">
                <a:solidFill>
                  <a:srgbClr val="CFEA79"/>
                </a:solidFill>
                <a:latin typeface="Helvetica Neue"/>
                <a:ea typeface="Helvetica Neue"/>
                <a:cs typeface="Helvetica Neue"/>
              </a:defRPr>
            </a:lvl4pPr>
            <a:lvl5pPr>
              <a:defRPr sz="1350" b="1">
                <a:solidFill>
                  <a:srgbClr val="CFEA79"/>
                </a:solidFill>
                <a:latin typeface="Helvetica Neue"/>
                <a:ea typeface="Helvetica Neue"/>
                <a:cs typeface="Helvetica Neue"/>
              </a:defRPr>
            </a:lvl5pPr>
            <a:lvl6pPr>
              <a:defRPr sz="1350" b="1">
                <a:solidFill>
                  <a:srgbClr val="CFEA79"/>
                </a:solidFill>
                <a:latin typeface="Helvetica Neue"/>
                <a:ea typeface="Helvetica Neue"/>
                <a:cs typeface="Helvetica Neue"/>
              </a:defRPr>
            </a:lvl6pPr>
            <a:lvl7pPr>
              <a:defRPr sz="1350" b="1">
                <a:solidFill>
                  <a:srgbClr val="CFEA79"/>
                </a:solidFill>
                <a:latin typeface="Helvetica Neue"/>
                <a:ea typeface="Helvetica Neue"/>
                <a:cs typeface="Helvetica Neue"/>
              </a:defRPr>
            </a:lvl7pPr>
            <a:lvl8pPr>
              <a:defRPr sz="1350" b="1">
                <a:solidFill>
                  <a:srgbClr val="CFEA79"/>
                </a:solidFill>
                <a:latin typeface="Helvetica Neue"/>
                <a:ea typeface="Helvetica Neue"/>
                <a:cs typeface="Helvetica Neue"/>
              </a:defRPr>
            </a:lvl8pPr>
            <a:lvl9pPr>
              <a:defRPr sz="1350" b="1">
                <a:solidFill>
                  <a:srgbClr val="CFEA79"/>
                </a:solidFill>
                <a:latin typeface="Helvetica Neue"/>
                <a:ea typeface="Helvetica Neue"/>
                <a:cs typeface="Helvetica Neue"/>
              </a:defRPr>
            </a:lvl9pPr>
          </a:lstStyle>
          <a:p xmlns:a="http://schemas.openxmlformats.org/drawingml/2006/main">
            <a:pPr>
              <a:defRPr sz="1350" b="1">
                <a:solidFill>
                  <a:srgbClr val="CFEA79"/>
                </a:solidFill>
                <a:latin typeface="Helvetica Neue"/>
                <a:ea typeface="Helvetica Neue"/>
                <a:cs typeface="Helvetica Neue"/>
              </a:defRPr>
            </a:pPr>
            <a:r>
              <a:rPr sz="1350" b="1">
                <a:solidFill>
                  <a:srgbClr val="CFEA79"/>
                </a:solidFill>
                <a:latin typeface="Helvetica Neue"/>
                <a:ea typeface="Helvetica Neue"/>
                <a:cs typeface="Helvetica Neue"/>
              </a:rPr>
              <a:t>PROGRESS REPORT 2</a:t>
            </a:r>
          </a:p>
        </p:txBody>
      </p:sp>
      <p:sp>
        <p:nvSpPr>
          <p:cNvPr id="9" name="text">
            <a:extLst xmlns:a="http://schemas.openxmlformats.org/drawingml/2006/main">
              <a:ext uri="{FF2B5EF4-FFF2-40B4-BE49-F238E27FC236}">
                <a16:creationId xmlns:a16="http://schemas.microsoft.com/office/drawing/2014/main" id="{DB111BD9-ACDF-41C7-BC0A-10609D9032C5}"/>
              </a:ext>
            </a:extLst>
          </p:cNvPr>
          <p:cNvSpPr>
            <a:spLocks xmlns:a="http://schemas.openxmlformats.org/drawingml/2006/main" noGrp="1"/>
          </p:cNvSpPr>
          <p:nvPr/>
        </p:nvSpPr>
        <p:spPr>
          <a:xfrm xmlns:a="http://schemas.openxmlformats.org/drawingml/2006/main">
            <a:off x="7143750" y="621982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D8D1C5"/>
                </a:solidFill>
                <a:latin typeface="Helvetica Neue"/>
                <a:ea typeface="Helvetica Neue"/>
                <a:cs typeface="Helvetica Neue"/>
              </a:defRPr>
            </a:defPPr>
            <a:lvl1pPr>
              <a:defRPr sz="1275" b="0">
                <a:solidFill>
                  <a:srgbClr val="D8D1C5"/>
                </a:solidFill>
                <a:latin typeface="Helvetica Neue"/>
                <a:ea typeface="Helvetica Neue"/>
                <a:cs typeface="Helvetica Neue"/>
              </a:defRPr>
            </a:lvl1pPr>
            <a:lvl2pPr>
              <a:defRPr sz="1275" b="0">
                <a:solidFill>
                  <a:srgbClr val="D8D1C5"/>
                </a:solidFill>
                <a:latin typeface="Helvetica Neue"/>
                <a:ea typeface="Helvetica Neue"/>
                <a:cs typeface="Helvetica Neue"/>
              </a:defRPr>
            </a:lvl2pPr>
            <a:lvl3pPr>
              <a:defRPr sz="1275" b="0">
                <a:solidFill>
                  <a:srgbClr val="D8D1C5"/>
                </a:solidFill>
                <a:latin typeface="Helvetica Neue"/>
                <a:ea typeface="Helvetica Neue"/>
                <a:cs typeface="Helvetica Neue"/>
              </a:defRPr>
            </a:lvl3pPr>
            <a:lvl4pPr>
              <a:defRPr sz="1275" b="0">
                <a:solidFill>
                  <a:srgbClr val="D8D1C5"/>
                </a:solidFill>
                <a:latin typeface="Helvetica Neue"/>
                <a:ea typeface="Helvetica Neue"/>
                <a:cs typeface="Helvetica Neue"/>
              </a:defRPr>
            </a:lvl4pPr>
            <a:lvl5pPr>
              <a:defRPr sz="1275" b="0">
                <a:solidFill>
                  <a:srgbClr val="D8D1C5"/>
                </a:solidFill>
                <a:latin typeface="Helvetica Neue"/>
                <a:ea typeface="Helvetica Neue"/>
                <a:cs typeface="Helvetica Neue"/>
              </a:defRPr>
            </a:lvl5pPr>
            <a:lvl6pPr>
              <a:defRPr sz="1275" b="0">
                <a:solidFill>
                  <a:srgbClr val="D8D1C5"/>
                </a:solidFill>
                <a:latin typeface="Helvetica Neue"/>
                <a:ea typeface="Helvetica Neue"/>
                <a:cs typeface="Helvetica Neue"/>
              </a:defRPr>
            </a:lvl6pPr>
            <a:lvl7pPr>
              <a:defRPr sz="1275" b="0">
                <a:solidFill>
                  <a:srgbClr val="D8D1C5"/>
                </a:solidFill>
                <a:latin typeface="Helvetica Neue"/>
                <a:ea typeface="Helvetica Neue"/>
                <a:cs typeface="Helvetica Neue"/>
              </a:defRPr>
            </a:lvl7pPr>
            <a:lvl8pPr>
              <a:defRPr sz="1275" b="0">
                <a:solidFill>
                  <a:srgbClr val="D8D1C5"/>
                </a:solidFill>
                <a:latin typeface="Helvetica Neue"/>
                <a:ea typeface="Helvetica Neue"/>
                <a:cs typeface="Helvetica Neue"/>
              </a:defRPr>
            </a:lvl8pPr>
            <a:lvl9pPr>
              <a:defRPr sz="1275" b="0">
                <a:solidFill>
                  <a:srgbClr val="D8D1C5"/>
                </a:solidFill>
                <a:latin typeface="Helvetica Neue"/>
                <a:ea typeface="Helvetica Neue"/>
                <a:cs typeface="Helvetica Neue"/>
              </a:defRPr>
            </a:lvl9pPr>
          </a:lstStyle>
          <a:p xmlns:a="http://schemas.openxmlformats.org/drawingml/2006/main">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MTEC-498 Peer Review</a:t>
            </a:r>
          </a:p>
          <a:p xmlns:a="http://schemas.openxmlformats.org/drawingml/2006/main">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October 2026</a:t>
            </a:r>
          </a:p>
        </p:txBody>
      </p:sp>
    </p:spTree>
    <p:extLst>
      <p:ext uri="{BB962C8B-B14F-4D97-AF65-F5344CB8AC3E}">
        <p14:creationId xmlns:p14="http://schemas.microsoft.com/office/powerpoint/2010/main" val="1919888438"/>
      </p:ext>
    </p:extLst>
  </p:cSld>
  <p:extLst>
    <p:ext uri="{6950BFC3-D8DA-4A85-94F7-54DA5524770B}">
      <p188:commentRel xmlns:r="http://schemas.openxmlformats.org/officeDocument/2006/relationships" xmlns:p188="http://schemas.microsoft.com/office/powerpoint/2018/8/main" r:id="R748bbac7faa44c63"/>
    </p:ext>
  </p:extLst>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1C9073E-0A55-4E2C-9AB5-6EA7A94EB2E9}"/>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Since the last report</a:t>
            </a:r>
          </a:p>
        </p:txBody>
      </p:sp>
      <p:sp>
        <p:nvSpPr>
          <p:cNvPr id="2" name="accent">
            <a:extLst xmlns:a="http://schemas.openxmlformats.org/drawingml/2006/main">
              <a:ext uri="{FF2B5EF4-FFF2-40B4-BE49-F238E27FC236}">
                <a16:creationId xmlns:a16="http://schemas.microsoft.com/office/drawing/2014/main" id="{DD600A24-8705-49A1-BDEA-E706F894B300}"/>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90495F72-96F2-4B88-8072-2CA53D68DBCA}"/>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79C4F520-B8CD-4CE6-95CD-95718F5DE139}"/>
              </a:ext>
            </a:extLst>
          </p:cNvPr>
          <p:cNvGraphicFramePr/>
          <p:nvPr/>
        </p:nvGraphicFramePr>
        <p:xfrm>
          <a:off xmlns:a="http://schemas.openxmlformats.org/drawingml/2006/main" x="685800" y="1714500"/>
          <a:ext xmlns:a="http://schemas.openxmlformats.org/drawingml/2006/main" cx="10820400" cy="3429000"/>
        </p:xfrm>
        <a:graphic xmlns:a="http://schemas.openxmlformats.org/drawingml/2006/main">
          <a:graphicData uri="http://schemas.openxmlformats.org/drawingml/2006/table">
            <a:tbl>
              <a:tblPr firstRow="0" bandRow="0"/>
              <a:tblGrid>
                <a:gridCol w="2838450"/>
                <a:gridCol w="3333750"/>
                <a:gridCol w="4648200"/>
              </a:tblGrid>
              <a:tr h="685800">
                <a:tc>
                  <a:txBody>
                    <a:bodyPr/>
                    <a:lstStyle/>
                    <a:p>
                      <a:r>
                        <a:rPr sz="1575" b="1">
                          <a:solidFill>
                            <a:srgbClr val="FFFFFF"/>
                          </a:solidFill>
                          <a:latin typeface="Helvetica Neue"/>
                          <a:ea typeface="Helvetica Neue"/>
                          <a:cs typeface="Helvetica Neue"/>
                        </a:rPr>
                        <a:t>Area</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Previous report</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prototype</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685800">
                <a:tc>
                  <a:txBody>
                    <a:bodyPr/>
                    <a:lstStyle/>
                    <a:p>
                      <a:r>
                        <a:rPr sz="1875" b="1">
                          <a:solidFill>
                            <a:srgbClr val="171A1D"/>
                          </a:solidFill>
                          <a:latin typeface="Helvetica Neue"/>
                          <a:ea typeface="Helvetica Neue"/>
                          <a:cs typeface="Helvetica Neue"/>
                        </a:rPr>
                        <a:t>Voice-selected instruments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Planned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Connected to Max playback</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Physical controls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Proposed after demo</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RECORD, PLAY and STOP</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Spoken feedback</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Needed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Clarification and some errors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685800">
                <a:tc>
                  <a:txBody>
                    <a:bodyPr/>
                    <a:lstStyle/>
                    <a:p>
                      <a:r>
                        <a:rPr sz="1875" b="1">
                          <a:solidFill>
                            <a:srgbClr val="171A1D"/>
                          </a:solidFill>
                          <a:latin typeface="Helvetica Neue"/>
                          <a:ea typeface="Helvetica Neue"/>
                          <a:cs typeface="Helvetica Neue"/>
                        </a:rPr>
                        <a:t>Reader evaluation</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Not yet validated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Research protocol drafted</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5" name="text">
            <a:extLst xmlns:a="http://schemas.openxmlformats.org/drawingml/2006/main">
              <a:ext uri="{FF2B5EF4-FFF2-40B4-BE49-F238E27FC236}">
                <a16:creationId xmlns:a16="http://schemas.microsoft.com/office/drawing/2014/main" id="{8EABDB3F-6686-41EC-8FB3-42A5BCC531A3}"/>
              </a:ext>
            </a:extLst>
          </p:cNvPr>
          <p:cNvSpPr>
            <a:spLocks xmlns:a="http://schemas.openxmlformats.org/drawingml/2006/main" noGrp="1"/>
          </p:cNvSpPr>
          <p:nvPr/>
        </p:nvSpPr>
        <p:spPr>
          <a:xfrm xmlns:a="http://schemas.openxmlformats.org/drawingml/2006/main">
            <a:off x="714375" y="5572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C776F"/>
                </a:solidFill>
                <a:latin typeface="Helvetica Neue"/>
                <a:ea typeface="Helvetica Neue"/>
                <a:cs typeface="Helvetica Neue"/>
              </a:defRPr>
            </a:defPPr>
            <a:lvl1pPr>
              <a:defRPr sz="1875" b="0">
                <a:solidFill>
                  <a:srgbClr val="7C776F"/>
                </a:solidFill>
                <a:latin typeface="Helvetica Neue"/>
                <a:ea typeface="Helvetica Neue"/>
                <a:cs typeface="Helvetica Neue"/>
              </a:defRPr>
            </a:lvl1pPr>
            <a:lvl2pPr>
              <a:defRPr sz="1875" b="0">
                <a:solidFill>
                  <a:srgbClr val="7C776F"/>
                </a:solidFill>
                <a:latin typeface="Helvetica Neue"/>
                <a:ea typeface="Helvetica Neue"/>
                <a:cs typeface="Helvetica Neue"/>
              </a:defRPr>
            </a:lvl2pPr>
            <a:lvl3pPr>
              <a:defRPr sz="1875" b="0">
                <a:solidFill>
                  <a:srgbClr val="7C776F"/>
                </a:solidFill>
                <a:latin typeface="Helvetica Neue"/>
                <a:ea typeface="Helvetica Neue"/>
                <a:cs typeface="Helvetica Neue"/>
              </a:defRPr>
            </a:lvl3pPr>
            <a:lvl4pPr>
              <a:defRPr sz="1875" b="0">
                <a:solidFill>
                  <a:srgbClr val="7C776F"/>
                </a:solidFill>
                <a:latin typeface="Helvetica Neue"/>
                <a:ea typeface="Helvetica Neue"/>
                <a:cs typeface="Helvetica Neue"/>
              </a:defRPr>
            </a:lvl4pPr>
            <a:lvl5pPr>
              <a:defRPr sz="1875" b="0">
                <a:solidFill>
                  <a:srgbClr val="7C776F"/>
                </a:solidFill>
                <a:latin typeface="Helvetica Neue"/>
                <a:ea typeface="Helvetica Neue"/>
                <a:cs typeface="Helvetica Neue"/>
              </a:defRPr>
            </a:lvl5pPr>
            <a:lvl6pPr>
              <a:defRPr sz="1875" b="0">
                <a:solidFill>
                  <a:srgbClr val="7C776F"/>
                </a:solidFill>
                <a:latin typeface="Helvetica Neue"/>
                <a:ea typeface="Helvetica Neue"/>
                <a:cs typeface="Helvetica Neue"/>
              </a:defRPr>
            </a:lvl6pPr>
            <a:lvl7pPr>
              <a:defRPr sz="1875" b="0">
                <a:solidFill>
                  <a:srgbClr val="7C776F"/>
                </a:solidFill>
                <a:latin typeface="Helvetica Neue"/>
                <a:ea typeface="Helvetica Neue"/>
                <a:cs typeface="Helvetica Neue"/>
              </a:defRPr>
            </a:lvl7pPr>
            <a:lvl8pPr>
              <a:defRPr sz="1875" b="0">
                <a:solidFill>
                  <a:srgbClr val="7C776F"/>
                </a:solidFill>
                <a:latin typeface="Helvetica Neue"/>
                <a:ea typeface="Helvetica Neue"/>
                <a:cs typeface="Helvetica Neue"/>
              </a:defRPr>
            </a:lvl8pPr>
            <a:lvl9pPr>
              <a:defRPr sz="1875" b="0">
                <a:solidFill>
                  <a:srgbClr val="7C776F"/>
                </a:solidFill>
                <a:latin typeface="Helvetica Neue"/>
                <a:ea typeface="Helvetica Neue"/>
                <a:cs typeface="Helvetica Neue"/>
              </a:defRPr>
            </a:lvl9pPr>
          </a:lstStyle>
          <a:p xmlns:a="http://schemas.openxmlformats.org/drawingml/2006/main">
            <a:pPr>
              <a:defRPr sz="1875" b="0">
                <a:solidFill>
                  <a:srgbClr val="7C776F"/>
                </a:solidFill>
                <a:latin typeface="Helvetica Neue"/>
                <a:ea typeface="Helvetica Neue"/>
                <a:cs typeface="Helvetica Neue"/>
              </a:defRPr>
            </a:pPr>
            <a:r>
              <a:rPr sz="1875" b="0">
                <a:solidFill>
                  <a:srgbClr val="7C776F"/>
                </a:solidFill>
                <a:latin typeface="Helvetica Neue"/>
                <a:ea typeface="Helvetica Neue"/>
                <a:cs typeface="Helvetica Neue"/>
              </a:rPr>
              <a:t>The score, page map, camera tracking and Max playback remain the starting point.</a:t>
            </a:r>
          </a:p>
        </p:txBody>
      </p:sp>
    </p:spTree>
    <p:extLst>
      <p:ext uri="{BB962C8B-B14F-4D97-AF65-F5344CB8AC3E}">
        <p14:creationId xmlns:p14="http://schemas.microsoft.com/office/powerpoint/2010/main" val="1972717628"/>
      </p:ext>
    </p:extLst>
  </p:cSld>
  <p:extLst>
    <p:ext uri="{6950BFC3-D8DA-4A85-94F7-54DA5524770B}">
      <p188:commentRel xmlns:r="http://schemas.openxmlformats.org/officeDocument/2006/relationships" xmlns:p188="http://schemas.microsoft.com/office/powerpoint/2018/8/main" r:id="R9afc5460e94b49e8"/>
    </p:ext>
  </p:extLst>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38FFCF22-531B-44DB-A5AF-FCBA1D707040}"/>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Physical controls</a:t>
            </a:r>
          </a:p>
        </p:txBody>
      </p:sp>
      <p:sp>
        <p:nvSpPr>
          <p:cNvPr id="2" name="accent">
            <a:extLst xmlns:a="http://schemas.openxmlformats.org/drawingml/2006/main">
              <a:ext uri="{FF2B5EF4-FFF2-40B4-BE49-F238E27FC236}">
                <a16:creationId xmlns:a16="http://schemas.microsoft.com/office/drawing/2014/main" id="{A5F63DEE-8C63-4059-87D3-D0AF8E246880}"/>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1DEF72A0-8C7D-42AA-83BE-FC33FE6DBF22}"/>
              </a:ext>
            </a:extLst>
          </p:cNvPr>
          <p:cNvPicPr>
            <a:picLocks xmlns:a="http://schemas.openxmlformats.org/drawingml/2006/main" noChangeAspect="1"/>
          </p:cNvPicPr>
          <p:nvPr/>
        </p:nvPicPr>
        <p:blipFill>
          <a:blip xmlns:r="http://schemas.openxmlformats.org/officeDocument/2006/relationships" xmlns:a="http://schemas.openxmlformats.org/drawingml/2006/main" r:embed="R445c4a40779b4ff2"/>
          <a:srcRect xmlns:a="http://schemas.openxmlformats.org/drawingml/2006/main" l="0" t="3977" r="0" b="3977"/>
          <a:stretch xmlns:a="http://schemas.openxmlformats.org/drawingml/2006/main">
            <a:fillRect l="0" t="0" r="0" b="0"/>
          </a:stretch>
        </p:blipFill>
        <p:spPr>
          <a:xfrm xmlns:a="http://schemas.openxmlformats.org/drawingml/2006/main">
            <a:off x="8001000" y="0"/>
            <a:ext cx="4191000" cy="6858000"/>
          </a:xfrm>
          <a:prstGeom xmlns:a="http://schemas.openxmlformats.org/drawingml/2006/main" prst="rect">
            <a:avLst/>
          </a:prstGeom>
        </p:spPr>
      </p:pic>
      <p:sp>
        <p:nvSpPr>
          <p:cNvPr id="4" name="accent">
            <a:extLst xmlns:a="http://schemas.openxmlformats.org/drawingml/2006/main">
              <a:ext uri="{FF2B5EF4-FFF2-40B4-BE49-F238E27FC236}">
                <a16:creationId xmlns:a16="http://schemas.microsoft.com/office/drawing/2014/main" id="{21DA1B66-51A9-4CDF-99E1-708C2091406F}"/>
              </a:ext>
            </a:extLst>
          </p:cNvPr>
          <p:cNvSpPr>
            <a:spLocks xmlns:a="http://schemas.openxmlformats.org/drawingml/2006/main" noGrp="1"/>
          </p:cNvSpPr>
          <p:nvPr/>
        </p:nvSpPr>
        <p:spPr>
          <a:xfrm xmlns:a="http://schemas.openxmlformats.org/drawingml/2006/main">
            <a:off x="7905750" y="0"/>
            <a:ext cx="76200" cy="68580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5" name="photo-page-number">
            <a:extLst xmlns:a="http://schemas.openxmlformats.org/drawingml/2006/main">
              <a:ext uri="{FF2B5EF4-FFF2-40B4-BE49-F238E27FC236}">
                <a16:creationId xmlns:a16="http://schemas.microsoft.com/office/drawing/2014/main" id="{B85DEDEB-8015-4000-BC1D-B2D519F2442B}"/>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171A1D"/>
                </a:solidFill>
                <a:latin typeface="Helvetica Neue"/>
                <a:ea typeface="Helvetica Neue"/>
                <a:cs typeface="Helvetica Neue"/>
              </a:defRPr>
            </a:defPPr>
            <a:lvl1pPr>
              <a:defRPr sz="1275" b="1">
                <a:solidFill>
                  <a:srgbClr val="171A1D"/>
                </a:solidFill>
                <a:latin typeface="Helvetica Neue"/>
                <a:ea typeface="Helvetica Neue"/>
                <a:cs typeface="Helvetica Neue"/>
              </a:defRPr>
            </a:lvl1pPr>
            <a:lvl2pPr>
              <a:defRPr sz="1275" b="1">
                <a:solidFill>
                  <a:srgbClr val="171A1D"/>
                </a:solidFill>
                <a:latin typeface="Helvetica Neue"/>
                <a:ea typeface="Helvetica Neue"/>
                <a:cs typeface="Helvetica Neue"/>
              </a:defRPr>
            </a:lvl2pPr>
            <a:lvl3pPr>
              <a:defRPr sz="1275" b="1">
                <a:solidFill>
                  <a:srgbClr val="171A1D"/>
                </a:solidFill>
                <a:latin typeface="Helvetica Neue"/>
                <a:ea typeface="Helvetica Neue"/>
                <a:cs typeface="Helvetica Neue"/>
              </a:defRPr>
            </a:lvl3pPr>
            <a:lvl4pPr>
              <a:defRPr sz="1275" b="1">
                <a:solidFill>
                  <a:srgbClr val="171A1D"/>
                </a:solidFill>
                <a:latin typeface="Helvetica Neue"/>
                <a:ea typeface="Helvetica Neue"/>
                <a:cs typeface="Helvetica Neue"/>
              </a:defRPr>
            </a:lvl4pPr>
            <a:lvl5pPr>
              <a:defRPr sz="1275" b="1">
                <a:solidFill>
                  <a:srgbClr val="171A1D"/>
                </a:solidFill>
                <a:latin typeface="Helvetica Neue"/>
                <a:ea typeface="Helvetica Neue"/>
                <a:cs typeface="Helvetica Neue"/>
              </a:defRPr>
            </a:lvl5pPr>
            <a:lvl6pPr>
              <a:defRPr sz="1275" b="1">
                <a:solidFill>
                  <a:srgbClr val="171A1D"/>
                </a:solidFill>
                <a:latin typeface="Helvetica Neue"/>
                <a:ea typeface="Helvetica Neue"/>
                <a:cs typeface="Helvetica Neue"/>
              </a:defRPr>
            </a:lvl6pPr>
            <a:lvl7pPr>
              <a:defRPr sz="1275" b="1">
                <a:solidFill>
                  <a:srgbClr val="171A1D"/>
                </a:solidFill>
                <a:latin typeface="Helvetica Neue"/>
                <a:ea typeface="Helvetica Neue"/>
                <a:cs typeface="Helvetica Neue"/>
              </a:defRPr>
            </a:lvl7pPr>
            <a:lvl8pPr>
              <a:defRPr sz="1275" b="1">
                <a:solidFill>
                  <a:srgbClr val="171A1D"/>
                </a:solidFill>
                <a:latin typeface="Helvetica Neue"/>
                <a:ea typeface="Helvetica Neue"/>
                <a:cs typeface="Helvetica Neue"/>
              </a:defRPr>
            </a:lvl8pPr>
            <a:lvl9pPr>
              <a:defRPr sz="1275" b="1">
                <a:solidFill>
                  <a:srgbClr val="171A1D"/>
                </a:solidFill>
                <a:latin typeface="Helvetica Neue"/>
                <a:ea typeface="Helvetica Neue"/>
                <a:cs typeface="Helvetica Neue"/>
              </a:defRPr>
            </a:lvl9pPr>
          </a:lstStyle>
          <a:p xmlns:a="http://schemas.openxmlformats.org/drawingml/2006/main">
            <a:pPr>
              <a:defRPr sz="1275" b="1">
                <a:solidFill>
                  <a:srgbClr val="171A1D"/>
                </a:solidFill>
                <a:latin typeface="Helvetica Neue"/>
                <a:ea typeface="Helvetica Neue"/>
                <a:cs typeface="Helvetica Neue"/>
              </a:defRPr>
            </a:pPr>
            <a:r>
              <a:rPr sz="1275" b="1">
                <a:solidFill>
                  <a:srgbClr val="171A1D"/>
                </a:solidFill>
                <a:latin typeface="Helvetica Neue"/>
                <a:ea typeface="Helvetica Neue"/>
                <a:cs typeface="Helvetica Neue"/>
              </a:rPr>
              <a:t>03</a:t>
            </a:r>
          </a:p>
        </p:txBody>
      </p:sp>
      <p:sp>
        <p:nvSpPr>
          <p:cNvPr id="6" name="text">
            <a:extLst xmlns:a="http://schemas.openxmlformats.org/drawingml/2006/main">
              <a:ext uri="{FF2B5EF4-FFF2-40B4-BE49-F238E27FC236}">
                <a16:creationId xmlns:a16="http://schemas.microsoft.com/office/drawing/2014/main" id="{8C392159-B1D7-44B6-A4E0-4BD541ED3EA1}"/>
              </a:ext>
            </a:extLst>
          </p:cNvPr>
          <p:cNvSpPr>
            <a:spLocks xmlns:a="http://schemas.openxmlformats.org/drawingml/2006/main" noGrp="1"/>
          </p:cNvSpPr>
          <p:nvPr/>
        </p:nvSpPr>
        <p:spPr>
          <a:xfrm xmlns:a="http://schemas.openxmlformats.org/drawingml/2006/main">
            <a:off x="704850" y="179070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RECORD</a:t>
            </a:r>
          </a:p>
        </p:txBody>
      </p:sp>
      <p:sp>
        <p:nvSpPr>
          <p:cNvPr id="7" name="text">
            <a:extLst xmlns:a="http://schemas.openxmlformats.org/drawingml/2006/main">
              <a:ext uri="{FF2B5EF4-FFF2-40B4-BE49-F238E27FC236}">
                <a16:creationId xmlns:a16="http://schemas.microsoft.com/office/drawing/2014/main" id="{3A17A1BA-EAEF-4E9B-AA9A-66EDA15862D0}"/>
              </a:ext>
            </a:extLst>
          </p:cNvPr>
          <p:cNvSpPr>
            <a:spLocks xmlns:a="http://schemas.openxmlformats.org/drawingml/2006/main" noGrp="1"/>
          </p:cNvSpPr>
          <p:nvPr/>
        </p:nvSpPr>
        <p:spPr>
          <a:xfrm xmlns:a="http://schemas.openxmlformats.org/drawingml/2006/main">
            <a:off x="2571750" y="180022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Hold to speak</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Release to submit</a:t>
            </a:r>
          </a:p>
        </p:txBody>
      </p:sp>
      <p:sp>
        <p:nvSpPr>
          <p:cNvPr id="8" name="accent">
            <a:extLst xmlns:a="http://schemas.openxmlformats.org/drawingml/2006/main">
              <a:ext uri="{FF2B5EF4-FFF2-40B4-BE49-F238E27FC236}">
                <a16:creationId xmlns:a16="http://schemas.microsoft.com/office/drawing/2014/main" id="{C19F7FC1-3BAD-43F2-B8C5-B9E2919ADCA9}"/>
              </a:ext>
            </a:extLst>
          </p:cNvPr>
          <p:cNvSpPr>
            <a:spLocks xmlns:a="http://schemas.openxmlformats.org/drawingml/2006/main" noGrp="1"/>
          </p:cNvSpPr>
          <p:nvPr/>
        </p:nvSpPr>
        <p:spPr>
          <a:xfrm xmlns:a="http://schemas.openxmlformats.org/drawingml/2006/main">
            <a:off x="704850" y="2914650"/>
            <a:ext cx="66675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77F0F69-774D-471F-965A-774CDE270247}"/>
              </a:ext>
            </a:extLst>
          </p:cNvPr>
          <p:cNvSpPr>
            <a:spLocks xmlns:a="http://schemas.openxmlformats.org/drawingml/2006/main" noGrp="1"/>
          </p:cNvSpPr>
          <p:nvPr/>
        </p:nvSpPr>
        <p:spPr>
          <a:xfrm xmlns:a="http://schemas.openxmlformats.org/drawingml/2006/main">
            <a:off x="704850" y="3209925"/>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PLAY</a:t>
            </a:r>
          </a:p>
        </p:txBody>
      </p:sp>
      <p:sp>
        <p:nvSpPr>
          <p:cNvPr id="10" name="text">
            <a:extLst xmlns:a="http://schemas.openxmlformats.org/drawingml/2006/main">
              <a:ext uri="{FF2B5EF4-FFF2-40B4-BE49-F238E27FC236}">
                <a16:creationId xmlns:a16="http://schemas.microsoft.com/office/drawing/2014/main" id="{47066FE1-5BFB-41B0-82B3-20994EBC0EA6}"/>
              </a:ext>
            </a:extLst>
          </p:cNvPr>
          <p:cNvSpPr>
            <a:spLocks xmlns:a="http://schemas.openxmlformats.org/drawingml/2006/main" noGrp="1"/>
          </p:cNvSpPr>
          <p:nvPr/>
        </p:nvSpPr>
        <p:spPr>
          <a:xfrm xmlns:a="http://schemas.openxmlformats.org/drawingml/2006/main">
            <a:off x="2571750" y="3219450"/>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Start the Full Mix</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from the selected measure</a:t>
            </a:r>
          </a:p>
        </p:txBody>
      </p:sp>
      <p:sp>
        <p:nvSpPr>
          <p:cNvPr id="11" name="accent">
            <a:extLst xmlns:a="http://schemas.openxmlformats.org/drawingml/2006/main">
              <a:ext uri="{FF2B5EF4-FFF2-40B4-BE49-F238E27FC236}">
                <a16:creationId xmlns:a16="http://schemas.microsoft.com/office/drawing/2014/main" id="{531F7E05-9FB8-43DF-B6B4-47EEE0398969}"/>
              </a:ext>
            </a:extLst>
          </p:cNvPr>
          <p:cNvSpPr>
            <a:spLocks xmlns:a="http://schemas.openxmlformats.org/drawingml/2006/main" noGrp="1"/>
          </p:cNvSpPr>
          <p:nvPr/>
        </p:nvSpPr>
        <p:spPr>
          <a:xfrm xmlns:a="http://schemas.openxmlformats.org/drawingml/2006/main">
            <a:off x="704850" y="4333875"/>
            <a:ext cx="66675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2A8C8B3-566C-4D84-BD46-E47C5512D359}"/>
              </a:ext>
            </a:extLst>
          </p:cNvPr>
          <p:cNvSpPr>
            <a:spLocks xmlns:a="http://schemas.openxmlformats.org/drawingml/2006/main" noGrp="1"/>
          </p:cNvSpPr>
          <p:nvPr/>
        </p:nvSpPr>
        <p:spPr>
          <a:xfrm xmlns:a="http://schemas.openxmlformats.org/drawingml/2006/main">
            <a:off x="704850" y="4629150"/>
            <a:ext cx="1762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STOP</a:t>
            </a:r>
          </a:p>
        </p:txBody>
      </p:sp>
      <p:sp>
        <p:nvSpPr>
          <p:cNvPr id="13" name="text">
            <a:extLst xmlns:a="http://schemas.openxmlformats.org/drawingml/2006/main">
              <a:ext uri="{FF2B5EF4-FFF2-40B4-BE49-F238E27FC236}">
                <a16:creationId xmlns:a16="http://schemas.microsoft.com/office/drawing/2014/main" id="{12B06214-B51C-48DF-B127-3DA980AAF2B0}"/>
              </a:ext>
            </a:extLst>
          </p:cNvPr>
          <p:cNvSpPr>
            <a:spLocks xmlns:a="http://schemas.openxmlformats.org/drawingml/2006/main" noGrp="1"/>
          </p:cNvSpPr>
          <p:nvPr/>
        </p:nvSpPr>
        <p:spPr>
          <a:xfrm xmlns:a="http://schemas.openxmlformats.org/drawingml/2006/main">
            <a:off x="2571750" y="4638675"/>
            <a:ext cx="490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Stop playback</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Cancel a pending request</a:t>
            </a:r>
          </a:p>
        </p:txBody>
      </p:sp>
      <p:sp>
        <p:nvSpPr>
          <p:cNvPr id="14" name="text">
            <a:extLst xmlns:a="http://schemas.openxmlformats.org/drawingml/2006/main">
              <a:ext uri="{FF2B5EF4-FFF2-40B4-BE49-F238E27FC236}">
                <a16:creationId xmlns:a16="http://schemas.microsoft.com/office/drawing/2014/main" id="{17124C4B-CB3B-4568-855E-F2C97A2321E3}"/>
              </a:ext>
            </a:extLst>
          </p:cNvPr>
          <p:cNvSpPr>
            <a:spLocks xmlns:a="http://schemas.openxmlformats.org/drawingml/2006/main" noGrp="1"/>
          </p:cNvSpPr>
          <p:nvPr/>
        </p:nvSpPr>
        <p:spPr>
          <a:xfrm xmlns:a="http://schemas.openxmlformats.org/drawingml/2006/main">
            <a:off x="704850" y="6219825"/>
            <a:ext cx="685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7C776F"/>
                </a:solidFill>
                <a:latin typeface="Helvetica Neue"/>
                <a:ea typeface="Helvetica Neue"/>
                <a:cs typeface="Helvetica Neue"/>
              </a:defRPr>
            </a:defPPr>
            <a:lvl1pPr>
              <a:defRPr sz="1575" b="0">
                <a:solidFill>
                  <a:srgbClr val="7C776F"/>
                </a:solidFill>
                <a:latin typeface="Helvetica Neue"/>
                <a:ea typeface="Helvetica Neue"/>
                <a:cs typeface="Helvetica Neue"/>
              </a:defRPr>
            </a:lvl1pPr>
            <a:lvl2pPr>
              <a:defRPr sz="1575" b="0">
                <a:solidFill>
                  <a:srgbClr val="7C776F"/>
                </a:solidFill>
                <a:latin typeface="Helvetica Neue"/>
                <a:ea typeface="Helvetica Neue"/>
                <a:cs typeface="Helvetica Neue"/>
              </a:defRPr>
            </a:lvl2pPr>
            <a:lvl3pPr>
              <a:defRPr sz="1575" b="0">
                <a:solidFill>
                  <a:srgbClr val="7C776F"/>
                </a:solidFill>
                <a:latin typeface="Helvetica Neue"/>
                <a:ea typeface="Helvetica Neue"/>
                <a:cs typeface="Helvetica Neue"/>
              </a:defRPr>
            </a:lvl3pPr>
            <a:lvl4pPr>
              <a:defRPr sz="1575" b="0">
                <a:solidFill>
                  <a:srgbClr val="7C776F"/>
                </a:solidFill>
                <a:latin typeface="Helvetica Neue"/>
                <a:ea typeface="Helvetica Neue"/>
                <a:cs typeface="Helvetica Neue"/>
              </a:defRPr>
            </a:lvl4pPr>
            <a:lvl5pPr>
              <a:defRPr sz="1575" b="0">
                <a:solidFill>
                  <a:srgbClr val="7C776F"/>
                </a:solidFill>
                <a:latin typeface="Helvetica Neue"/>
                <a:ea typeface="Helvetica Neue"/>
                <a:cs typeface="Helvetica Neue"/>
              </a:defRPr>
            </a:lvl5pPr>
            <a:lvl6pPr>
              <a:defRPr sz="1575" b="0">
                <a:solidFill>
                  <a:srgbClr val="7C776F"/>
                </a:solidFill>
                <a:latin typeface="Helvetica Neue"/>
                <a:ea typeface="Helvetica Neue"/>
                <a:cs typeface="Helvetica Neue"/>
              </a:defRPr>
            </a:lvl6pPr>
            <a:lvl7pPr>
              <a:defRPr sz="1575" b="0">
                <a:solidFill>
                  <a:srgbClr val="7C776F"/>
                </a:solidFill>
                <a:latin typeface="Helvetica Neue"/>
                <a:ea typeface="Helvetica Neue"/>
                <a:cs typeface="Helvetica Neue"/>
              </a:defRPr>
            </a:lvl7pPr>
            <a:lvl8pPr>
              <a:defRPr sz="1575" b="0">
                <a:solidFill>
                  <a:srgbClr val="7C776F"/>
                </a:solidFill>
                <a:latin typeface="Helvetica Neue"/>
                <a:ea typeface="Helvetica Neue"/>
                <a:cs typeface="Helvetica Neue"/>
              </a:defRPr>
            </a:lvl8pPr>
            <a:lvl9pPr>
              <a:defRPr sz="1575" b="0">
                <a:solidFill>
                  <a:srgbClr val="7C776F"/>
                </a:solidFill>
                <a:latin typeface="Helvetica Neue"/>
                <a:ea typeface="Helvetica Neue"/>
                <a:cs typeface="Helvetica Neue"/>
              </a:defRPr>
            </a:lvl9pPr>
          </a:lstStyle>
          <a:p xmlns:a="http://schemas.openxmlformats.org/drawingml/2006/main">
            <a:pPr>
              <a:defRPr sz="1575" b="0">
                <a:solidFill>
                  <a:srgbClr val="7C776F"/>
                </a:solidFill>
                <a:latin typeface="Helvetica Neue"/>
                <a:ea typeface="Helvetica Neue"/>
                <a:cs typeface="Helvetica Neue"/>
              </a:defRPr>
            </a:pPr>
            <a:r>
              <a:rPr sz="1575" b="0">
                <a:solidFill>
                  <a:srgbClr val="7C776F"/>
                </a:solidFill>
                <a:latin typeface="Helvetica Neue"/>
                <a:ea typeface="Helvetica Neue"/>
                <a:cs typeface="Helvetica Neue"/>
              </a:rPr>
              <a:t>Teensy 4.0 with three push buttons</a:t>
            </a:r>
          </a:p>
        </p:txBody>
      </p:sp>
    </p:spTree>
    <p:extLst>
      <p:ext uri="{BB962C8B-B14F-4D97-AF65-F5344CB8AC3E}">
        <p14:creationId xmlns:p14="http://schemas.microsoft.com/office/powerpoint/2010/main" val="1305251475"/>
      </p:ext>
    </p:extLst>
  </p:cSld>
  <p:extLst>
    <p:ext uri="{6950BFC3-D8DA-4A85-94F7-54DA5524770B}">
      <p188:commentRel xmlns:r="http://schemas.openxmlformats.org/officeDocument/2006/relationships" xmlns:p188="http://schemas.microsoft.com/office/powerpoint/2018/8/main" r:id="Rd9c1bef5b61749f9"/>
    </p:ext>
  </p:extLst>
</p:sld>
</file>

<file path=ppt/slides/slide4.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9350F53A-2664-4E12-9DBC-002B7F602DF0}"/>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Current system</a:t>
            </a:r>
          </a:p>
        </p:txBody>
      </p:sp>
      <p:sp>
        <p:nvSpPr>
          <p:cNvPr id="2" name="accent">
            <a:extLst xmlns:a="http://schemas.openxmlformats.org/drawingml/2006/main">
              <a:ext uri="{FF2B5EF4-FFF2-40B4-BE49-F238E27FC236}">
                <a16:creationId xmlns:a16="http://schemas.microsoft.com/office/drawing/2014/main" id="{73FA3A5A-522A-4D64-B707-B30D93AEDC6A}"/>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74D3D0A5-834B-4F59-B733-5B009A54ACD3}"/>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04</a:t>
            </a:r>
          </a:p>
        </p:txBody>
      </p:sp>
      <p:sp>
        <p:nvSpPr>
          <p:cNvPr id="4" name="text">
            <a:extLst xmlns:a="http://schemas.openxmlformats.org/drawingml/2006/main">
              <a:ext uri="{FF2B5EF4-FFF2-40B4-BE49-F238E27FC236}">
                <a16:creationId xmlns:a16="http://schemas.microsoft.com/office/drawing/2014/main" id="{709F0405-9777-40AF-A8CA-46F5B53EF720}"/>
              </a:ext>
            </a:extLst>
          </p:cNvPr>
          <p:cNvSpPr>
            <a:spLocks xmlns:a="http://schemas.openxmlformats.org/drawingml/2006/main" noGrp="1"/>
          </p:cNvSpPr>
          <p:nvPr/>
        </p:nvSpPr>
        <p:spPr>
          <a:xfrm xmlns:a="http://schemas.openxmlformats.org/drawingml/2006/main">
            <a:off x="7048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98C34464-6B90-46F2-872B-478D853583AA}"/>
              </a:ext>
            </a:extLst>
          </p:cNvPr>
          <p:cNvSpPr>
            <a:spLocks xmlns:a="http://schemas.openxmlformats.org/drawingml/2006/main" noGrp="1"/>
          </p:cNvSpPr>
          <p:nvPr/>
        </p:nvSpPr>
        <p:spPr>
          <a:xfrm xmlns:a="http://schemas.openxmlformats.org/drawingml/2006/main">
            <a:off x="7048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Page and finger</a:t>
            </a:r>
          </a:p>
        </p:txBody>
      </p:sp>
      <p:sp>
        <p:nvSpPr>
          <p:cNvPr id="6" name="text">
            <a:extLst xmlns:a="http://schemas.openxmlformats.org/drawingml/2006/main">
              <a:ext uri="{FF2B5EF4-FFF2-40B4-BE49-F238E27FC236}">
                <a16:creationId xmlns:a16="http://schemas.microsoft.com/office/drawing/2014/main" id="{E7B369A6-65F7-49FF-A307-C59DAAFBF978}"/>
              </a:ext>
            </a:extLst>
          </p:cNvPr>
          <p:cNvSpPr>
            <a:spLocks xmlns:a="http://schemas.openxmlformats.org/drawingml/2006/main" noGrp="1"/>
          </p:cNvSpPr>
          <p:nvPr/>
        </p:nvSpPr>
        <p:spPr>
          <a:xfrm xmlns:a="http://schemas.openxmlformats.org/drawingml/2006/main">
            <a:off x="7048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OpenCV and ArUco</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MediaPipe fingertip</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Page-map lookup</a:t>
            </a:r>
          </a:p>
        </p:txBody>
      </p:sp>
      <p:sp>
        <p:nvSpPr>
          <p:cNvPr id="7" name="data-flow-link">
            <a:extLst xmlns:a="http://schemas.openxmlformats.org/drawingml/2006/main">
              <a:ext uri="{FF2B5EF4-FFF2-40B4-BE49-F238E27FC236}">
                <a16:creationId xmlns:a16="http://schemas.microsoft.com/office/drawing/2014/main" id="{9E9DB97C-477D-415F-BFC2-A67E823438F5}"/>
              </a:ext>
            </a:extLst>
          </p:cNvPr>
          <p:cNvSpPr>
            <a:spLocks xmlns:a="http://schemas.openxmlformats.org/drawingml/2006/main" noGrp="1"/>
          </p:cNvSpPr>
          <p:nvPr/>
        </p:nvSpPr>
        <p:spPr>
          <a:xfrm xmlns:a="http://schemas.openxmlformats.org/drawingml/2006/main">
            <a:off x="16002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45E0186-311C-417B-80C3-ECAC75DF997B}"/>
              </a:ext>
            </a:extLst>
          </p:cNvPr>
          <p:cNvSpPr>
            <a:spLocks xmlns:a="http://schemas.openxmlformats.org/drawingml/2006/main" noGrp="1"/>
          </p:cNvSpPr>
          <p:nvPr/>
        </p:nvSpPr>
        <p:spPr>
          <a:xfrm xmlns:a="http://schemas.openxmlformats.org/drawingml/2006/main">
            <a:off x="35242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CFEA79"/>
                </a:solidFill>
                <a:latin typeface="Helvetica Neue"/>
                <a:ea typeface="Helvetica Neue"/>
                <a:cs typeface="Helvetica Neue"/>
              </a:defRPr>
            </a:defPPr>
            <a:lvl1pPr>
              <a:defRPr sz="4350" b="1">
                <a:solidFill>
                  <a:srgbClr val="CFEA79"/>
                </a:solidFill>
                <a:latin typeface="Helvetica Neue"/>
                <a:ea typeface="Helvetica Neue"/>
                <a:cs typeface="Helvetica Neue"/>
              </a:defRPr>
            </a:lvl1pPr>
            <a:lvl2pPr>
              <a:defRPr sz="4350" b="1">
                <a:solidFill>
                  <a:srgbClr val="CFEA79"/>
                </a:solidFill>
                <a:latin typeface="Helvetica Neue"/>
                <a:ea typeface="Helvetica Neue"/>
                <a:cs typeface="Helvetica Neue"/>
              </a:defRPr>
            </a:lvl2pPr>
            <a:lvl3pPr>
              <a:defRPr sz="4350" b="1">
                <a:solidFill>
                  <a:srgbClr val="CFEA79"/>
                </a:solidFill>
                <a:latin typeface="Helvetica Neue"/>
                <a:ea typeface="Helvetica Neue"/>
                <a:cs typeface="Helvetica Neue"/>
              </a:defRPr>
            </a:lvl3pPr>
            <a:lvl4pPr>
              <a:defRPr sz="4350" b="1">
                <a:solidFill>
                  <a:srgbClr val="CFEA79"/>
                </a:solidFill>
                <a:latin typeface="Helvetica Neue"/>
                <a:ea typeface="Helvetica Neue"/>
                <a:cs typeface="Helvetica Neue"/>
              </a:defRPr>
            </a:lvl4pPr>
            <a:lvl5pPr>
              <a:defRPr sz="4350" b="1">
                <a:solidFill>
                  <a:srgbClr val="CFEA79"/>
                </a:solidFill>
                <a:latin typeface="Helvetica Neue"/>
                <a:ea typeface="Helvetica Neue"/>
                <a:cs typeface="Helvetica Neue"/>
              </a:defRPr>
            </a:lvl5pPr>
            <a:lvl6pPr>
              <a:defRPr sz="4350" b="1">
                <a:solidFill>
                  <a:srgbClr val="CFEA79"/>
                </a:solidFill>
                <a:latin typeface="Helvetica Neue"/>
                <a:ea typeface="Helvetica Neue"/>
                <a:cs typeface="Helvetica Neue"/>
              </a:defRPr>
            </a:lvl6pPr>
            <a:lvl7pPr>
              <a:defRPr sz="4350" b="1">
                <a:solidFill>
                  <a:srgbClr val="CFEA79"/>
                </a:solidFill>
                <a:latin typeface="Helvetica Neue"/>
                <a:ea typeface="Helvetica Neue"/>
                <a:cs typeface="Helvetica Neue"/>
              </a:defRPr>
            </a:lvl7pPr>
            <a:lvl8pPr>
              <a:defRPr sz="4350" b="1">
                <a:solidFill>
                  <a:srgbClr val="CFEA79"/>
                </a:solidFill>
                <a:latin typeface="Helvetica Neue"/>
                <a:ea typeface="Helvetica Neue"/>
                <a:cs typeface="Helvetica Neue"/>
              </a:defRPr>
            </a:lvl8pPr>
            <a:lvl9pPr>
              <a:defRPr sz="4350" b="1">
                <a:solidFill>
                  <a:srgbClr val="CFEA79"/>
                </a:solidFill>
                <a:latin typeface="Helvetica Neue"/>
                <a:ea typeface="Helvetica Neue"/>
                <a:cs typeface="Helvetica Neue"/>
              </a:defRPr>
            </a:lvl9pPr>
          </a:lstStyle>
          <a:p xmlns:a="http://schemas.openxmlformats.org/drawingml/2006/main">
            <a:pPr>
              <a:defRPr sz="4350" b="1">
                <a:solidFill>
                  <a:srgbClr val="CFEA79"/>
                </a:solidFill>
                <a:latin typeface="Helvetica Neue"/>
                <a:ea typeface="Helvetica Neue"/>
                <a:cs typeface="Helvetica Neue"/>
              </a:defRPr>
            </a:pPr>
            <a:r>
              <a:rPr sz="4350" b="1">
                <a:solidFill>
                  <a:srgbClr val="CFEA79"/>
                </a:solidFill>
                <a:latin typeface="Helvetica Neue"/>
                <a:ea typeface="Helvetica Neue"/>
                <a:cs typeface="Helvetica Neue"/>
              </a:rPr>
              <a:t>02</a:t>
            </a:r>
          </a:p>
        </p:txBody>
      </p:sp>
      <p:sp>
        <p:nvSpPr>
          <p:cNvPr id="9" name="text">
            <a:extLst xmlns:a="http://schemas.openxmlformats.org/drawingml/2006/main">
              <a:ext uri="{FF2B5EF4-FFF2-40B4-BE49-F238E27FC236}">
                <a16:creationId xmlns:a16="http://schemas.microsoft.com/office/drawing/2014/main" id="{64526603-EE69-4A67-817B-0D1685388C8C}"/>
              </a:ext>
            </a:extLst>
          </p:cNvPr>
          <p:cNvSpPr>
            <a:spLocks xmlns:a="http://schemas.openxmlformats.org/drawingml/2006/main" noGrp="1"/>
          </p:cNvSpPr>
          <p:nvPr/>
        </p:nvSpPr>
        <p:spPr>
          <a:xfrm xmlns:a="http://schemas.openxmlformats.org/drawingml/2006/main">
            <a:off x="35242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Record and speech</a:t>
            </a:r>
          </a:p>
        </p:txBody>
      </p:sp>
      <p:sp>
        <p:nvSpPr>
          <p:cNvPr id="10" name="text">
            <a:extLst xmlns:a="http://schemas.openxmlformats.org/drawingml/2006/main">
              <a:ext uri="{FF2B5EF4-FFF2-40B4-BE49-F238E27FC236}">
                <a16:creationId xmlns:a16="http://schemas.microsoft.com/office/drawing/2014/main" id="{60294A1B-2284-4D67-B3C3-0CAC7841F7E6}"/>
              </a:ext>
            </a:extLst>
          </p:cNvPr>
          <p:cNvSpPr>
            <a:spLocks xmlns:a="http://schemas.openxmlformats.org/drawingml/2006/main" noGrp="1"/>
          </p:cNvSpPr>
          <p:nvPr/>
        </p:nvSpPr>
        <p:spPr>
          <a:xfrm xmlns:a="http://schemas.openxmlformats.org/drawingml/2006/main">
            <a:off x="35242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Freeze the measure</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Hold RECORD</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Whisper ASR</a:t>
            </a:r>
          </a:p>
        </p:txBody>
      </p:sp>
      <p:sp>
        <p:nvSpPr>
          <p:cNvPr id="11" name="data-flow-link">
            <a:extLst xmlns:a="http://schemas.openxmlformats.org/drawingml/2006/main">
              <a:ext uri="{FF2B5EF4-FFF2-40B4-BE49-F238E27FC236}">
                <a16:creationId xmlns:a16="http://schemas.microsoft.com/office/drawing/2014/main" id="{44887E25-DBAB-4ECE-ABBD-62BFA259A072}"/>
              </a:ext>
            </a:extLst>
          </p:cNvPr>
          <p:cNvSpPr>
            <a:spLocks xmlns:a="http://schemas.openxmlformats.org/drawingml/2006/main" noGrp="1"/>
          </p:cNvSpPr>
          <p:nvPr/>
        </p:nvSpPr>
        <p:spPr>
          <a:xfrm xmlns:a="http://schemas.openxmlformats.org/drawingml/2006/main">
            <a:off x="44196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AB64CE9-FE77-4BA3-8845-396F710E7EE5}"/>
              </a:ext>
            </a:extLst>
          </p:cNvPr>
          <p:cNvSpPr>
            <a:spLocks xmlns:a="http://schemas.openxmlformats.org/drawingml/2006/main" noGrp="1"/>
          </p:cNvSpPr>
          <p:nvPr/>
        </p:nvSpPr>
        <p:spPr>
          <a:xfrm xmlns:a="http://schemas.openxmlformats.org/drawingml/2006/main">
            <a:off x="63436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6AB7D6"/>
                </a:solidFill>
                <a:latin typeface="Helvetica Neue"/>
                <a:ea typeface="Helvetica Neue"/>
                <a:cs typeface="Helvetica Neue"/>
              </a:defRPr>
            </a:defPPr>
            <a:lvl1pPr>
              <a:defRPr sz="4350" b="1">
                <a:solidFill>
                  <a:srgbClr val="6AB7D6"/>
                </a:solidFill>
                <a:latin typeface="Helvetica Neue"/>
                <a:ea typeface="Helvetica Neue"/>
                <a:cs typeface="Helvetica Neue"/>
              </a:defRPr>
            </a:lvl1pPr>
            <a:lvl2pPr>
              <a:defRPr sz="4350" b="1">
                <a:solidFill>
                  <a:srgbClr val="6AB7D6"/>
                </a:solidFill>
                <a:latin typeface="Helvetica Neue"/>
                <a:ea typeface="Helvetica Neue"/>
                <a:cs typeface="Helvetica Neue"/>
              </a:defRPr>
            </a:lvl2pPr>
            <a:lvl3pPr>
              <a:defRPr sz="4350" b="1">
                <a:solidFill>
                  <a:srgbClr val="6AB7D6"/>
                </a:solidFill>
                <a:latin typeface="Helvetica Neue"/>
                <a:ea typeface="Helvetica Neue"/>
                <a:cs typeface="Helvetica Neue"/>
              </a:defRPr>
            </a:lvl3pPr>
            <a:lvl4pPr>
              <a:defRPr sz="4350" b="1">
                <a:solidFill>
                  <a:srgbClr val="6AB7D6"/>
                </a:solidFill>
                <a:latin typeface="Helvetica Neue"/>
                <a:ea typeface="Helvetica Neue"/>
                <a:cs typeface="Helvetica Neue"/>
              </a:defRPr>
            </a:lvl4pPr>
            <a:lvl5pPr>
              <a:defRPr sz="4350" b="1">
                <a:solidFill>
                  <a:srgbClr val="6AB7D6"/>
                </a:solidFill>
                <a:latin typeface="Helvetica Neue"/>
                <a:ea typeface="Helvetica Neue"/>
                <a:cs typeface="Helvetica Neue"/>
              </a:defRPr>
            </a:lvl5pPr>
            <a:lvl6pPr>
              <a:defRPr sz="4350" b="1">
                <a:solidFill>
                  <a:srgbClr val="6AB7D6"/>
                </a:solidFill>
                <a:latin typeface="Helvetica Neue"/>
                <a:ea typeface="Helvetica Neue"/>
                <a:cs typeface="Helvetica Neue"/>
              </a:defRPr>
            </a:lvl6pPr>
            <a:lvl7pPr>
              <a:defRPr sz="4350" b="1">
                <a:solidFill>
                  <a:srgbClr val="6AB7D6"/>
                </a:solidFill>
                <a:latin typeface="Helvetica Neue"/>
                <a:ea typeface="Helvetica Neue"/>
                <a:cs typeface="Helvetica Neue"/>
              </a:defRPr>
            </a:lvl7pPr>
            <a:lvl8pPr>
              <a:defRPr sz="4350" b="1">
                <a:solidFill>
                  <a:srgbClr val="6AB7D6"/>
                </a:solidFill>
                <a:latin typeface="Helvetica Neue"/>
                <a:ea typeface="Helvetica Neue"/>
                <a:cs typeface="Helvetica Neue"/>
              </a:defRPr>
            </a:lvl8pPr>
            <a:lvl9pPr>
              <a:defRPr sz="4350" b="1">
                <a:solidFill>
                  <a:srgbClr val="6AB7D6"/>
                </a:solidFill>
                <a:latin typeface="Helvetica Neue"/>
                <a:ea typeface="Helvetica Neue"/>
                <a:cs typeface="Helvetica Neue"/>
              </a:defRPr>
            </a:lvl9pPr>
          </a:lstStyle>
          <a:p xmlns:a="http://schemas.openxmlformats.org/drawingml/2006/main">
            <a:pPr>
              <a:defRPr sz="4350" b="1">
                <a:solidFill>
                  <a:srgbClr val="6AB7D6"/>
                </a:solidFill>
                <a:latin typeface="Helvetica Neue"/>
                <a:ea typeface="Helvetica Neue"/>
                <a:cs typeface="Helvetica Neue"/>
              </a:defRPr>
            </a:pPr>
            <a:r>
              <a:rPr sz="4350" b="1">
                <a:solidFill>
                  <a:srgbClr val="6AB7D6"/>
                </a:solidFill>
                <a:latin typeface="Helvetica Neue"/>
                <a:ea typeface="Helvetica Neue"/>
                <a:cs typeface="Helvetica Neue"/>
              </a:rPr>
              <a:t>03</a:t>
            </a:r>
          </a:p>
        </p:txBody>
      </p:sp>
      <p:sp>
        <p:nvSpPr>
          <p:cNvPr id="13" name="text">
            <a:extLst xmlns:a="http://schemas.openxmlformats.org/drawingml/2006/main">
              <a:ext uri="{FF2B5EF4-FFF2-40B4-BE49-F238E27FC236}">
                <a16:creationId xmlns:a16="http://schemas.microsoft.com/office/drawing/2014/main" id="{721C35EA-20D1-400E-85D0-771DE0F0408C}"/>
              </a:ext>
            </a:extLst>
          </p:cNvPr>
          <p:cNvSpPr>
            <a:spLocks xmlns:a="http://schemas.openxmlformats.org/drawingml/2006/main" noGrp="1"/>
          </p:cNvSpPr>
          <p:nvPr/>
        </p:nvSpPr>
        <p:spPr>
          <a:xfrm xmlns:a="http://schemas.openxmlformats.org/drawingml/2006/main">
            <a:off x="63436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Command parsing</a:t>
            </a:r>
          </a:p>
        </p:txBody>
      </p:sp>
      <p:sp>
        <p:nvSpPr>
          <p:cNvPr id="14" name="text">
            <a:extLst xmlns:a="http://schemas.openxmlformats.org/drawingml/2006/main">
              <a:ext uri="{FF2B5EF4-FFF2-40B4-BE49-F238E27FC236}">
                <a16:creationId xmlns:a16="http://schemas.microsoft.com/office/drawing/2014/main" id="{8C3921CF-F204-4CBC-B662-2E230F51037C}"/>
              </a:ext>
            </a:extLst>
          </p:cNvPr>
          <p:cNvSpPr>
            <a:spLocks xmlns:a="http://schemas.openxmlformats.org/drawingml/2006/main" noGrp="1"/>
          </p:cNvSpPr>
          <p:nvPr/>
        </p:nvSpPr>
        <p:spPr>
          <a:xfrm xmlns:a="http://schemas.openxmlformats.org/drawingml/2006/main">
            <a:off x="63436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Qwen2.5:7b</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Python validation</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Clarify if needed</a:t>
            </a:r>
          </a:p>
        </p:txBody>
      </p:sp>
      <p:sp>
        <p:nvSpPr>
          <p:cNvPr id="15" name="data-flow-link">
            <a:extLst xmlns:a="http://schemas.openxmlformats.org/drawingml/2006/main">
              <a:ext uri="{FF2B5EF4-FFF2-40B4-BE49-F238E27FC236}">
                <a16:creationId xmlns:a16="http://schemas.microsoft.com/office/drawing/2014/main" id="{C873D7C3-6AFA-426D-A34C-F268E48BAB8C}"/>
              </a:ext>
            </a:extLst>
          </p:cNvPr>
          <p:cNvSpPr>
            <a:spLocks xmlns:a="http://schemas.openxmlformats.org/drawingml/2006/main" noGrp="1"/>
          </p:cNvSpPr>
          <p:nvPr/>
        </p:nvSpPr>
        <p:spPr>
          <a:xfrm xmlns:a="http://schemas.openxmlformats.org/drawingml/2006/main">
            <a:off x="7239000" y="2333625"/>
            <a:ext cx="1866900" cy="19050"/>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25F1BA21-BEDE-4CF7-8352-CBA950B18597}"/>
              </a:ext>
            </a:extLst>
          </p:cNvPr>
          <p:cNvSpPr>
            <a:spLocks xmlns:a="http://schemas.openxmlformats.org/drawingml/2006/main" noGrp="1"/>
          </p:cNvSpPr>
          <p:nvPr/>
        </p:nvSpPr>
        <p:spPr>
          <a:xfrm xmlns:a="http://schemas.openxmlformats.org/drawingml/2006/main">
            <a:off x="9163050" y="19050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FFFFF"/>
                </a:solidFill>
                <a:latin typeface="Helvetica Neue"/>
                <a:ea typeface="Helvetica Neue"/>
                <a:cs typeface="Helvetica Neue"/>
              </a:defRPr>
            </a:defPPr>
            <a:lvl1pPr>
              <a:defRPr sz="4350" b="1">
                <a:solidFill>
                  <a:srgbClr val="FFFFFF"/>
                </a:solidFill>
                <a:latin typeface="Helvetica Neue"/>
                <a:ea typeface="Helvetica Neue"/>
                <a:cs typeface="Helvetica Neue"/>
              </a:defRPr>
            </a:lvl1pPr>
            <a:lvl2pPr>
              <a:defRPr sz="4350" b="1">
                <a:solidFill>
                  <a:srgbClr val="FFFFFF"/>
                </a:solidFill>
                <a:latin typeface="Helvetica Neue"/>
                <a:ea typeface="Helvetica Neue"/>
                <a:cs typeface="Helvetica Neue"/>
              </a:defRPr>
            </a:lvl2pPr>
            <a:lvl3pPr>
              <a:defRPr sz="4350" b="1">
                <a:solidFill>
                  <a:srgbClr val="FFFFFF"/>
                </a:solidFill>
                <a:latin typeface="Helvetica Neue"/>
                <a:ea typeface="Helvetica Neue"/>
                <a:cs typeface="Helvetica Neue"/>
              </a:defRPr>
            </a:lvl3pPr>
            <a:lvl4pPr>
              <a:defRPr sz="4350" b="1">
                <a:solidFill>
                  <a:srgbClr val="FFFFFF"/>
                </a:solidFill>
                <a:latin typeface="Helvetica Neue"/>
                <a:ea typeface="Helvetica Neue"/>
                <a:cs typeface="Helvetica Neue"/>
              </a:defRPr>
            </a:lvl4pPr>
            <a:lvl5pPr>
              <a:defRPr sz="4350" b="1">
                <a:solidFill>
                  <a:srgbClr val="FFFFFF"/>
                </a:solidFill>
                <a:latin typeface="Helvetica Neue"/>
                <a:ea typeface="Helvetica Neue"/>
                <a:cs typeface="Helvetica Neue"/>
              </a:defRPr>
            </a:lvl5pPr>
            <a:lvl6pPr>
              <a:defRPr sz="4350" b="1">
                <a:solidFill>
                  <a:srgbClr val="FFFFFF"/>
                </a:solidFill>
                <a:latin typeface="Helvetica Neue"/>
                <a:ea typeface="Helvetica Neue"/>
                <a:cs typeface="Helvetica Neue"/>
              </a:defRPr>
            </a:lvl6pPr>
            <a:lvl7pPr>
              <a:defRPr sz="4350" b="1">
                <a:solidFill>
                  <a:srgbClr val="FFFFFF"/>
                </a:solidFill>
                <a:latin typeface="Helvetica Neue"/>
                <a:ea typeface="Helvetica Neue"/>
                <a:cs typeface="Helvetica Neue"/>
              </a:defRPr>
            </a:lvl7pPr>
            <a:lvl8pPr>
              <a:defRPr sz="4350" b="1">
                <a:solidFill>
                  <a:srgbClr val="FFFFFF"/>
                </a:solidFill>
                <a:latin typeface="Helvetica Neue"/>
                <a:ea typeface="Helvetica Neue"/>
                <a:cs typeface="Helvetica Neue"/>
              </a:defRPr>
            </a:lvl8pPr>
            <a:lvl9pPr>
              <a:defRPr sz="4350" b="1">
                <a:solidFill>
                  <a:srgbClr val="FFFFFF"/>
                </a:solidFill>
                <a:latin typeface="Helvetica Neue"/>
                <a:ea typeface="Helvetica Neue"/>
                <a:cs typeface="Helvetica Neue"/>
              </a:defRPr>
            </a:lvl9pPr>
          </a:lstStyle>
          <a:p xmlns:a="http://schemas.openxmlformats.org/drawingml/2006/main">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04</a:t>
            </a:r>
          </a:p>
        </p:txBody>
      </p:sp>
      <p:sp>
        <p:nvSpPr>
          <p:cNvPr id="17" name="text">
            <a:extLst xmlns:a="http://schemas.openxmlformats.org/drawingml/2006/main">
              <a:ext uri="{FF2B5EF4-FFF2-40B4-BE49-F238E27FC236}">
                <a16:creationId xmlns:a16="http://schemas.microsoft.com/office/drawing/2014/main" id="{CBE6C383-731E-4D09-88D1-E7969A0DF8C7}"/>
              </a:ext>
            </a:extLst>
          </p:cNvPr>
          <p:cNvSpPr>
            <a:spLocks xmlns:a="http://schemas.openxmlformats.org/drawingml/2006/main" noGrp="1"/>
          </p:cNvSpPr>
          <p:nvPr/>
        </p:nvSpPr>
        <p:spPr>
          <a:xfrm xmlns:a="http://schemas.openxmlformats.org/drawingml/2006/main">
            <a:off x="9163050" y="2809875"/>
            <a:ext cx="2343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Audio playback</a:t>
            </a:r>
          </a:p>
        </p:txBody>
      </p:sp>
      <p:sp>
        <p:nvSpPr>
          <p:cNvPr id="18" name="text">
            <a:extLst xmlns:a="http://schemas.openxmlformats.org/drawingml/2006/main">
              <a:ext uri="{FF2B5EF4-FFF2-40B4-BE49-F238E27FC236}">
                <a16:creationId xmlns:a16="http://schemas.microsoft.com/office/drawing/2014/main" id="{45809407-7DB8-4610-9014-3F8908971041}"/>
              </a:ext>
            </a:extLst>
          </p:cNvPr>
          <p:cNvSpPr>
            <a:spLocks xmlns:a="http://schemas.openxmlformats.org/drawingml/2006/main" noGrp="1"/>
          </p:cNvSpPr>
          <p:nvPr/>
        </p:nvSpPr>
        <p:spPr>
          <a:xfrm xmlns:a="http://schemas.openxmlformats.org/drawingml/2006/main">
            <a:off x="9163050" y="3743325"/>
            <a:ext cx="2343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OSC to Max/MSP</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Full Mix or Stems</a:t>
            </a:r>
          </a:p>
          <a:p xmlns:a="http://schemas.openxmlformats.org/drawingml/2006/main">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Selected range</a:t>
            </a:r>
          </a:p>
        </p:txBody>
      </p:sp>
      <p:sp>
        <p:nvSpPr>
          <p:cNvPr id="19" name="accent">
            <a:extLst xmlns:a="http://schemas.openxmlformats.org/drawingml/2006/main">
              <a:ext uri="{FF2B5EF4-FFF2-40B4-BE49-F238E27FC236}">
                <a16:creationId xmlns:a16="http://schemas.microsoft.com/office/drawing/2014/main" id="{B2DDB5B0-0339-4908-894E-920E86F65F1F}"/>
              </a:ext>
            </a:extLst>
          </p:cNvPr>
          <p:cNvSpPr>
            <a:spLocks xmlns:a="http://schemas.openxmlformats.org/drawingml/2006/main" noGrp="1"/>
          </p:cNvSpPr>
          <p:nvPr/>
        </p:nvSpPr>
        <p:spPr>
          <a:xfrm xmlns:a="http://schemas.openxmlformats.org/drawingml/2006/main">
            <a:off x="704850" y="5562600"/>
            <a:ext cx="1080135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83DF669F-CDC8-4938-8111-989E0B687D59}"/>
              </a:ext>
            </a:extLst>
          </p:cNvPr>
          <p:cNvSpPr>
            <a:spLocks xmlns:a="http://schemas.openxmlformats.org/drawingml/2006/main" noGrp="1"/>
          </p:cNvSpPr>
          <p:nvPr/>
        </p:nvSpPr>
        <p:spPr>
          <a:xfrm xmlns:a="http://schemas.openxmlformats.org/drawingml/2006/main">
            <a:off x="704850" y="58102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Direct PLAY and gestures can send playback commands without speech recognition.</a:t>
            </a:r>
          </a:p>
        </p:txBody>
      </p:sp>
    </p:spTree>
    <p:extLst>
      <p:ext uri="{BB962C8B-B14F-4D97-AF65-F5344CB8AC3E}">
        <p14:creationId xmlns:p14="http://schemas.microsoft.com/office/powerpoint/2010/main" val="1640834482"/>
      </p:ext>
    </p:extLst>
  </p:cSld>
  <p:extLst>
    <p:ext uri="{6950BFC3-D8DA-4A85-94F7-54DA5524770B}">
      <p188:commentRel xmlns:r="http://schemas.openxmlformats.org/officeDocument/2006/relationships" xmlns:p188="http://schemas.microsoft.com/office/powerpoint/2018/8/main" r:id="Rc6b104a9c7c840b0"/>
    </p:ext>
  </p:extLst>
</p:sld>
</file>

<file path=ppt/slides/slide5.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68589CB-194B-45D5-98DB-4BF9F3DBFAF6}"/>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Voice-selected playback</a:t>
            </a:r>
          </a:p>
        </p:txBody>
      </p:sp>
      <p:sp>
        <p:nvSpPr>
          <p:cNvPr id="2" name="accent">
            <a:extLst xmlns:a="http://schemas.openxmlformats.org/drawingml/2006/main">
              <a:ext uri="{FF2B5EF4-FFF2-40B4-BE49-F238E27FC236}">
                <a16:creationId xmlns:a16="http://schemas.microsoft.com/office/drawing/2014/main" id="{F1B83B6B-F517-4B5F-8190-15678193B81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57E7D153-56A2-47E1-9BFE-EE523D662678}"/>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05</a:t>
            </a:r>
          </a:p>
        </p:txBody>
      </p:sp>
      <p:sp>
        <p:nvSpPr>
          <p:cNvPr id="4" name="text">
            <a:extLst xmlns:a="http://schemas.openxmlformats.org/drawingml/2006/main">
              <a:ext uri="{FF2B5EF4-FFF2-40B4-BE49-F238E27FC236}">
                <a16:creationId xmlns:a16="http://schemas.microsoft.com/office/drawing/2014/main" id="{4A5FF970-361B-4E60-84D8-860486F2C5AB}"/>
              </a:ext>
            </a:extLst>
          </p:cNvPr>
          <p:cNvSpPr>
            <a:spLocks xmlns:a="http://schemas.openxmlformats.org/drawingml/2006/main" noGrp="1"/>
          </p:cNvSpPr>
          <p:nvPr/>
        </p:nvSpPr>
        <p:spPr>
          <a:xfrm xmlns:a="http://schemas.openxmlformats.org/drawingml/2006/main">
            <a:off x="704850" y="174307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CFEA79"/>
                </a:solidFill>
                <a:latin typeface="Helvetica Neue"/>
                <a:ea typeface="Helvetica Neue"/>
                <a:cs typeface="Helvetica Neue"/>
              </a:defRPr>
            </a:defPPr>
            <a:lvl1pPr>
              <a:defRPr sz="1725" b="1">
                <a:solidFill>
                  <a:srgbClr val="CFEA79"/>
                </a:solidFill>
                <a:latin typeface="Helvetica Neue"/>
                <a:ea typeface="Helvetica Neue"/>
                <a:cs typeface="Helvetica Neue"/>
              </a:defRPr>
            </a:lvl1pPr>
            <a:lvl2pPr>
              <a:defRPr sz="1725" b="1">
                <a:solidFill>
                  <a:srgbClr val="CFEA79"/>
                </a:solidFill>
                <a:latin typeface="Helvetica Neue"/>
                <a:ea typeface="Helvetica Neue"/>
                <a:cs typeface="Helvetica Neue"/>
              </a:defRPr>
            </a:lvl2pPr>
            <a:lvl3pPr>
              <a:defRPr sz="1725" b="1">
                <a:solidFill>
                  <a:srgbClr val="CFEA79"/>
                </a:solidFill>
                <a:latin typeface="Helvetica Neue"/>
                <a:ea typeface="Helvetica Neue"/>
                <a:cs typeface="Helvetica Neue"/>
              </a:defRPr>
            </a:lvl3pPr>
            <a:lvl4pPr>
              <a:defRPr sz="1725" b="1">
                <a:solidFill>
                  <a:srgbClr val="CFEA79"/>
                </a:solidFill>
                <a:latin typeface="Helvetica Neue"/>
                <a:ea typeface="Helvetica Neue"/>
                <a:cs typeface="Helvetica Neue"/>
              </a:defRPr>
            </a:lvl4pPr>
            <a:lvl5pPr>
              <a:defRPr sz="1725" b="1">
                <a:solidFill>
                  <a:srgbClr val="CFEA79"/>
                </a:solidFill>
                <a:latin typeface="Helvetica Neue"/>
                <a:ea typeface="Helvetica Neue"/>
                <a:cs typeface="Helvetica Neue"/>
              </a:defRPr>
            </a:lvl5pPr>
            <a:lvl6pPr>
              <a:defRPr sz="1725" b="1">
                <a:solidFill>
                  <a:srgbClr val="CFEA79"/>
                </a:solidFill>
                <a:latin typeface="Helvetica Neue"/>
                <a:ea typeface="Helvetica Neue"/>
                <a:cs typeface="Helvetica Neue"/>
              </a:defRPr>
            </a:lvl6pPr>
            <a:lvl7pPr>
              <a:defRPr sz="1725" b="1">
                <a:solidFill>
                  <a:srgbClr val="CFEA79"/>
                </a:solidFill>
                <a:latin typeface="Helvetica Neue"/>
                <a:ea typeface="Helvetica Neue"/>
                <a:cs typeface="Helvetica Neue"/>
              </a:defRPr>
            </a:lvl7pPr>
            <a:lvl8pPr>
              <a:defRPr sz="1725" b="1">
                <a:solidFill>
                  <a:srgbClr val="CFEA79"/>
                </a:solidFill>
                <a:latin typeface="Helvetica Neue"/>
                <a:ea typeface="Helvetica Neue"/>
                <a:cs typeface="Helvetica Neue"/>
              </a:defRPr>
            </a:lvl8pPr>
            <a:lvl9pPr>
              <a:defRPr sz="1725" b="1">
                <a:solidFill>
                  <a:srgbClr val="CFEA79"/>
                </a:solidFill>
                <a:latin typeface="Helvetica Neue"/>
                <a:ea typeface="Helvetica Neue"/>
                <a:cs typeface="Helvetica Neue"/>
              </a:defRPr>
            </a:lvl9pPr>
          </a:lstStyle>
          <a:p xmlns:a="http://schemas.openxmlformats.org/drawingml/2006/main">
            <a:pPr>
              <a:defRPr sz="1725" b="1">
                <a:solidFill>
                  <a:srgbClr val="CFEA79"/>
                </a:solidFill>
                <a:latin typeface="Helvetica Neue"/>
                <a:ea typeface="Helvetica Neue"/>
                <a:cs typeface="Helvetica Neue"/>
              </a:defRPr>
            </a:pPr>
            <a:r>
              <a:rPr sz="1725" b="1">
                <a:solidFill>
                  <a:srgbClr val="CFEA79"/>
                </a:solidFill>
                <a:latin typeface="Helvetica Neue"/>
                <a:ea typeface="Helvetica Neue"/>
                <a:cs typeface="Helvetica Neue"/>
              </a:rPr>
              <a:t>Single instrument</a:t>
            </a:r>
          </a:p>
        </p:txBody>
      </p:sp>
      <p:sp>
        <p:nvSpPr>
          <p:cNvPr id="5" name="text">
            <a:extLst xmlns:a="http://schemas.openxmlformats.org/drawingml/2006/main">
              <a:ext uri="{FF2B5EF4-FFF2-40B4-BE49-F238E27FC236}">
                <a16:creationId xmlns:a16="http://schemas.microsoft.com/office/drawing/2014/main" id="{FA416F2B-CD1A-4AE5-AE4F-662FC397C4CD}"/>
              </a:ext>
            </a:extLst>
          </p:cNvPr>
          <p:cNvSpPr>
            <a:spLocks xmlns:a="http://schemas.openxmlformats.org/drawingml/2006/main" noGrp="1"/>
          </p:cNvSpPr>
          <p:nvPr/>
        </p:nvSpPr>
        <p:spPr>
          <a:xfrm xmlns:a="http://schemas.openxmlformats.org/drawingml/2006/main">
            <a:off x="704850" y="2171700"/>
            <a:ext cx="638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FFFFF"/>
                </a:solidFill>
                <a:latin typeface="Helvetica Neue"/>
                <a:ea typeface="Helvetica Neue"/>
                <a:cs typeface="Helvetica Neue"/>
              </a:defRPr>
            </a:defPPr>
            <a:lvl1pPr>
              <a:defRPr sz="2700" b="1">
                <a:solidFill>
                  <a:srgbClr val="FFFFFF"/>
                </a:solidFill>
                <a:latin typeface="Helvetica Neue"/>
                <a:ea typeface="Helvetica Neue"/>
                <a:cs typeface="Helvetica Neue"/>
              </a:defRPr>
            </a:lvl1pPr>
            <a:lvl2pPr>
              <a:defRPr sz="2700" b="1">
                <a:solidFill>
                  <a:srgbClr val="FFFFFF"/>
                </a:solidFill>
                <a:latin typeface="Helvetica Neue"/>
                <a:ea typeface="Helvetica Neue"/>
                <a:cs typeface="Helvetica Neue"/>
              </a:defRPr>
            </a:lvl2pPr>
            <a:lvl3pPr>
              <a:defRPr sz="2700" b="1">
                <a:solidFill>
                  <a:srgbClr val="FFFFFF"/>
                </a:solidFill>
                <a:latin typeface="Helvetica Neue"/>
                <a:ea typeface="Helvetica Neue"/>
                <a:cs typeface="Helvetica Neue"/>
              </a:defRPr>
            </a:lvl3pPr>
            <a:lvl4pPr>
              <a:defRPr sz="2700" b="1">
                <a:solidFill>
                  <a:srgbClr val="FFFFFF"/>
                </a:solidFill>
                <a:latin typeface="Helvetica Neue"/>
                <a:ea typeface="Helvetica Neue"/>
                <a:cs typeface="Helvetica Neue"/>
              </a:defRPr>
            </a:lvl4pPr>
            <a:lvl5pPr>
              <a:defRPr sz="2700" b="1">
                <a:solidFill>
                  <a:srgbClr val="FFFFFF"/>
                </a:solidFill>
                <a:latin typeface="Helvetica Neue"/>
                <a:ea typeface="Helvetica Neue"/>
                <a:cs typeface="Helvetica Neue"/>
              </a:defRPr>
            </a:lvl5pPr>
            <a:lvl6pPr>
              <a:defRPr sz="2700" b="1">
                <a:solidFill>
                  <a:srgbClr val="FFFFFF"/>
                </a:solidFill>
                <a:latin typeface="Helvetica Neue"/>
                <a:ea typeface="Helvetica Neue"/>
                <a:cs typeface="Helvetica Neue"/>
              </a:defRPr>
            </a:lvl6pPr>
            <a:lvl7pPr>
              <a:defRPr sz="2700" b="1">
                <a:solidFill>
                  <a:srgbClr val="FFFFFF"/>
                </a:solidFill>
                <a:latin typeface="Helvetica Neue"/>
                <a:ea typeface="Helvetica Neue"/>
                <a:cs typeface="Helvetica Neue"/>
              </a:defRPr>
            </a:lvl7pPr>
            <a:lvl8pPr>
              <a:defRPr sz="2700" b="1">
                <a:solidFill>
                  <a:srgbClr val="FFFFFF"/>
                </a:solidFill>
                <a:latin typeface="Helvetica Neue"/>
                <a:ea typeface="Helvetica Neue"/>
                <a:cs typeface="Helvetica Neue"/>
              </a:defRPr>
            </a:lvl8pPr>
            <a:lvl9pPr>
              <a:defRPr sz="2700" b="1">
                <a:solidFill>
                  <a:srgbClr val="FFFFFF"/>
                </a:solidFill>
                <a:latin typeface="Helvetica Neue"/>
                <a:ea typeface="Helvetica Neue"/>
                <a:cs typeface="Helvetica Neue"/>
              </a:defRPr>
            </a:lvl9pPr>
          </a:lstStyle>
          <a:p xmlns:a="http://schemas.openxmlformats.org/drawingml/2006/main">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“Play violin one.”</a:t>
            </a:r>
          </a:p>
        </p:txBody>
      </p:sp>
      <p:sp>
        <p:nvSpPr>
          <p:cNvPr id="6" name="text">
            <a:extLst xmlns:a="http://schemas.openxmlformats.org/drawingml/2006/main">
              <a:ext uri="{FF2B5EF4-FFF2-40B4-BE49-F238E27FC236}">
                <a16:creationId xmlns:a16="http://schemas.microsoft.com/office/drawing/2014/main" id="{0D30786D-88E0-449A-A5A5-8746A55D7D66}"/>
              </a:ext>
            </a:extLst>
          </p:cNvPr>
          <p:cNvSpPr>
            <a:spLocks xmlns:a="http://schemas.openxmlformats.org/drawingml/2006/main" noGrp="1"/>
          </p:cNvSpPr>
          <p:nvPr/>
        </p:nvSpPr>
        <p:spPr>
          <a:xfrm xmlns:a="http://schemas.openxmlformats.org/drawingml/2006/main">
            <a:off x="704850" y="28860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Uses the measure captured when RECORD begins.</a:t>
            </a:r>
          </a:p>
        </p:txBody>
      </p:sp>
      <p:sp>
        <p:nvSpPr>
          <p:cNvPr id="7" name="accent">
            <a:extLst xmlns:a="http://schemas.openxmlformats.org/drawingml/2006/main">
              <a:ext uri="{FF2B5EF4-FFF2-40B4-BE49-F238E27FC236}">
                <a16:creationId xmlns:a16="http://schemas.microsoft.com/office/drawing/2014/main" id="{612BADA4-30ED-4283-BE4D-7EB9656D7F79}"/>
              </a:ext>
            </a:extLst>
          </p:cNvPr>
          <p:cNvSpPr>
            <a:spLocks xmlns:a="http://schemas.openxmlformats.org/drawingml/2006/main" noGrp="1"/>
          </p:cNvSpPr>
          <p:nvPr/>
        </p:nvSpPr>
        <p:spPr>
          <a:xfrm xmlns:a="http://schemas.openxmlformats.org/drawingml/2006/main">
            <a:off x="704850" y="3790950"/>
            <a:ext cx="657225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1429AB1E-AF10-4660-88C4-8756866BA6AE}"/>
              </a:ext>
            </a:extLst>
          </p:cNvPr>
          <p:cNvSpPr>
            <a:spLocks xmlns:a="http://schemas.openxmlformats.org/drawingml/2006/main" noGrp="1"/>
          </p:cNvSpPr>
          <p:nvPr/>
        </p:nvSpPr>
        <p:spPr>
          <a:xfrm xmlns:a="http://schemas.openxmlformats.org/drawingml/2006/main">
            <a:off x="704850" y="41148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xmlns:a="http://schemas.openxmlformats.org/drawingml/2006/main">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Several instruments and a range</a:t>
            </a:r>
          </a:p>
        </p:txBody>
      </p:sp>
      <p:sp>
        <p:nvSpPr>
          <p:cNvPr id="9" name="text">
            <a:extLst xmlns:a="http://schemas.openxmlformats.org/drawingml/2006/main">
              <a:ext uri="{FF2B5EF4-FFF2-40B4-BE49-F238E27FC236}">
                <a16:creationId xmlns:a16="http://schemas.microsoft.com/office/drawing/2014/main" id="{109126E6-97CF-477D-9E30-D16292BBA7B6}"/>
              </a:ext>
            </a:extLst>
          </p:cNvPr>
          <p:cNvSpPr>
            <a:spLocks xmlns:a="http://schemas.openxmlformats.org/drawingml/2006/main" noGrp="1"/>
          </p:cNvSpPr>
          <p:nvPr/>
        </p:nvSpPr>
        <p:spPr>
          <a:xfrm xmlns:a="http://schemas.openxmlformats.org/drawingml/2006/main">
            <a:off x="704850" y="4572000"/>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FFFFFF"/>
                </a:solidFill>
                <a:latin typeface="Helvetica Neue"/>
                <a:ea typeface="Helvetica Neue"/>
                <a:cs typeface="Helvetica Neue"/>
              </a:defRPr>
            </a:defPPr>
            <a:lvl1pPr>
              <a:defRPr sz="2400" b="1">
                <a:solidFill>
                  <a:srgbClr val="FFFFFF"/>
                </a:solidFill>
                <a:latin typeface="Helvetica Neue"/>
                <a:ea typeface="Helvetica Neue"/>
                <a:cs typeface="Helvetica Neue"/>
              </a:defRPr>
            </a:lvl1pPr>
            <a:lvl2pPr>
              <a:defRPr sz="2400" b="1">
                <a:solidFill>
                  <a:srgbClr val="FFFFFF"/>
                </a:solidFill>
                <a:latin typeface="Helvetica Neue"/>
                <a:ea typeface="Helvetica Neue"/>
                <a:cs typeface="Helvetica Neue"/>
              </a:defRPr>
            </a:lvl2pPr>
            <a:lvl3pPr>
              <a:defRPr sz="2400" b="1">
                <a:solidFill>
                  <a:srgbClr val="FFFFFF"/>
                </a:solidFill>
                <a:latin typeface="Helvetica Neue"/>
                <a:ea typeface="Helvetica Neue"/>
                <a:cs typeface="Helvetica Neue"/>
              </a:defRPr>
            </a:lvl3pPr>
            <a:lvl4pPr>
              <a:defRPr sz="2400" b="1">
                <a:solidFill>
                  <a:srgbClr val="FFFFFF"/>
                </a:solidFill>
                <a:latin typeface="Helvetica Neue"/>
                <a:ea typeface="Helvetica Neue"/>
                <a:cs typeface="Helvetica Neue"/>
              </a:defRPr>
            </a:lvl4pPr>
            <a:lvl5pPr>
              <a:defRPr sz="2400" b="1">
                <a:solidFill>
                  <a:srgbClr val="FFFFFF"/>
                </a:solidFill>
                <a:latin typeface="Helvetica Neue"/>
                <a:ea typeface="Helvetica Neue"/>
                <a:cs typeface="Helvetica Neue"/>
              </a:defRPr>
            </a:lvl5pPr>
            <a:lvl6pPr>
              <a:defRPr sz="2400" b="1">
                <a:solidFill>
                  <a:srgbClr val="FFFFFF"/>
                </a:solidFill>
                <a:latin typeface="Helvetica Neue"/>
                <a:ea typeface="Helvetica Neue"/>
                <a:cs typeface="Helvetica Neue"/>
              </a:defRPr>
            </a:lvl6pPr>
            <a:lvl7pPr>
              <a:defRPr sz="2400" b="1">
                <a:solidFill>
                  <a:srgbClr val="FFFFFF"/>
                </a:solidFill>
                <a:latin typeface="Helvetica Neue"/>
                <a:ea typeface="Helvetica Neue"/>
                <a:cs typeface="Helvetica Neue"/>
              </a:defRPr>
            </a:lvl7pPr>
            <a:lvl8pPr>
              <a:defRPr sz="2400" b="1">
                <a:solidFill>
                  <a:srgbClr val="FFFFFF"/>
                </a:solidFill>
                <a:latin typeface="Helvetica Neue"/>
                <a:ea typeface="Helvetica Neue"/>
                <a:cs typeface="Helvetica Neue"/>
              </a:defRPr>
            </a:lvl8pPr>
            <a:lvl9pPr>
              <a:defRPr sz="2400" b="1">
                <a:solidFill>
                  <a:srgbClr val="FFFFFF"/>
                </a:solidFill>
                <a:latin typeface="Helvetica Neue"/>
                <a:ea typeface="Helvetica Neue"/>
                <a:cs typeface="Helvetica Neue"/>
              </a:defRPr>
            </a:lvl9pPr>
          </a:lstStyle>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“Play flute one and cello</a:t>
            </a:r>
          </a:p>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from measure eight to twelve.”</a:t>
            </a:r>
          </a:p>
        </p:txBody>
      </p:sp>
      <p:pic>
        <p:nvPicPr>
          <p:cNvPr id="10" name="">
            <a:extLst xmlns:a="http://schemas.openxmlformats.org/drawingml/2006/main">
              <a:ext uri="{FF2B5EF4-FFF2-40B4-BE49-F238E27FC236}">
                <a16:creationId xmlns:a16="http://schemas.microsoft.com/office/drawing/2014/main" id="{7D78CB4C-48B4-40E7-AE94-2D8535A8C945}"/>
              </a:ext>
            </a:extLst>
          </p:cNvPr>
          <p:cNvPicPr>
            <a:picLocks xmlns:a="http://schemas.openxmlformats.org/drawingml/2006/main" noChangeAspect="1"/>
          </p:cNvPicPr>
          <p:nvPr/>
        </p:nvPicPr>
        <p:blipFill>
          <a:blip xmlns:r="http://schemas.openxmlformats.org/officeDocument/2006/relationships" xmlns:a="http://schemas.openxmlformats.org/drawingml/2006/main" r:embed="R22b95801e21e4173"/>
          <a:stretch xmlns:a="http://schemas.openxmlformats.org/drawingml/2006/main"/>
        </p:blipFill>
        <p:spPr>
          <a:xfrm xmlns:a="http://schemas.openxmlformats.org/drawingml/2006/main">
            <a:off x="8196294" y="1676400"/>
            <a:ext cx="2933638" cy="44958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4F61489-90BF-490E-A0C1-4E166C94DD75}"/>
              </a:ext>
            </a:extLst>
          </p:cNvPr>
          <p:cNvSpPr>
            <a:spLocks xmlns:a="http://schemas.openxmlformats.org/drawingml/2006/main" noGrp="1"/>
          </p:cNvSpPr>
          <p:nvPr/>
        </p:nvSpPr>
        <p:spPr>
          <a:xfrm xmlns:a="http://schemas.openxmlformats.org/drawingml/2006/main">
            <a:off x="7934325" y="62769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D8D1C5"/>
                </a:solidFill>
                <a:latin typeface="Helvetica Neue"/>
                <a:ea typeface="Helvetica Neue"/>
                <a:cs typeface="Helvetica Neue"/>
              </a:defRPr>
            </a:defPPr>
            <a:lvl1pPr>
              <a:defRPr sz="1350" b="0">
                <a:solidFill>
                  <a:srgbClr val="D8D1C5"/>
                </a:solidFill>
                <a:latin typeface="Helvetica Neue"/>
                <a:ea typeface="Helvetica Neue"/>
                <a:cs typeface="Helvetica Neue"/>
              </a:defRPr>
            </a:lvl1pPr>
            <a:lvl2pPr>
              <a:defRPr sz="1350" b="0">
                <a:solidFill>
                  <a:srgbClr val="D8D1C5"/>
                </a:solidFill>
                <a:latin typeface="Helvetica Neue"/>
                <a:ea typeface="Helvetica Neue"/>
                <a:cs typeface="Helvetica Neue"/>
              </a:defRPr>
            </a:lvl2pPr>
            <a:lvl3pPr>
              <a:defRPr sz="1350" b="0">
                <a:solidFill>
                  <a:srgbClr val="D8D1C5"/>
                </a:solidFill>
                <a:latin typeface="Helvetica Neue"/>
                <a:ea typeface="Helvetica Neue"/>
                <a:cs typeface="Helvetica Neue"/>
              </a:defRPr>
            </a:lvl3pPr>
            <a:lvl4pPr>
              <a:defRPr sz="1350" b="0">
                <a:solidFill>
                  <a:srgbClr val="D8D1C5"/>
                </a:solidFill>
                <a:latin typeface="Helvetica Neue"/>
                <a:ea typeface="Helvetica Neue"/>
                <a:cs typeface="Helvetica Neue"/>
              </a:defRPr>
            </a:lvl4pPr>
            <a:lvl5pPr>
              <a:defRPr sz="1350" b="0">
                <a:solidFill>
                  <a:srgbClr val="D8D1C5"/>
                </a:solidFill>
                <a:latin typeface="Helvetica Neue"/>
                <a:ea typeface="Helvetica Neue"/>
                <a:cs typeface="Helvetica Neue"/>
              </a:defRPr>
            </a:lvl5pPr>
            <a:lvl6pPr>
              <a:defRPr sz="1350" b="0">
                <a:solidFill>
                  <a:srgbClr val="D8D1C5"/>
                </a:solidFill>
                <a:latin typeface="Helvetica Neue"/>
                <a:ea typeface="Helvetica Neue"/>
                <a:cs typeface="Helvetica Neue"/>
              </a:defRPr>
            </a:lvl6pPr>
            <a:lvl7pPr>
              <a:defRPr sz="1350" b="0">
                <a:solidFill>
                  <a:srgbClr val="D8D1C5"/>
                </a:solidFill>
                <a:latin typeface="Helvetica Neue"/>
                <a:ea typeface="Helvetica Neue"/>
                <a:cs typeface="Helvetica Neue"/>
              </a:defRPr>
            </a:lvl7pPr>
            <a:lvl8pPr>
              <a:defRPr sz="1350" b="0">
                <a:solidFill>
                  <a:srgbClr val="D8D1C5"/>
                </a:solidFill>
                <a:latin typeface="Helvetica Neue"/>
                <a:ea typeface="Helvetica Neue"/>
                <a:cs typeface="Helvetica Neue"/>
              </a:defRPr>
            </a:lvl8pPr>
            <a:lvl9pPr>
              <a:defRPr sz="1350" b="0">
                <a:solidFill>
                  <a:srgbClr val="D8D1C5"/>
                </a:solidFill>
                <a:latin typeface="Helvetica Neue"/>
                <a:ea typeface="Helvetica Neue"/>
                <a:cs typeface="Helvetica Neue"/>
              </a:defRPr>
            </a:lvl9pPr>
          </a:lstStyle>
          <a:p xmlns:a="http://schemas.openxmlformats.org/drawingml/2006/main">
            <a:pPr>
              <a:defRPr sz="1350" b="0">
                <a:solidFill>
                  <a:srgbClr val="D8D1C5"/>
                </a:solidFill>
                <a:latin typeface="Helvetica Neue"/>
                <a:ea typeface="Helvetica Neue"/>
                <a:cs typeface="Helvetica Neue"/>
              </a:defRPr>
            </a:pPr>
            <a:r>
              <a:rPr sz="1350" b="0">
                <a:solidFill>
                  <a:srgbClr val="D8D1C5"/>
                </a:solidFill>
                <a:latin typeface="Helvetica Neue"/>
                <a:ea typeface="Helvetica Neue"/>
                <a:cs typeface="Helvetica Neue"/>
              </a:rPr>
              <a:t>OSC messages received in Max</a:t>
            </a:r>
          </a:p>
        </p:txBody>
      </p:sp>
    </p:spTree>
    <p:extLst>
      <p:ext uri="{BB962C8B-B14F-4D97-AF65-F5344CB8AC3E}">
        <p14:creationId xmlns:p14="http://schemas.microsoft.com/office/powerpoint/2010/main" val="940728359"/>
      </p:ext>
    </p:extLst>
  </p:cSld>
  <p:extLst>
    <p:ext uri="{6950BFC3-D8DA-4A85-94F7-54DA5524770B}">
      <p188:commentRel xmlns:r="http://schemas.openxmlformats.org/officeDocument/2006/relationships" xmlns:p188="http://schemas.microsoft.com/office/powerpoint/2018/8/main" r:id="Re320cde61eef42cf"/>
    </p:ext>
  </p:extLst>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DBF3C67-6E3C-48DB-9095-B8C29C925F5B}"/>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Parser revisions</a:t>
            </a:r>
          </a:p>
        </p:txBody>
      </p:sp>
      <p:sp>
        <p:nvSpPr>
          <p:cNvPr id="2" name="accent">
            <a:extLst xmlns:a="http://schemas.openxmlformats.org/drawingml/2006/main">
              <a:ext uri="{FF2B5EF4-FFF2-40B4-BE49-F238E27FC236}">
                <a16:creationId xmlns:a16="http://schemas.microsoft.com/office/drawing/2014/main" id="{034B3478-E087-48F0-B12B-CDB73AD80F3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FA102797-DBDA-4B1D-9D03-8011CAE364A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06</a:t>
            </a:r>
          </a:p>
        </p:txBody>
      </p:sp>
      <p:graphicFrame>
        <p:nvGraphicFramePr>
          <p:cNvPr id="4" name="">
            <a:extLst xmlns:a="http://schemas.openxmlformats.org/drawingml/2006/main">
              <a:ext uri="{FF2B5EF4-FFF2-40B4-BE49-F238E27FC236}">
                <a16:creationId xmlns:a16="http://schemas.microsoft.com/office/drawing/2014/main" id="{409D4827-56E8-4397-8D1D-E471C1767B02}"/>
              </a:ext>
            </a:extLst>
          </p:cNvPr>
          <p:cNvGraphicFramePr/>
          <p:nvPr/>
        </p:nvGraphicFramePr>
        <p:xfrm>
          <a:off xmlns:a="http://schemas.openxmlformats.org/drawingml/2006/main" x="685800" y="1743075"/>
          <a:ext xmlns:a="http://schemas.openxmlformats.org/drawingml/2006/main" cx="10820400" cy="3486150"/>
        </p:xfrm>
        <a:graphic xmlns:a="http://schemas.openxmlformats.org/drawingml/2006/main">
          <a:graphicData uri="http://schemas.openxmlformats.org/drawingml/2006/table">
            <a:tbl>
              <a:tblPr firstRow="0" bandRow="0"/>
              <a:tblGrid>
                <a:gridCol w="2447925"/>
                <a:gridCol w="3752850"/>
                <a:gridCol w="4619625"/>
              </a:tblGrid>
              <a:tr h="871538">
                <a:tc>
                  <a:txBody>
                    <a:bodyPr/>
                    <a:lstStyle/>
                    <a:p>
                      <a:r>
                        <a:rPr sz="1575" b="1">
                          <a:solidFill>
                            <a:srgbClr val="FFFFFF"/>
                          </a:solidFill>
                          <a:latin typeface="Helvetica Neue"/>
                          <a:ea typeface="Helvetica Neue"/>
                          <a:cs typeface="Helvetica Neue"/>
                        </a:rPr>
                        <a:t>Attempt</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Problem observed</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approach</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871538">
                <a:tc>
                  <a:txBody>
                    <a:bodyPr/>
                    <a:lstStyle/>
                    <a:p>
                      <a:r>
                        <a:rPr sz="1875" b="1">
                          <a:solidFill>
                            <a:srgbClr val="171A1D"/>
                          </a:solidFill>
                          <a:latin typeface="Helvetica Neue"/>
                          <a:ea typeface="Helvetica Neue"/>
                          <a:cs typeface="Helvetica Neue"/>
                        </a:rPr>
                        <a:t>Regex parser</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Rigid phrase patterns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Keep as an error fallback</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71538">
                <a:tc>
                  <a:txBody>
                    <a:bodyPr/>
                    <a:lstStyle/>
                    <a:p>
                      <a:r>
                        <a:rPr sz="1875" b="1">
                          <a:solidFill>
                            <a:srgbClr val="171A1D"/>
                          </a:solidFill>
                          <a:latin typeface="Helvetica Neue"/>
                          <a:ea typeface="Helvetica Neue"/>
                          <a:cs typeface="Helvetica Neue"/>
                        </a:rPr>
                        <a:t>Rules-only prompt</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Missing fields and</a:t>
                      </a:r>
                    </a:p>
                    <a:p>
                      <a:r>
                        <a:rPr sz="1875" b="0">
                          <a:solidFill>
                            <a:srgbClr val="171A1D"/>
                          </a:solidFill>
                          <a:latin typeface="Helvetica Neue"/>
                          <a:ea typeface="Helvetica Neue"/>
                          <a:cs typeface="Helvetica Neue"/>
                        </a:rPr>
                        <a:t>wrong clarification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Decision steps with</a:t>
                      </a:r>
                    </a:p>
                    <a:p>
                      <a:r>
                        <a:rPr sz="1875" b="0">
                          <a:solidFill>
                            <a:srgbClr val="171A1D"/>
                          </a:solidFill>
                          <a:latin typeface="Helvetica Neue"/>
                          <a:ea typeface="Helvetica Neue"/>
                          <a:cs typeface="Helvetica Neue"/>
                        </a:rPr>
                        <a:t>34 examples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71538">
                <a:tc>
                  <a:txBody>
                    <a:bodyPr/>
                    <a:lstStyle/>
                    <a:p>
                      <a:r>
                        <a:rPr sz="1875" b="1">
                          <a:solidFill>
                            <a:srgbClr val="171A1D"/>
                          </a:solidFill>
                          <a:latin typeface="Helvetica Neue"/>
                          <a:ea typeface="Helvetica Neue"/>
                          <a:cs typeface="Helvetica Neue"/>
                        </a:rPr>
                        <a:t>Model-only corrections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Kept both instruments</a:t>
                      </a:r>
                    </a:p>
                    <a:p>
                      <a:r>
                        <a:rPr sz="1875" b="0">
                          <a:solidFill>
                            <a:srgbClr val="171A1D"/>
                          </a:solidFill>
                          <a:latin typeface="Helvetica Neue"/>
                          <a:ea typeface="Helvetica Neue"/>
                          <a:cs typeface="Helvetica Neue"/>
                        </a:rPr>
                        <a:t>after a correction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Python handles corrections</a:t>
                      </a:r>
                    </a:p>
                    <a:p>
                      <a:r>
                        <a:rPr sz="1875" b="0">
                          <a:solidFill>
                            <a:srgbClr val="171A1D"/>
                          </a:solidFill>
                          <a:latin typeface="Helvetica Neue"/>
                          <a:ea typeface="Helvetica Neue"/>
                          <a:cs typeface="Helvetica Neue"/>
                        </a:rPr>
                        <a:t>and exclusions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5" name="text">
            <a:extLst xmlns:a="http://schemas.openxmlformats.org/drawingml/2006/main">
              <a:ext uri="{FF2B5EF4-FFF2-40B4-BE49-F238E27FC236}">
                <a16:creationId xmlns:a16="http://schemas.microsoft.com/office/drawing/2014/main" id="{6DEE3A4B-F180-42F1-AC35-FEB94E838B24}"/>
              </a:ext>
            </a:extLst>
          </p:cNvPr>
          <p:cNvSpPr>
            <a:spLocks xmlns:a="http://schemas.openxmlformats.org/drawingml/2006/main" noGrp="1"/>
          </p:cNvSpPr>
          <p:nvPr/>
        </p:nvSpPr>
        <p:spPr>
          <a:xfrm xmlns:a="http://schemas.openxmlformats.org/drawingml/2006/main">
            <a:off x="714375" y="5619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The parser now runs locally through Ollama with Qwen2.5:7b.</a:t>
            </a:r>
          </a:p>
        </p:txBody>
      </p:sp>
      <p:sp>
        <p:nvSpPr>
          <p:cNvPr id="6" name="text">
            <a:extLst xmlns:a="http://schemas.openxmlformats.org/drawingml/2006/main">
              <a:ext uri="{FF2B5EF4-FFF2-40B4-BE49-F238E27FC236}">
                <a16:creationId xmlns:a16="http://schemas.microsoft.com/office/drawing/2014/main" id="{40C438D5-D8CA-4488-A5C1-400FC9D60723}"/>
              </a:ext>
            </a:extLst>
          </p:cNvPr>
          <p:cNvSpPr>
            <a:spLocks xmlns:a="http://schemas.openxmlformats.org/drawingml/2006/main" noGrp="1"/>
          </p:cNvSpPr>
          <p:nvPr/>
        </p:nvSpPr>
        <p:spPr>
          <a:xfrm xmlns:a="http://schemas.openxmlformats.org/drawingml/2006/main">
            <a:off x="714375" y="610552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Local inference replaced the API path after development hit rate limits.</a:t>
            </a:r>
          </a:p>
        </p:txBody>
      </p:sp>
    </p:spTree>
    <p:extLst>
      <p:ext uri="{BB962C8B-B14F-4D97-AF65-F5344CB8AC3E}">
        <p14:creationId xmlns:p14="http://schemas.microsoft.com/office/powerpoint/2010/main" val="681130466"/>
      </p:ext>
    </p:extLst>
  </p:cSld>
  <p:extLst>
    <p:ext uri="{6950BFC3-D8DA-4A85-94F7-54DA5524770B}">
      <p188:commentRel xmlns:r="http://schemas.openxmlformats.org/officeDocument/2006/relationships" xmlns:p188="http://schemas.microsoft.com/office/powerpoint/2018/8/main" r:id="R39aef6b4ed804276"/>
    </p:ext>
  </p:extLst>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89A78A04-F998-4AA6-8D28-D9E9BBD78F6E}"/>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Spoken clarification</a:t>
            </a:r>
          </a:p>
        </p:txBody>
      </p:sp>
      <p:sp>
        <p:nvSpPr>
          <p:cNvPr id="2" name="accent">
            <a:extLst xmlns:a="http://schemas.openxmlformats.org/drawingml/2006/main">
              <a:ext uri="{FF2B5EF4-FFF2-40B4-BE49-F238E27FC236}">
                <a16:creationId xmlns:a16="http://schemas.microsoft.com/office/drawing/2014/main" id="{47CBB26E-90C6-4710-A923-A2097CAE6B77}"/>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13AEFF79-47CA-47B1-8987-B702AC886277}"/>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07</a:t>
            </a:r>
          </a:p>
        </p:txBody>
      </p:sp>
      <p:sp>
        <p:nvSpPr>
          <p:cNvPr id="4" name="text">
            <a:extLst xmlns:a="http://schemas.openxmlformats.org/drawingml/2006/main">
              <a:ext uri="{FF2B5EF4-FFF2-40B4-BE49-F238E27FC236}">
                <a16:creationId xmlns:a16="http://schemas.microsoft.com/office/drawing/2014/main" id="{AC34FA28-AE80-47A8-B851-F8A91B46EF44}"/>
              </a:ext>
            </a:extLst>
          </p:cNvPr>
          <p:cNvSpPr>
            <a:spLocks xmlns:a="http://schemas.openxmlformats.org/drawingml/2006/main" noGrp="1"/>
          </p:cNvSpPr>
          <p:nvPr/>
        </p:nvSpPr>
        <p:spPr>
          <a:xfrm xmlns:a="http://schemas.openxmlformats.org/drawingml/2006/main">
            <a:off x="714375" y="162877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C776F"/>
                </a:solidFill>
                <a:latin typeface="Helvetica Neue"/>
                <a:ea typeface="Helvetica Neue"/>
                <a:cs typeface="Helvetica Neue"/>
              </a:defRPr>
            </a:defPPr>
            <a:lvl1pPr>
              <a:defRPr sz="1725" b="0">
                <a:solidFill>
                  <a:srgbClr val="7C776F"/>
                </a:solidFill>
                <a:latin typeface="Helvetica Neue"/>
                <a:ea typeface="Helvetica Neue"/>
                <a:cs typeface="Helvetica Neue"/>
              </a:defRPr>
            </a:lvl1pPr>
            <a:lvl2pPr>
              <a:defRPr sz="1725" b="0">
                <a:solidFill>
                  <a:srgbClr val="7C776F"/>
                </a:solidFill>
                <a:latin typeface="Helvetica Neue"/>
                <a:ea typeface="Helvetica Neue"/>
                <a:cs typeface="Helvetica Neue"/>
              </a:defRPr>
            </a:lvl2pPr>
            <a:lvl3pPr>
              <a:defRPr sz="1725" b="0">
                <a:solidFill>
                  <a:srgbClr val="7C776F"/>
                </a:solidFill>
                <a:latin typeface="Helvetica Neue"/>
                <a:ea typeface="Helvetica Neue"/>
                <a:cs typeface="Helvetica Neue"/>
              </a:defRPr>
            </a:lvl3pPr>
            <a:lvl4pPr>
              <a:defRPr sz="1725" b="0">
                <a:solidFill>
                  <a:srgbClr val="7C776F"/>
                </a:solidFill>
                <a:latin typeface="Helvetica Neue"/>
                <a:ea typeface="Helvetica Neue"/>
                <a:cs typeface="Helvetica Neue"/>
              </a:defRPr>
            </a:lvl4pPr>
            <a:lvl5pPr>
              <a:defRPr sz="1725" b="0">
                <a:solidFill>
                  <a:srgbClr val="7C776F"/>
                </a:solidFill>
                <a:latin typeface="Helvetica Neue"/>
                <a:ea typeface="Helvetica Neue"/>
                <a:cs typeface="Helvetica Neue"/>
              </a:defRPr>
            </a:lvl5pPr>
            <a:lvl6pPr>
              <a:defRPr sz="1725" b="0">
                <a:solidFill>
                  <a:srgbClr val="7C776F"/>
                </a:solidFill>
                <a:latin typeface="Helvetica Neue"/>
                <a:ea typeface="Helvetica Neue"/>
                <a:cs typeface="Helvetica Neue"/>
              </a:defRPr>
            </a:lvl6pPr>
            <a:lvl7pPr>
              <a:defRPr sz="1725" b="0">
                <a:solidFill>
                  <a:srgbClr val="7C776F"/>
                </a:solidFill>
                <a:latin typeface="Helvetica Neue"/>
                <a:ea typeface="Helvetica Neue"/>
                <a:cs typeface="Helvetica Neue"/>
              </a:defRPr>
            </a:lvl7pPr>
            <a:lvl8pPr>
              <a:defRPr sz="1725" b="0">
                <a:solidFill>
                  <a:srgbClr val="7C776F"/>
                </a:solidFill>
                <a:latin typeface="Helvetica Neue"/>
                <a:ea typeface="Helvetica Neue"/>
                <a:cs typeface="Helvetica Neue"/>
              </a:defRPr>
            </a:lvl8pPr>
            <a:lvl9pPr>
              <a:defRPr sz="1725" b="0">
                <a:solidFill>
                  <a:srgbClr val="7C776F"/>
                </a:solidFill>
                <a:latin typeface="Helvetica Neue"/>
                <a:ea typeface="Helvetica Neue"/>
                <a:cs typeface="Helvetica Neue"/>
              </a:defRPr>
            </a:lvl9pPr>
          </a:lstStyle>
          <a:p xmlns:a="http://schemas.openxmlformats.org/drawingml/2006/main">
            <a:pPr>
              <a:defRPr sz="1725" b="0">
                <a:solidFill>
                  <a:srgbClr val="7C776F"/>
                </a:solidFill>
                <a:latin typeface="Helvetica Neue"/>
                <a:ea typeface="Helvetica Neue"/>
                <a:cs typeface="Helvetica Neue"/>
              </a:defRPr>
            </a:pPr>
            <a:r>
              <a:rPr sz="1725" b="0">
                <a:solidFill>
                  <a:srgbClr val="7C776F"/>
                </a:solidFill>
                <a:latin typeface="Helvetica Neue"/>
                <a:ea typeface="Helvetica Neue"/>
                <a:cs typeface="Helvetica Neue"/>
              </a:rPr>
              <a:t>Selected measure 2</a:t>
            </a:r>
          </a:p>
        </p:txBody>
      </p:sp>
      <p:sp>
        <p:nvSpPr>
          <p:cNvPr id="5" name="text">
            <a:extLst xmlns:a="http://schemas.openxmlformats.org/drawingml/2006/main">
              <a:ext uri="{FF2B5EF4-FFF2-40B4-BE49-F238E27FC236}">
                <a16:creationId xmlns:a16="http://schemas.microsoft.com/office/drawing/2014/main" id="{59DC1E0D-D355-40E8-B02A-0E6AB8B689E0}"/>
              </a:ext>
            </a:extLst>
          </p:cNvPr>
          <p:cNvSpPr>
            <a:spLocks xmlns:a="http://schemas.openxmlformats.org/drawingml/2006/main" noGrp="1"/>
          </p:cNvSpPr>
          <p:nvPr/>
        </p:nvSpPr>
        <p:spPr>
          <a:xfrm xmlns:a="http://schemas.openxmlformats.org/drawingml/2006/main">
            <a:off x="714375" y="23526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xmlns:a="http://schemas.openxmlformats.org/drawingml/2006/main">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6" name="text">
            <a:extLst xmlns:a="http://schemas.openxmlformats.org/drawingml/2006/main">
              <a:ext uri="{FF2B5EF4-FFF2-40B4-BE49-F238E27FC236}">
                <a16:creationId xmlns:a16="http://schemas.microsoft.com/office/drawing/2014/main" id="{3BB3D2CA-F44C-41D2-91CC-D8CFF3F6F860}"/>
              </a:ext>
            </a:extLst>
          </p:cNvPr>
          <p:cNvSpPr>
            <a:spLocks xmlns:a="http://schemas.openxmlformats.org/drawingml/2006/main" noGrp="1"/>
          </p:cNvSpPr>
          <p:nvPr/>
        </p:nvSpPr>
        <p:spPr>
          <a:xfrm xmlns:a="http://schemas.openxmlformats.org/drawingml/2006/main">
            <a:off x="2495550" y="230505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xmlns:a="http://schemas.openxmlformats.org/drawingml/2006/main">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“Play flute.”</a:t>
            </a:r>
          </a:p>
        </p:txBody>
      </p:sp>
      <p:sp>
        <p:nvSpPr>
          <p:cNvPr id="7" name="accent">
            <a:extLst xmlns:a="http://schemas.openxmlformats.org/drawingml/2006/main">
              <a:ext uri="{FF2B5EF4-FFF2-40B4-BE49-F238E27FC236}">
                <a16:creationId xmlns:a16="http://schemas.microsoft.com/office/drawing/2014/main" id="{FA4B4264-ABAF-4339-AF00-4F5F19705A57}"/>
              </a:ext>
            </a:extLst>
          </p:cNvPr>
          <p:cNvSpPr>
            <a:spLocks xmlns:a="http://schemas.openxmlformats.org/drawingml/2006/main" noGrp="1"/>
          </p:cNvSpPr>
          <p:nvPr/>
        </p:nvSpPr>
        <p:spPr>
          <a:xfrm xmlns:a="http://schemas.openxmlformats.org/drawingml/2006/main">
            <a:off x="2495550" y="3114675"/>
            <a:ext cx="87630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5382AE4-1D31-49CE-9751-1E2D754EC6FC}"/>
              </a:ext>
            </a:extLst>
          </p:cNvPr>
          <p:cNvSpPr>
            <a:spLocks xmlns:a="http://schemas.openxmlformats.org/drawingml/2006/main" noGrp="1"/>
          </p:cNvSpPr>
          <p:nvPr/>
        </p:nvSpPr>
        <p:spPr>
          <a:xfrm xmlns:a="http://schemas.openxmlformats.org/drawingml/2006/main">
            <a:off x="714375" y="339090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xmlns:a="http://schemas.openxmlformats.org/drawingml/2006/main">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System</a:t>
            </a:r>
          </a:p>
        </p:txBody>
      </p:sp>
      <p:sp>
        <p:nvSpPr>
          <p:cNvPr id="9" name="text">
            <a:extLst xmlns:a="http://schemas.openxmlformats.org/drawingml/2006/main">
              <a:ext uri="{FF2B5EF4-FFF2-40B4-BE49-F238E27FC236}">
                <a16:creationId xmlns:a16="http://schemas.microsoft.com/office/drawing/2014/main" id="{274434E5-E8A2-4353-BA76-8CD16D98EFA5}"/>
              </a:ext>
            </a:extLst>
          </p:cNvPr>
          <p:cNvSpPr>
            <a:spLocks xmlns:a="http://schemas.openxmlformats.org/drawingml/2006/main" noGrp="1"/>
          </p:cNvSpPr>
          <p:nvPr/>
        </p:nvSpPr>
        <p:spPr>
          <a:xfrm xmlns:a="http://schemas.openxmlformats.org/drawingml/2006/main">
            <a:off x="2495550" y="3343275"/>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“Flute one, flute two, or both?”</a:t>
            </a:r>
          </a:p>
        </p:txBody>
      </p:sp>
      <p:sp>
        <p:nvSpPr>
          <p:cNvPr id="10" name="accent">
            <a:extLst xmlns:a="http://schemas.openxmlformats.org/drawingml/2006/main">
              <a:ext uri="{FF2B5EF4-FFF2-40B4-BE49-F238E27FC236}">
                <a16:creationId xmlns:a16="http://schemas.microsoft.com/office/drawing/2014/main" id="{256B035E-E95E-494E-A481-85BB1809B8BE}"/>
              </a:ext>
            </a:extLst>
          </p:cNvPr>
          <p:cNvSpPr>
            <a:spLocks xmlns:a="http://schemas.openxmlformats.org/drawingml/2006/main" noGrp="1"/>
          </p:cNvSpPr>
          <p:nvPr/>
        </p:nvSpPr>
        <p:spPr>
          <a:xfrm xmlns:a="http://schemas.openxmlformats.org/drawingml/2006/main">
            <a:off x="2495550" y="4152900"/>
            <a:ext cx="876300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9B35438-0D4C-4750-8DE3-B80EBCFFE984}"/>
              </a:ext>
            </a:extLst>
          </p:cNvPr>
          <p:cNvSpPr>
            <a:spLocks xmlns:a="http://schemas.openxmlformats.org/drawingml/2006/main" noGrp="1"/>
          </p:cNvSpPr>
          <p:nvPr/>
        </p:nvSpPr>
        <p:spPr>
          <a:xfrm xmlns:a="http://schemas.openxmlformats.org/drawingml/2006/main">
            <a:off x="714375" y="442912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xmlns:a="http://schemas.openxmlformats.org/drawingml/2006/main">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12" name="text">
            <a:extLst xmlns:a="http://schemas.openxmlformats.org/drawingml/2006/main">
              <a:ext uri="{FF2B5EF4-FFF2-40B4-BE49-F238E27FC236}">
                <a16:creationId xmlns:a16="http://schemas.microsoft.com/office/drawing/2014/main" id="{CD2D17BC-819B-43B5-A292-2B9B62630DF5}"/>
              </a:ext>
            </a:extLst>
          </p:cNvPr>
          <p:cNvSpPr>
            <a:spLocks xmlns:a="http://schemas.openxmlformats.org/drawingml/2006/main" noGrp="1"/>
          </p:cNvSpPr>
          <p:nvPr/>
        </p:nvSpPr>
        <p:spPr>
          <a:xfrm xmlns:a="http://schemas.openxmlformats.org/drawingml/2006/main">
            <a:off x="2495550" y="4381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xmlns:a="http://schemas.openxmlformats.org/drawingml/2006/main">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“Flute one.”</a:t>
            </a:r>
          </a:p>
        </p:txBody>
      </p:sp>
      <p:sp>
        <p:nvSpPr>
          <p:cNvPr id="13" name="accent">
            <a:extLst xmlns:a="http://schemas.openxmlformats.org/drawingml/2006/main">
              <a:ext uri="{FF2B5EF4-FFF2-40B4-BE49-F238E27FC236}">
                <a16:creationId xmlns:a16="http://schemas.microsoft.com/office/drawing/2014/main" id="{0A9E1E76-D703-4405-B2F9-9F9AE8F0BE30}"/>
              </a:ext>
            </a:extLst>
          </p:cNvPr>
          <p:cNvSpPr>
            <a:spLocks xmlns:a="http://schemas.openxmlformats.org/drawingml/2006/main" noGrp="1"/>
          </p:cNvSpPr>
          <p:nvPr/>
        </p:nvSpPr>
        <p:spPr>
          <a:xfrm xmlns:a="http://schemas.openxmlformats.org/drawingml/2006/main">
            <a:off x="714375" y="5648325"/>
            <a:ext cx="10763250" cy="381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7D9FA1E-26B6-4B21-86BE-8ED11E50D5BB}"/>
              </a:ext>
            </a:extLst>
          </p:cNvPr>
          <p:cNvSpPr>
            <a:spLocks xmlns:a="http://schemas.openxmlformats.org/drawingml/2006/main" noGrp="1"/>
          </p:cNvSpPr>
          <p:nvPr/>
        </p:nvSpPr>
        <p:spPr>
          <a:xfrm xmlns:a="http://schemas.openxmlformats.org/drawingml/2006/main">
            <a:off x="714375" y="59150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1A1D"/>
                </a:solidFill>
                <a:latin typeface="Helvetica Neue"/>
                <a:ea typeface="Helvetica Neue"/>
                <a:cs typeface="Helvetica Neue"/>
              </a:defRPr>
            </a:defPPr>
            <a:lvl1pPr>
              <a:defRPr sz="2100" b="1">
                <a:solidFill>
                  <a:srgbClr val="171A1D"/>
                </a:solidFill>
                <a:latin typeface="Helvetica Neue"/>
                <a:ea typeface="Helvetica Neue"/>
                <a:cs typeface="Helvetica Neue"/>
              </a:defRPr>
            </a:lvl1pPr>
            <a:lvl2pPr>
              <a:defRPr sz="2100" b="1">
                <a:solidFill>
                  <a:srgbClr val="171A1D"/>
                </a:solidFill>
                <a:latin typeface="Helvetica Neue"/>
                <a:ea typeface="Helvetica Neue"/>
                <a:cs typeface="Helvetica Neue"/>
              </a:defRPr>
            </a:lvl2pPr>
            <a:lvl3pPr>
              <a:defRPr sz="2100" b="1">
                <a:solidFill>
                  <a:srgbClr val="171A1D"/>
                </a:solidFill>
                <a:latin typeface="Helvetica Neue"/>
                <a:ea typeface="Helvetica Neue"/>
                <a:cs typeface="Helvetica Neue"/>
              </a:defRPr>
            </a:lvl3pPr>
            <a:lvl4pPr>
              <a:defRPr sz="2100" b="1">
                <a:solidFill>
                  <a:srgbClr val="171A1D"/>
                </a:solidFill>
                <a:latin typeface="Helvetica Neue"/>
                <a:ea typeface="Helvetica Neue"/>
                <a:cs typeface="Helvetica Neue"/>
              </a:defRPr>
            </a:lvl4pPr>
            <a:lvl5pPr>
              <a:defRPr sz="2100" b="1">
                <a:solidFill>
                  <a:srgbClr val="171A1D"/>
                </a:solidFill>
                <a:latin typeface="Helvetica Neue"/>
                <a:ea typeface="Helvetica Neue"/>
                <a:cs typeface="Helvetica Neue"/>
              </a:defRPr>
            </a:lvl5pPr>
            <a:lvl6pPr>
              <a:defRPr sz="2100" b="1">
                <a:solidFill>
                  <a:srgbClr val="171A1D"/>
                </a:solidFill>
                <a:latin typeface="Helvetica Neue"/>
                <a:ea typeface="Helvetica Neue"/>
                <a:cs typeface="Helvetica Neue"/>
              </a:defRPr>
            </a:lvl6pPr>
            <a:lvl7pPr>
              <a:defRPr sz="2100" b="1">
                <a:solidFill>
                  <a:srgbClr val="171A1D"/>
                </a:solidFill>
                <a:latin typeface="Helvetica Neue"/>
                <a:ea typeface="Helvetica Neue"/>
                <a:cs typeface="Helvetica Neue"/>
              </a:defRPr>
            </a:lvl7pPr>
            <a:lvl8pPr>
              <a:defRPr sz="2100" b="1">
                <a:solidFill>
                  <a:srgbClr val="171A1D"/>
                </a:solidFill>
                <a:latin typeface="Helvetica Neue"/>
                <a:ea typeface="Helvetica Neue"/>
                <a:cs typeface="Helvetica Neue"/>
              </a:defRPr>
            </a:lvl8pPr>
            <a:lvl9pPr>
              <a:defRPr sz="2100" b="1">
                <a:solidFill>
                  <a:srgbClr val="171A1D"/>
                </a:solidFill>
                <a:latin typeface="Helvetica Neue"/>
                <a:ea typeface="Helvetica Neue"/>
                <a:cs typeface="Helvetica Neue"/>
              </a:defRPr>
            </a:lvl9pPr>
          </a:lstStyle>
          <a:p xmlns:a="http://schemas.openxmlformats.org/drawingml/2006/main">
            <a:pPr>
              <a:defRPr sz="2100" b="1">
                <a:solidFill>
                  <a:srgbClr val="171A1D"/>
                </a:solidFill>
                <a:latin typeface="Helvetica Neue"/>
                <a:ea typeface="Helvetica Neue"/>
                <a:cs typeface="Helvetica Neue"/>
              </a:defRPr>
            </a:pPr>
            <a:r>
              <a:rPr sz="2100" b="1">
                <a:solidFill>
                  <a:srgbClr val="171A1D"/>
                </a:solidFill>
                <a:latin typeface="Helvetica Neue"/>
                <a:ea typeface="Helvetica Neue"/>
                <a:cs typeface="Helvetica Neue"/>
              </a:rPr>
              <a:t>The answer keeps the original measure and starts Flute 1.</a:t>
            </a:r>
          </a:p>
        </p:txBody>
      </p:sp>
    </p:spTree>
    <p:extLst>
      <p:ext uri="{BB962C8B-B14F-4D97-AF65-F5344CB8AC3E}">
        <p14:creationId xmlns:p14="http://schemas.microsoft.com/office/powerpoint/2010/main" val="796785279"/>
      </p:ext>
    </p:extLst>
  </p:cSld>
  <p:extLst>
    <p:ext uri="{6950BFC3-D8DA-4A85-94F7-54DA5524770B}">
      <p188:commentRel xmlns:r="http://schemas.openxmlformats.org/officeDocument/2006/relationships" xmlns:p188="http://schemas.microsoft.com/office/powerpoint/2018/8/main" r:id="Re05e85fd0dd74852"/>
    </p:ext>
  </p:extLst>
</p:sld>
</file>

<file path=ppt/slides/slide8.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371CCEC-3DD4-4973-9381-9F4050C99251}"/>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Recorded demonstration</a:t>
            </a:r>
          </a:p>
        </p:txBody>
      </p:sp>
      <p:sp>
        <p:nvSpPr>
          <p:cNvPr id="2" name="accent">
            <a:extLst xmlns:a="http://schemas.openxmlformats.org/drawingml/2006/main">
              <a:ext uri="{FF2B5EF4-FFF2-40B4-BE49-F238E27FC236}">
                <a16:creationId xmlns:a16="http://schemas.microsoft.com/office/drawing/2014/main" id="{CB3BE923-CB20-47F0-97D4-9FC1BEAC65F1}"/>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65D7F2F3-06C7-41E0-8A0D-4F40A231478C}"/>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08</a:t>
            </a:r>
          </a:p>
        </p:txBody>
      </p:sp>
      <p:pic>
        <p:nvPicPr>
          <p:cNvPr id="4" name="Current prototype demonstration" descr="Recorded developer demonstration. Click to play the embedded video.">
            <ns0:hlinkClick xmlns:ns0="http://schemas.openxmlformats.org/drawingml/2006/main" action="ppaction://media"/>
            <a:extLst xmlns:a="http://schemas.openxmlformats.org/drawingml/2006/main">
              <a:ext uri="{FF2B5EF4-FFF2-40B4-BE49-F238E27FC236}">
                <a16:creationId xmlns:a16="http://schemas.microsoft.com/office/drawing/2014/main" id="{543EDEBB-60CE-498E-B538-C9A2B9BFCBA2}"/>
              </a:ext>
            </a:extLst>
          </p:cNvPr>
          <p:cNvPicPr>
            <a:picLocks xmlns:a="http://schemas.openxmlformats.org/drawingml/2006/main" noChangeAspect="1"/>
          </p:cNvPicPr>
          <p:nvPr>
            <ns0:videoFile xmlns:ns0="http://schemas.openxmlformats.org/drawingml/2006/main" xmlns:ns1="http://schemas.openxmlformats.org/officeDocument/2006/relationships" ns1:link="rIdDemoVideo"/>
            <p:extLst>
              <p:ext uri="{DAA4B4D4-D01A-418F-89A0-4504762567E2}">
                <p14:media xmlns:p14="http://schemas.microsoft.com/office/powerpoint/2010/main" xmlns:ns2="http://schemas.openxmlformats.org/officeDocument/2006/relationships" ns2:embed="rIdDemoMedia"/>
              </p:ext>
            </p:extLst>
          </p:nvPr>
        </p:nvPicPr>
        <p:blipFill>
          <a:blip xmlns:r="http://schemas.openxmlformats.org/officeDocument/2006/relationships" xmlns:a="http://schemas.openxmlformats.org/drawingml/2006/main" r:embed="R42078e4b9a054c9e"/>
          <a:stretch xmlns:a="http://schemas.openxmlformats.org/drawingml/2006/main"/>
        </p:blipFill>
        <p:spPr>
          <a:xfrm xmlns:a="http://schemas.openxmlformats.org/drawingml/2006/main">
            <a:off x="687917" y="1628775"/>
            <a:ext cx="8111067" cy="4562475"/>
          </a:xfrm>
          <a:prstGeom xmlns:a="http://schemas.openxmlformats.org/drawingml/2006/main" prst="rect">
            <a:avLst/>
          </a:prstGeom>
        </p:spPr>
      </p:pic>
      <p:sp>
        <p:nvSpPr>
          <p:cNvPr id="5" name="accent">
            <a:extLst xmlns:a="http://schemas.openxmlformats.org/drawingml/2006/main">
              <a:ext uri="{FF2B5EF4-FFF2-40B4-BE49-F238E27FC236}">
                <a16:creationId xmlns:a16="http://schemas.microsoft.com/office/drawing/2014/main" id="{73B9CEB6-AB0B-44AD-98AB-FC7411AED6D9}"/>
              </a:ext>
            </a:extLst>
          </p:cNvPr>
          <p:cNvSpPr>
            <a:spLocks xmlns:a="http://schemas.openxmlformats.org/drawingml/2006/main" noGrp="1"/>
          </p:cNvSpPr>
          <p:nvPr/>
        </p:nvSpPr>
        <p:spPr>
          <a:xfrm xmlns:a="http://schemas.openxmlformats.org/drawingml/2006/main">
            <a:off x="685800" y="1571625"/>
            <a:ext cx="811530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BE586908-8CD8-4066-820C-D97143B46BF2}"/>
              </a:ext>
            </a:extLst>
          </p:cNvPr>
          <p:cNvSpPr>
            <a:spLocks xmlns:a="http://schemas.openxmlformats.org/drawingml/2006/main" noGrp="1"/>
          </p:cNvSpPr>
          <p:nvPr/>
        </p:nvSpPr>
        <p:spPr>
          <a:xfrm xmlns:a="http://schemas.openxmlformats.org/drawingml/2006/main">
            <a:off x="9144000" y="17430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Current prototype</a:t>
            </a:r>
          </a:p>
        </p:txBody>
      </p:sp>
      <p:sp>
        <p:nvSpPr>
          <p:cNvPr id="7" name="text">
            <a:extLst xmlns:a="http://schemas.openxmlformats.org/drawingml/2006/main">
              <a:ext uri="{FF2B5EF4-FFF2-40B4-BE49-F238E27FC236}">
                <a16:creationId xmlns:a16="http://schemas.microsoft.com/office/drawing/2014/main" id="{A86C4430-361A-478B-9AB7-83D96B443798}"/>
              </a:ext>
            </a:extLst>
          </p:cNvPr>
          <p:cNvSpPr>
            <a:spLocks xmlns:a="http://schemas.openxmlformats.org/drawingml/2006/main" noGrp="1"/>
          </p:cNvSpPr>
          <p:nvPr/>
        </p:nvSpPr>
        <p:spPr>
          <a:xfrm xmlns:a="http://schemas.openxmlformats.org/drawingml/2006/main">
            <a:off x="9144000" y="2781300"/>
            <a:ext cx="238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Measure selection</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Physical controls</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Voice requests</a:t>
            </a:r>
          </a:p>
          <a:p xmlns:a="http://schemas.openxmlformats.org/drawingml/2006/main">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Max playback</a:t>
            </a:r>
          </a:p>
        </p:txBody>
      </p:sp>
      <p:sp>
        <p:nvSpPr>
          <p:cNvPr id="8" name="text">
            <a:extLst xmlns:a="http://schemas.openxmlformats.org/drawingml/2006/main">
              <a:ext uri="{FF2B5EF4-FFF2-40B4-BE49-F238E27FC236}">
                <a16:creationId xmlns:a16="http://schemas.microsoft.com/office/drawing/2014/main" id="{3FDE503E-5CFA-4E4A-85E9-97AD5512543C}"/>
              </a:ext>
            </a:extLst>
          </p:cNvPr>
          <p:cNvSpPr>
            <a:spLocks xmlns:a="http://schemas.openxmlformats.org/drawingml/2006/main" noGrp="1"/>
          </p:cNvSpPr>
          <p:nvPr/>
        </p:nvSpPr>
        <p:spPr>
          <a:xfrm xmlns:a="http://schemas.openxmlformats.org/drawingml/2006/main">
            <a:off x="9144000" y="5314950"/>
            <a:ext cx="238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CFEA79"/>
                </a:solidFill>
                <a:latin typeface="Helvetica Neue"/>
                <a:ea typeface="Helvetica Neue"/>
                <a:cs typeface="Helvetica Neue"/>
              </a:defRPr>
            </a:defPPr>
            <a:lvl1pPr>
              <a:defRPr sz="1875" b="1">
                <a:solidFill>
                  <a:srgbClr val="CFEA79"/>
                </a:solidFill>
                <a:latin typeface="Helvetica Neue"/>
                <a:ea typeface="Helvetica Neue"/>
                <a:cs typeface="Helvetica Neue"/>
              </a:defRPr>
            </a:lvl1pPr>
            <a:lvl2pPr>
              <a:defRPr sz="1875" b="1">
                <a:solidFill>
                  <a:srgbClr val="CFEA79"/>
                </a:solidFill>
                <a:latin typeface="Helvetica Neue"/>
                <a:ea typeface="Helvetica Neue"/>
                <a:cs typeface="Helvetica Neue"/>
              </a:defRPr>
            </a:lvl2pPr>
            <a:lvl3pPr>
              <a:defRPr sz="1875" b="1">
                <a:solidFill>
                  <a:srgbClr val="CFEA79"/>
                </a:solidFill>
                <a:latin typeface="Helvetica Neue"/>
                <a:ea typeface="Helvetica Neue"/>
                <a:cs typeface="Helvetica Neue"/>
              </a:defRPr>
            </a:lvl3pPr>
            <a:lvl4pPr>
              <a:defRPr sz="1875" b="1">
                <a:solidFill>
                  <a:srgbClr val="CFEA79"/>
                </a:solidFill>
                <a:latin typeface="Helvetica Neue"/>
                <a:ea typeface="Helvetica Neue"/>
                <a:cs typeface="Helvetica Neue"/>
              </a:defRPr>
            </a:lvl4pPr>
            <a:lvl5pPr>
              <a:defRPr sz="1875" b="1">
                <a:solidFill>
                  <a:srgbClr val="CFEA79"/>
                </a:solidFill>
                <a:latin typeface="Helvetica Neue"/>
                <a:ea typeface="Helvetica Neue"/>
                <a:cs typeface="Helvetica Neue"/>
              </a:defRPr>
            </a:lvl5pPr>
            <a:lvl6pPr>
              <a:defRPr sz="1875" b="1">
                <a:solidFill>
                  <a:srgbClr val="CFEA79"/>
                </a:solidFill>
                <a:latin typeface="Helvetica Neue"/>
                <a:ea typeface="Helvetica Neue"/>
                <a:cs typeface="Helvetica Neue"/>
              </a:defRPr>
            </a:lvl6pPr>
            <a:lvl7pPr>
              <a:defRPr sz="1875" b="1">
                <a:solidFill>
                  <a:srgbClr val="CFEA79"/>
                </a:solidFill>
                <a:latin typeface="Helvetica Neue"/>
                <a:ea typeface="Helvetica Neue"/>
                <a:cs typeface="Helvetica Neue"/>
              </a:defRPr>
            </a:lvl7pPr>
            <a:lvl8pPr>
              <a:defRPr sz="1875" b="1">
                <a:solidFill>
                  <a:srgbClr val="CFEA79"/>
                </a:solidFill>
                <a:latin typeface="Helvetica Neue"/>
                <a:ea typeface="Helvetica Neue"/>
                <a:cs typeface="Helvetica Neue"/>
              </a:defRPr>
            </a:lvl8pPr>
            <a:lvl9pPr>
              <a:defRPr sz="1875" b="1">
                <a:solidFill>
                  <a:srgbClr val="CFEA79"/>
                </a:solidFill>
                <a:latin typeface="Helvetica Neue"/>
                <a:ea typeface="Helvetica Neue"/>
                <a:cs typeface="Helvetica Neue"/>
              </a:defRPr>
            </a:lvl9pPr>
          </a:lstStyle>
          <a:p xmlns:a="http://schemas.openxmlformats.org/drawingml/2006/main">
            <a:pPr>
              <a:defRPr sz="1875" b="1">
                <a:solidFill>
                  <a:srgbClr val="CFEA79"/>
                </a:solidFill>
                <a:latin typeface="Helvetica Neue"/>
                <a:ea typeface="Helvetica Neue"/>
                <a:cs typeface="Helvetica Neue"/>
              </a:defRPr>
            </a:pPr>
            <a:r>
              <a:rPr sz="1875" b="1">
                <a:solidFill>
                  <a:srgbClr val="CFEA79"/>
                </a:solidFill>
                <a:latin typeface="Helvetica Neue"/>
                <a:ea typeface="Helvetica Neue"/>
                <a:cs typeface="Helvetica Neue"/>
              </a:rPr>
              <a:t>Click the video to play</a:t>
            </a:r>
          </a:p>
        </p:txBody>
      </p:sp>
    </p:spTree>
    <p:extLst>
      <p:ext uri="{BB962C8B-B14F-4D97-AF65-F5344CB8AC3E}">
        <p14:creationId xmlns:p14="http://schemas.microsoft.com/office/powerpoint/2010/main" val="954146174"/>
      </p:ext>
    </p:extLst>
  </p:cSld>
  <p:extLst>
    <p:ext uri="{6950BFC3-D8DA-4A85-94F7-54DA5524770B}">
      <p188:commentRel xmlns:r="http://schemas.openxmlformats.org/officeDocument/2006/relationships" xmlns:p188="http://schemas.microsoft.com/office/powerpoint/2018/8/main" r:id="R5e26ad509b554888"/>
    </p:ext>
  </p:extLst>
  <p:timing>
    <p:tnLst>
      <p:par>
        <p:cTn id="1" dur="indefinite" restart="never" nodeType="tmRoot">
          <p:childTnLst>
            <p:video>
              <p:cMediaNode vol="100000">
                <p:cTn id="2" fill="hold" display="0">
                  <p:stCondLst>
                    <p:cond delay="indefinite"/>
                  </p:stCondLst>
                </p:cTn>
                <p:tgtEl>
                  <p:spTgt spid="4"/>
                </p:tgtEl>
              </p:cMediaNode>
            </p:video>
          </p:childTnLst>
        </p:cTn>
      </p:par>
    </p:tnLst>
  </p:timing>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03C2E2A-FF52-41DE-BCB0-186D26C2679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Current evidence</a:t>
            </a:r>
          </a:p>
        </p:txBody>
      </p:sp>
      <p:sp>
        <p:nvSpPr>
          <p:cNvPr id="2" name="accent">
            <a:extLst xmlns:a="http://schemas.openxmlformats.org/drawingml/2006/main">
              <a:ext uri="{FF2B5EF4-FFF2-40B4-BE49-F238E27FC236}">
                <a16:creationId xmlns:a16="http://schemas.microsoft.com/office/drawing/2014/main" id="{B8057EBA-6C06-456E-8949-DA345EE9BA4D}"/>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3113C900-541A-427F-91B8-035E9FB125E7}"/>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09</a:t>
            </a:r>
          </a:p>
        </p:txBody>
      </p:sp>
      <p:sp>
        <p:nvSpPr>
          <p:cNvPr id="4" name="text">
            <a:extLst xmlns:a="http://schemas.openxmlformats.org/drawingml/2006/main">
              <a:ext uri="{FF2B5EF4-FFF2-40B4-BE49-F238E27FC236}">
                <a16:creationId xmlns:a16="http://schemas.microsoft.com/office/drawing/2014/main" id="{6B20E460-D7E4-4694-AD92-656A766368B1}"/>
              </a:ext>
            </a:extLst>
          </p:cNvPr>
          <p:cNvSpPr>
            <a:spLocks xmlns:a="http://schemas.openxmlformats.org/drawingml/2006/main" noGrp="1"/>
          </p:cNvSpPr>
          <p:nvPr/>
        </p:nvSpPr>
        <p:spPr>
          <a:xfrm xmlns:a="http://schemas.openxmlformats.org/drawingml/2006/main">
            <a:off x="704850" y="1733550"/>
            <a:ext cx="2428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75" b="1">
                <a:solidFill>
                  <a:srgbClr val="F06C5B"/>
                </a:solidFill>
                <a:latin typeface="Helvetica Neue"/>
                <a:ea typeface="Helvetica Neue"/>
                <a:cs typeface="Helvetica Neue"/>
              </a:defRPr>
            </a:defPPr>
            <a:lvl1pPr>
              <a:defRPr sz="8475" b="1">
                <a:solidFill>
                  <a:srgbClr val="F06C5B"/>
                </a:solidFill>
                <a:latin typeface="Helvetica Neue"/>
                <a:ea typeface="Helvetica Neue"/>
                <a:cs typeface="Helvetica Neue"/>
              </a:defRPr>
            </a:lvl1pPr>
            <a:lvl2pPr>
              <a:defRPr sz="8475" b="1">
                <a:solidFill>
                  <a:srgbClr val="F06C5B"/>
                </a:solidFill>
                <a:latin typeface="Helvetica Neue"/>
                <a:ea typeface="Helvetica Neue"/>
                <a:cs typeface="Helvetica Neue"/>
              </a:defRPr>
            </a:lvl2pPr>
            <a:lvl3pPr>
              <a:defRPr sz="8475" b="1">
                <a:solidFill>
                  <a:srgbClr val="F06C5B"/>
                </a:solidFill>
                <a:latin typeface="Helvetica Neue"/>
                <a:ea typeface="Helvetica Neue"/>
                <a:cs typeface="Helvetica Neue"/>
              </a:defRPr>
            </a:lvl3pPr>
            <a:lvl4pPr>
              <a:defRPr sz="8475" b="1">
                <a:solidFill>
                  <a:srgbClr val="F06C5B"/>
                </a:solidFill>
                <a:latin typeface="Helvetica Neue"/>
                <a:ea typeface="Helvetica Neue"/>
                <a:cs typeface="Helvetica Neue"/>
              </a:defRPr>
            </a:lvl4pPr>
            <a:lvl5pPr>
              <a:defRPr sz="8475" b="1">
                <a:solidFill>
                  <a:srgbClr val="F06C5B"/>
                </a:solidFill>
                <a:latin typeface="Helvetica Neue"/>
                <a:ea typeface="Helvetica Neue"/>
                <a:cs typeface="Helvetica Neue"/>
              </a:defRPr>
            </a:lvl5pPr>
            <a:lvl6pPr>
              <a:defRPr sz="8475" b="1">
                <a:solidFill>
                  <a:srgbClr val="F06C5B"/>
                </a:solidFill>
                <a:latin typeface="Helvetica Neue"/>
                <a:ea typeface="Helvetica Neue"/>
                <a:cs typeface="Helvetica Neue"/>
              </a:defRPr>
            </a:lvl6pPr>
            <a:lvl7pPr>
              <a:defRPr sz="8475" b="1">
                <a:solidFill>
                  <a:srgbClr val="F06C5B"/>
                </a:solidFill>
                <a:latin typeface="Helvetica Neue"/>
                <a:ea typeface="Helvetica Neue"/>
                <a:cs typeface="Helvetica Neue"/>
              </a:defRPr>
            </a:lvl7pPr>
            <a:lvl8pPr>
              <a:defRPr sz="8475" b="1">
                <a:solidFill>
                  <a:srgbClr val="F06C5B"/>
                </a:solidFill>
                <a:latin typeface="Helvetica Neue"/>
                <a:ea typeface="Helvetica Neue"/>
                <a:cs typeface="Helvetica Neue"/>
              </a:defRPr>
            </a:lvl8pPr>
            <a:lvl9pPr>
              <a:defRPr sz="8475" b="1">
                <a:solidFill>
                  <a:srgbClr val="F06C5B"/>
                </a:solidFill>
                <a:latin typeface="Helvetica Neue"/>
                <a:ea typeface="Helvetica Neue"/>
                <a:cs typeface="Helvetica Neue"/>
              </a:defRPr>
            </a:lvl9pPr>
          </a:lstStyle>
          <a:p xmlns:a="http://schemas.openxmlformats.org/drawingml/2006/main">
            <a:pPr>
              <a:defRPr sz="8475" b="1">
                <a:solidFill>
                  <a:srgbClr val="F06C5B"/>
                </a:solidFill>
                <a:latin typeface="Helvetica Neue"/>
                <a:ea typeface="Helvetica Neue"/>
                <a:cs typeface="Helvetica Neue"/>
              </a:defRPr>
            </a:pPr>
            <a:r>
              <a:rPr sz="8475" b="1">
                <a:solidFill>
                  <a:srgbClr val="F06C5B"/>
                </a:solidFill>
                <a:latin typeface="Helvetica Neue"/>
                <a:ea typeface="Helvetica Neue"/>
                <a:cs typeface="Helvetica Neue"/>
              </a:rPr>
              <a:t>31</a:t>
            </a:r>
          </a:p>
        </p:txBody>
      </p:sp>
      <p:sp>
        <p:nvSpPr>
          <p:cNvPr id="5" name="text">
            <a:extLst xmlns:a="http://schemas.openxmlformats.org/drawingml/2006/main">
              <a:ext uri="{FF2B5EF4-FFF2-40B4-BE49-F238E27FC236}">
                <a16:creationId xmlns:a16="http://schemas.microsoft.com/office/drawing/2014/main" id="{E5FD413F-7A97-4F6C-B400-0F2D8CE29143}"/>
              </a:ext>
            </a:extLst>
          </p:cNvPr>
          <p:cNvSpPr>
            <a:spLocks xmlns:a="http://schemas.openxmlformats.org/drawingml/2006/main" noGrp="1"/>
          </p:cNvSpPr>
          <p:nvPr/>
        </p:nvSpPr>
        <p:spPr>
          <a:xfrm xmlns:a="http://schemas.openxmlformats.org/drawingml/2006/main">
            <a:off x="762000" y="3067050"/>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development cases</a:t>
            </a:r>
          </a:p>
          <a:p xmlns:a="http://schemas.openxmlformats.org/drawingml/2006/main">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reported passing</a:t>
            </a:r>
          </a:p>
        </p:txBody>
      </p:sp>
      <p:sp>
        <p:nvSpPr>
          <p:cNvPr id="6" name="text">
            <a:extLst xmlns:a="http://schemas.openxmlformats.org/drawingml/2006/main">
              <a:ext uri="{FF2B5EF4-FFF2-40B4-BE49-F238E27FC236}">
                <a16:creationId xmlns:a16="http://schemas.microsoft.com/office/drawing/2014/main" id="{DFD5768F-D960-4B63-B730-021345C566EE}"/>
              </a:ext>
            </a:extLst>
          </p:cNvPr>
          <p:cNvSpPr>
            <a:spLocks xmlns:a="http://schemas.openxmlformats.org/drawingml/2006/main" noGrp="1"/>
          </p:cNvSpPr>
          <p:nvPr/>
        </p:nvSpPr>
        <p:spPr>
          <a:xfrm xmlns:a="http://schemas.openxmlformats.org/drawingml/2006/main">
            <a:off x="762000" y="47148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October 12 report</a:t>
            </a:r>
          </a:p>
          <a:p xmlns:a="http://schemas.openxmlformats.org/drawingml/2006/main">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Transcript inputs, not reader trials</a:t>
            </a:r>
          </a:p>
        </p:txBody>
      </p:sp>
      <p:sp>
        <p:nvSpPr>
          <p:cNvPr id="7" name="accent">
            <a:extLst xmlns:a="http://schemas.openxmlformats.org/drawingml/2006/main">
              <a:ext uri="{FF2B5EF4-FFF2-40B4-BE49-F238E27FC236}">
                <a16:creationId xmlns:a16="http://schemas.microsoft.com/office/drawing/2014/main" id="{1DA01A66-D147-4E7D-B38B-7CA6CA0DC1B8}"/>
              </a:ext>
            </a:extLst>
          </p:cNvPr>
          <p:cNvSpPr>
            <a:spLocks xmlns:a="http://schemas.openxmlformats.org/drawingml/2006/main" noGrp="1"/>
          </p:cNvSpPr>
          <p:nvPr/>
        </p:nvSpPr>
        <p:spPr>
          <a:xfrm xmlns:a="http://schemas.openxmlformats.org/drawingml/2006/main">
            <a:off x="4114800" y="1752600"/>
            <a:ext cx="9525" cy="4171950"/>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90872883-828A-435D-8644-E2448D6B7DA7}"/>
              </a:ext>
            </a:extLst>
          </p:cNvPr>
          <p:cNvSpPr>
            <a:spLocks xmlns:a="http://schemas.openxmlformats.org/drawingml/2006/main" noGrp="1"/>
          </p:cNvSpPr>
          <p:nvPr/>
        </p:nvSpPr>
        <p:spPr>
          <a:xfrm xmlns:a="http://schemas.openxmlformats.org/drawingml/2006/main">
            <a:off x="4638675" y="17811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xmlns:a="http://schemas.openxmlformats.org/drawingml/2006/main">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Hardware tests</a:t>
            </a:r>
          </a:p>
        </p:txBody>
      </p:sp>
      <p:sp>
        <p:nvSpPr>
          <p:cNvPr id="9" name="text">
            <a:extLst xmlns:a="http://schemas.openxmlformats.org/drawingml/2006/main">
              <a:ext uri="{FF2B5EF4-FFF2-40B4-BE49-F238E27FC236}">
                <a16:creationId xmlns:a16="http://schemas.microsoft.com/office/drawing/2014/main" id="{74864E55-F8B1-458C-ACD1-C9AB7D4F8639}"/>
              </a:ext>
            </a:extLst>
          </p:cNvPr>
          <p:cNvSpPr>
            <a:spLocks xmlns:a="http://schemas.openxmlformats.org/drawingml/2006/main" noGrp="1"/>
          </p:cNvSpPr>
          <p:nvPr/>
        </p:nvSpPr>
        <p:spPr>
          <a:xfrm xmlns:a="http://schemas.openxmlformats.org/drawingml/2006/main">
            <a:off x="4638675" y="239077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Buttons, voice requests and the camera anchor</a:t>
            </a:r>
          </a:p>
          <a:p xmlns:a="http://schemas.openxmlformats.org/drawingml/2006/main">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were connected in developer tests.</a:t>
            </a:r>
          </a:p>
        </p:txBody>
      </p:sp>
      <p:sp>
        <p:nvSpPr>
          <p:cNvPr id="10" name="text">
            <a:extLst xmlns:a="http://schemas.openxmlformats.org/drawingml/2006/main">
              <a:ext uri="{FF2B5EF4-FFF2-40B4-BE49-F238E27FC236}">
                <a16:creationId xmlns:a16="http://schemas.microsoft.com/office/drawing/2014/main" id="{18F8F271-AD0C-42B4-8EA6-E5089480D0EF}"/>
              </a:ext>
            </a:extLst>
          </p:cNvPr>
          <p:cNvSpPr>
            <a:spLocks xmlns:a="http://schemas.openxmlformats.org/drawingml/2006/main" noGrp="1"/>
          </p:cNvSpPr>
          <p:nvPr/>
        </p:nvSpPr>
        <p:spPr>
          <a:xfrm xmlns:a="http://schemas.openxmlformats.org/drawingml/2006/main">
            <a:off x="4638675" y="3800475"/>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xmlns:a="http://schemas.openxmlformats.org/drawingml/2006/main">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Remaining errors</a:t>
            </a:r>
          </a:p>
        </p:txBody>
      </p:sp>
      <p:sp>
        <p:nvSpPr>
          <p:cNvPr id="11" name="text">
            <a:extLst xmlns:a="http://schemas.openxmlformats.org/drawingml/2006/main">
              <a:ext uri="{FF2B5EF4-FFF2-40B4-BE49-F238E27FC236}">
                <a16:creationId xmlns:a16="http://schemas.microsoft.com/office/drawing/2014/main" id="{B8FB82AC-B0AA-44DE-8C20-B52DB6481696}"/>
              </a:ext>
            </a:extLst>
          </p:cNvPr>
          <p:cNvSpPr>
            <a:spLocks xmlns:a="http://schemas.openxmlformats.org/drawingml/2006/main" noGrp="1"/>
          </p:cNvSpPr>
          <p:nvPr/>
        </p:nvSpPr>
        <p:spPr>
          <a:xfrm xmlns:a="http://schemas.openxmlformats.org/drawingml/2006/main">
            <a:off x="4638675" y="4410075"/>
            <a:ext cx="676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1A1D"/>
                </a:solidFill>
                <a:latin typeface="Helvetica Neue"/>
                <a:ea typeface="Helvetica Neue"/>
                <a:cs typeface="Helvetica Neue"/>
              </a:defRPr>
            </a:defPPr>
            <a:lvl1pPr>
              <a:defRPr sz="1950" b="0">
                <a:solidFill>
                  <a:srgbClr val="171A1D"/>
                </a:solidFill>
                <a:latin typeface="Helvetica Neue"/>
                <a:ea typeface="Helvetica Neue"/>
                <a:cs typeface="Helvetica Neue"/>
              </a:defRPr>
            </a:lvl1pPr>
            <a:lvl2pPr>
              <a:defRPr sz="1950" b="0">
                <a:solidFill>
                  <a:srgbClr val="171A1D"/>
                </a:solidFill>
                <a:latin typeface="Helvetica Neue"/>
                <a:ea typeface="Helvetica Neue"/>
                <a:cs typeface="Helvetica Neue"/>
              </a:defRPr>
            </a:lvl2pPr>
            <a:lvl3pPr>
              <a:defRPr sz="1950" b="0">
                <a:solidFill>
                  <a:srgbClr val="171A1D"/>
                </a:solidFill>
                <a:latin typeface="Helvetica Neue"/>
                <a:ea typeface="Helvetica Neue"/>
                <a:cs typeface="Helvetica Neue"/>
              </a:defRPr>
            </a:lvl3pPr>
            <a:lvl4pPr>
              <a:defRPr sz="1950" b="0">
                <a:solidFill>
                  <a:srgbClr val="171A1D"/>
                </a:solidFill>
                <a:latin typeface="Helvetica Neue"/>
                <a:ea typeface="Helvetica Neue"/>
                <a:cs typeface="Helvetica Neue"/>
              </a:defRPr>
            </a:lvl4pPr>
            <a:lvl5pPr>
              <a:defRPr sz="1950" b="0">
                <a:solidFill>
                  <a:srgbClr val="171A1D"/>
                </a:solidFill>
                <a:latin typeface="Helvetica Neue"/>
                <a:ea typeface="Helvetica Neue"/>
                <a:cs typeface="Helvetica Neue"/>
              </a:defRPr>
            </a:lvl5pPr>
            <a:lvl6pPr>
              <a:defRPr sz="1950" b="0">
                <a:solidFill>
                  <a:srgbClr val="171A1D"/>
                </a:solidFill>
                <a:latin typeface="Helvetica Neue"/>
                <a:ea typeface="Helvetica Neue"/>
                <a:cs typeface="Helvetica Neue"/>
              </a:defRPr>
            </a:lvl6pPr>
            <a:lvl7pPr>
              <a:defRPr sz="1950" b="0">
                <a:solidFill>
                  <a:srgbClr val="171A1D"/>
                </a:solidFill>
                <a:latin typeface="Helvetica Neue"/>
                <a:ea typeface="Helvetica Neue"/>
                <a:cs typeface="Helvetica Neue"/>
              </a:defRPr>
            </a:lvl7pPr>
            <a:lvl8pPr>
              <a:defRPr sz="1950" b="0">
                <a:solidFill>
                  <a:srgbClr val="171A1D"/>
                </a:solidFill>
                <a:latin typeface="Helvetica Neue"/>
                <a:ea typeface="Helvetica Neue"/>
                <a:cs typeface="Helvetica Neue"/>
              </a:defRPr>
            </a:lvl8pPr>
            <a:lvl9pPr>
              <a:defRPr sz="1950" b="0">
                <a:solidFill>
                  <a:srgbClr val="171A1D"/>
                </a:solidFill>
                <a:latin typeface="Helvetica Neue"/>
                <a:ea typeface="Helvetica Neue"/>
                <a:cs typeface="Helvetica Neue"/>
              </a:defRPr>
            </a:lvl9pPr>
          </a:lstStyle>
          <a:p xmlns:a="http://schemas.openxmlformats.org/drawingml/2006/main">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Whisper can hear “full mix” as “four mix”.</a:t>
            </a:r>
          </a:p>
          <a:p xmlns:a="http://schemas.openxmlformats.org/drawingml/2006/main">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Terminal feedback can disagree with corrected tracks.</a:t>
            </a:r>
          </a:p>
        </p:txBody>
      </p:sp>
      <p:sp>
        <p:nvSpPr>
          <p:cNvPr id="12" name="text">
            <a:extLst xmlns:a="http://schemas.openxmlformats.org/drawingml/2006/main">
              <a:ext uri="{FF2B5EF4-FFF2-40B4-BE49-F238E27FC236}">
                <a16:creationId xmlns:a16="http://schemas.microsoft.com/office/drawing/2014/main" id="{0C9EDE52-7DD6-4981-8B8B-E6464D6A772D}"/>
              </a:ext>
            </a:extLst>
          </p:cNvPr>
          <p:cNvSpPr>
            <a:spLocks xmlns:a="http://schemas.openxmlformats.org/drawingml/2006/main" noGrp="1"/>
          </p:cNvSpPr>
          <p:nvPr/>
        </p:nvSpPr>
        <p:spPr>
          <a:xfrm xmlns:a="http://schemas.openxmlformats.org/drawingml/2006/main">
            <a:off x="704850" y="62293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C776F"/>
                </a:solidFill>
                <a:latin typeface="Helvetica Neue"/>
                <a:ea typeface="Helvetica Neue"/>
                <a:cs typeface="Helvetica Neue"/>
              </a:defRPr>
            </a:defPPr>
            <a:lvl1pPr>
              <a:defRPr sz="1800" b="0">
                <a:solidFill>
                  <a:srgbClr val="7C776F"/>
                </a:solidFill>
                <a:latin typeface="Helvetica Neue"/>
                <a:ea typeface="Helvetica Neue"/>
                <a:cs typeface="Helvetica Neue"/>
              </a:defRPr>
            </a:lvl1pPr>
            <a:lvl2pPr>
              <a:defRPr sz="1800" b="0">
                <a:solidFill>
                  <a:srgbClr val="7C776F"/>
                </a:solidFill>
                <a:latin typeface="Helvetica Neue"/>
                <a:ea typeface="Helvetica Neue"/>
                <a:cs typeface="Helvetica Neue"/>
              </a:defRPr>
            </a:lvl2pPr>
            <a:lvl3pPr>
              <a:defRPr sz="1800" b="0">
                <a:solidFill>
                  <a:srgbClr val="7C776F"/>
                </a:solidFill>
                <a:latin typeface="Helvetica Neue"/>
                <a:ea typeface="Helvetica Neue"/>
                <a:cs typeface="Helvetica Neue"/>
              </a:defRPr>
            </a:lvl3pPr>
            <a:lvl4pPr>
              <a:defRPr sz="1800" b="0">
                <a:solidFill>
                  <a:srgbClr val="7C776F"/>
                </a:solidFill>
                <a:latin typeface="Helvetica Neue"/>
                <a:ea typeface="Helvetica Neue"/>
                <a:cs typeface="Helvetica Neue"/>
              </a:defRPr>
            </a:lvl4pPr>
            <a:lvl5pPr>
              <a:defRPr sz="1800" b="0">
                <a:solidFill>
                  <a:srgbClr val="7C776F"/>
                </a:solidFill>
                <a:latin typeface="Helvetica Neue"/>
                <a:ea typeface="Helvetica Neue"/>
                <a:cs typeface="Helvetica Neue"/>
              </a:defRPr>
            </a:lvl5pPr>
            <a:lvl6pPr>
              <a:defRPr sz="1800" b="0">
                <a:solidFill>
                  <a:srgbClr val="7C776F"/>
                </a:solidFill>
                <a:latin typeface="Helvetica Neue"/>
                <a:ea typeface="Helvetica Neue"/>
                <a:cs typeface="Helvetica Neue"/>
              </a:defRPr>
            </a:lvl6pPr>
            <a:lvl7pPr>
              <a:defRPr sz="1800" b="0">
                <a:solidFill>
                  <a:srgbClr val="7C776F"/>
                </a:solidFill>
                <a:latin typeface="Helvetica Neue"/>
                <a:ea typeface="Helvetica Neue"/>
                <a:cs typeface="Helvetica Neue"/>
              </a:defRPr>
            </a:lvl7pPr>
            <a:lvl8pPr>
              <a:defRPr sz="1800" b="0">
                <a:solidFill>
                  <a:srgbClr val="7C776F"/>
                </a:solidFill>
                <a:latin typeface="Helvetica Neue"/>
                <a:ea typeface="Helvetica Neue"/>
                <a:cs typeface="Helvetica Neue"/>
              </a:defRPr>
            </a:lvl8pPr>
            <a:lvl9pPr>
              <a:defRPr sz="1800" b="0">
                <a:solidFill>
                  <a:srgbClr val="7C776F"/>
                </a:solidFill>
                <a:latin typeface="Helvetica Neue"/>
                <a:ea typeface="Helvetica Neue"/>
                <a:cs typeface="Helvetica Neue"/>
              </a:defRPr>
            </a:lvl9pPr>
          </a:lstStyle>
          <a:p xmlns:a="http://schemas.openxmlformats.org/drawingml/2006/main">
            <a:pPr>
              <a:defRPr sz="1800" b="0">
                <a:solidFill>
                  <a:srgbClr val="7C776F"/>
                </a:solidFill>
                <a:latin typeface="Helvetica Neue"/>
                <a:ea typeface="Helvetica Neue"/>
                <a:cs typeface="Helvetica Neue"/>
              </a:defRPr>
            </a:pPr>
            <a:r>
              <a:rPr sz="1800" b="0">
                <a:solidFill>
                  <a:srgbClr val="7C776F"/>
                </a:solidFill>
                <a:latin typeface="Helvetica Neue"/>
                <a:ea typeface="Helvetica Neue"/>
                <a:cs typeface="Helvetica Neue"/>
              </a:rPr>
              <a:t>Reader usability, selection accuracy and latency still need measurement.</a:t>
            </a:r>
          </a:p>
        </p:txBody>
      </p:sp>
    </p:spTree>
    <p:extLst>
      <p:ext uri="{BB962C8B-B14F-4D97-AF65-F5344CB8AC3E}">
        <p14:creationId xmlns:p14="http://schemas.microsoft.com/office/powerpoint/2010/main" val="74477095"/>
      </p:ext>
    </p:extLst>
  </p:cSld>
  <p:extLst>
    <p:ext uri="{6950BFC3-D8DA-4A85-94F7-54DA5524770B}">
      <p188:commentRel xmlns:r="http://schemas.openxmlformats.org/officeDocument/2006/relationships" xmlns:p188="http://schemas.microsoft.com/office/powerpoint/2018/8/main" r:id="R587c09a78a264002"/>
    </p:ext>
  </p:extLst>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482F437A-14D8-4A58-BDC0-F7414D83E3E5}"/>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Remaining work</a:t>
            </a:r>
          </a:p>
        </p:txBody>
      </p:sp>
      <p:sp>
        <p:nvSpPr>
          <p:cNvPr id="2" name="accent">
            <a:extLst xmlns:a="http://schemas.openxmlformats.org/drawingml/2006/main">
              <a:ext uri="{FF2B5EF4-FFF2-40B4-BE49-F238E27FC236}">
                <a16:creationId xmlns:a16="http://schemas.microsoft.com/office/drawing/2014/main" id="{49C5E1E9-AD17-4861-BE1B-610ACE70CFC3}"/>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B5E4C841-10B5-43EB-A607-673892A94F72}"/>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10</a:t>
            </a:r>
          </a:p>
        </p:txBody>
      </p:sp>
      <p:sp>
        <p:nvSpPr>
          <p:cNvPr id="4" name="text">
            <a:extLst xmlns:a="http://schemas.openxmlformats.org/drawingml/2006/main">
              <a:ext uri="{FF2B5EF4-FFF2-40B4-BE49-F238E27FC236}">
                <a16:creationId xmlns:a16="http://schemas.microsoft.com/office/drawing/2014/main" id="{B35DD135-2D2E-488D-98AD-9E2EBD7FA1F6}"/>
              </a:ext>
            </a:extLst>
          </p:cNvPr>
          <p:cNvSpPr>
            <a:spLocks xmlns:a="http://schemas.openxmlformats.org/drawingml/2006/main" noGrp="1"/>
          </p:cNvSpPr>
          <p:nvPr/>
        </p:nvSpPr>
        <p:spPr>
          <a:xfrm xmlns:a="http://schemas.openxmlformats.org/drawingml/2006/main">
            <a:off x="762000" y="17526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accent">
            <a:extLst xmlns:a="http://schemas.openxmlformats.org/drawingml/2006/main">
              <a:ext uri="{FF2B5EF4-FFF2-40B4-BE49-F238E27FC236}">
                <a16:creationId xmlns:a16="http://schemas.microsoft.com/office/drawing/2014/main" id="{50074427-DB2F-467A-813C-4B50AF6B2D2F}"/>
              </a:ext>
            </a:extLst>
          </p:cNvPr>
          <p:cNvSpPr>
            <a:spLocks xmlns:a="http://schemas.openxmlformats.org/drawingml/2006/main" noGrp="1"/>
          </p:cNvSpPr>
          <p:nvPr/>
        </p:nvSpPr>
        <p:spPr>
          <a:xfrm xmlns:a="http://schemas.openxmlformats.org/drawingml/2006/main">
            <a:off x="2066925" y="1762125"/>
            <a:ext cx="38100" cy="10287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9D91C5E-A0FB-4DEE-90AB-7D34BE112A89}"/>
              </a:ext>
            </a:extLst>
          </p:cNvPr>
          <p:cNvSpPr>
            <a:spLocks xmlns:a="http://schemas.openxmlformats.org/drawingml/2006/main" noGrp="1"/>
          </p:cNvSpPr>
          <p:nvPr/>
        </p:nvSpPr>
        <p:spPr>
          <a:xfrm xmlns:a="http://schemas.openxmlformats.org/drawingml/2006/main">
            <a:off x="2476500" y="17716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Nonvisual information</a:t>
            </a:r>
          </a:p>
        </p:txBody>
      </p:sp>
      <p:sp>
        <p:nvSpPr>
          <p:cNvPr id="7" name="text">
            <a:extLst xmlns:a="http://schemas.openxmlformats.org/drawingml/2006/main">
              <a:ext uri="{FF2B5EF4-FFF2-40B4-BE49-F238E27FC236}">
                <a16:creationId xmlns:a16="http://schemas.microsoft.com/office/drawing/2014/main" id="{10563D24-DF15-46D9-99AA-F32B87C38629}"/>
              </a:ext>
            </a:extLst>
          </p:cNvPr>
          <p:cNvSpPr>
            <a:spLocks xmlns:a="http://schemas.openxmlformats.org/drawingml/2006/main" noGrp="1"/>
          </p:cNvSpPr>
          <p:nvPr/>
        </p:nvSpPr>
        <p:spPr>
          <a:xfrm xmlns:a="http://schemas.openxmlformats.org/drawingml/2006/main">
            <a:off x="5810250" y="18002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Selected-measure queries, instrument information</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and silent-part feedback remain unfinished.</a:t>
            </a:r>
          </a:p>
        </p:txBody>
      </p:sp>
      <p:sp>
        <p:nvSpPr>
          <p:cNvPr id="8" name="accent">
            <a:extLst xmlns:a="http://schemas.openxmlformats.org/drawingml/2006/main">
              <a:ext uri="{FF2B5EF4-FFF2-40B4-BE49-F238E27FC236}">
                <a16:creationId xmlns:a16="http://schemas.microsoft.com/office/drawing/2014/main" id="{371AD556-84D5-4D31-A396-A102A75146C4}"/>
              </a:ext>
            </a:extLst>
          </p:cNvPr>
          <p:cNvSpPr>
            <a:spLocks xmlns:a="http://schemas.openxmlformats.org/drawingml/2006/main" noGrp="1"/>
          </p:cNvSpPr>
          <p:nvPr/>
        </p:nvSpPr>
        <p:spPr>
          <a:xfrm xmlns:a="http://schemas.openxmlformats.org/drawingml/2006/main">
            <a:off x="2476500" y="2981325"/>
            <a:ext cx="8810625"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EFAD332-F9AE-47D3-9F43-C980298E4ABF}"/>
              </a:ext>
            </a:extLst>
          </p:cNvPr>
          <p:cNvSpPr>
            <a:spLocks xmlns:a="http://schemas.openxmlformats.org/drawingml/2006/main" noGrp="1"/>
          </p:cNvSpPr>
          <p:nvPr/>
        </p:nvSpPr>
        <p:spPr>
          <a:xfrm xmlns:a="http://schemas.openxmlformats.org/drawingml/2006/main">
            <a:off x="762000" y="33147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02</a:t>
            </a:r>
          </a:p>
        </p:txBody>
      </p:sp>
      <p:sp>
        <p:nvSpPr>
          <p:cNvPr id="10" name="accent">
            <a:extLst xmlns:a="http://schemas.openxmlformats.org/drawingml/2006/main">
              <a:ext uri="{FF2B5EF4-FFF2-40B4-BE49-F238E27FC236}">
                <a16:creationId xmlns:a16="http://schemas.microsoft.com/office/drawing/2014/main" id="{A7EAE748-BDC0-4FE3-BE04-867C567E72C3}"/>
              </a:ext>
            </a:extLst>
          </p:cNvPr>
          <p:cNvSpPr>
            <a:spLocks xmlns:a="http://schemas.openxmlformats.org/drawingml/2006/main" noGrp="1"/>
          </p:cNvSpPr>
          <p:nvPr/>
        </p:nvSpPr>
        <p:spPr>
          <a:xfrm xmlns:a="http://schemas.openxmlformats.org/drawingml/2006/main">
            <a:off x="2066925" y="3324225"/>
            <a:ext cx="38100" cy="1028700"/>
          </a:xfrm>
          <a:prstGeom xmlns:a="http://schemas.openxmlformats.org/drawingml/2006/main" prst="rect">
            <a:avLst/>
          </a:prstGeom>
          <a:solidFill xmlns:a="http://schemas.openxmlformats.org/drawingml/2006/main">
            <a:srgbClr val="6AB7D6"/>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8BB6FFF-FAAE-44B7-AED7-579371833FC9}"/>
              </a:ext>
            </a:extLst>
          </p:cNvPr>
          <p:cNvSpPr>
            <a:spLocks xmlns:a="http://schemas.openxmlformats.org/drawingml/2006/main" noGrp="1"/>
          </p:cNvSpPr>
          <p:nvPr/>
        </p:nvSpPr>
        <p:spPr>
          <a:xfrm xmlns:a="http://schemas.openxmlformats.org/drawingml/2006/main">
            <a:off x="2476500" y="33337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Tracking and setup</a:t>
            </a:r>
          </a:p>
        </p:txBody>
      </p:sp>
      <p:sp>
        <p:nvSpPr>
          <p:cNvPr id="12" name="text">
            <a:extLst xmlns:a="http://schemas.openxmlformats.org/drawingml/2006/main">
              <a:ext uri="{FF2B5EF4-FFF2-40B4-BE49-F238E27FC236}">
                <a16:creationId xmlns:a16="http://schemas.microsoft.com/office/drawing/2014/main" id="{E5F260E9-9C36-44CC-8EB2-3721D1EE1060}"/>
              </a:ext>
            </a:extLst>
          </p:cNvPr>
          <p:cNvSpPr>
            <a:spLocks xmlns:a="http://schemas.openxmlformats.org/drawingml/2006/main" noGrp="1"/>
          </p:cNvSpPr>
          <p:nvPr/>
        </p:nvSpPr>
        <p:spPr>
          <a:xfrm xmlns:a="http://schemas.openxmlformats.org/drawingml/2006/main">
            <a:off x="5810250" y="33623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Measure selection and page-placement tolerance</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still need repeated trials.</a:t>
            </a:r>
          </a:p>
        </p:txBody>
      </p:sp>
      <p:sp>
        <p:nvSpPr>
          <p:cNvPr id="13" name="accent">
            <a:extLst xmlns:a="http://schemas.openxmlformats.org/drawingml/2006/main">
              <a:ext uri="{FF2B5EF4-FFF2-40B4-BE49-F238E27FC236}">
                <a16:creationId xmlns:a16="http://schemas.microsoft.com/office/drawing/2014/main" id="{E05964B6-4F22-413C-B827-755307C9826C}"/>
              </a:ext>
            </a:extLst>
          </p:cNvPr>
          <p:cNvSpPr>
            <a:spLocks xmlns:a="http://schemas.openxmlformats.org/drawingml/2006/main" noGrp="1"/>
          </p:cNvSpPr>
          <p:nvPr/>
        </p:nvSpPr>
        <p:spPr>
          <a:xfrm xmlns:a="http://schemas.openxmlformats.org/drawingml/2006/main">
            <a:off x="2476500" y="4543425"/>
            <a:ext cx="8810625"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F5EDB95-8572-4925-B96A-8D19C3D9572B}"/>
              </a:ext>
            </a:extLst>
          </p:cNvPr>
          <p:cNvSpPr>
            <a:spLocks xmlns:a="http://schemas.openxmlformats.org/drawingml/2006/main" noGrp="1"/>
          </p:cNvSpPr>
          <p:nvPr/>
        </p:nvSpPr>
        <p:spPr>
          <a:xfrm xmlns:a="http://schemas.openxmlformats.org/drawingml/2006/main">
            <a:off x="762000" y="487680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xmlns:a="http://schemas.openxmlformats.org/drawingml/2006/main">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03</a:t>
            </a:r>
          </a:p>
        </p:txBody>
      </p:sp>
      <p:sp>
        <p:nvSpPr>
          <p:cNvPr id="15" name="accent">
            <a:extLst xmlns:a="http://schemas.openxmlformats.org/drawingml/2006/main">
              <a:ext uri="{FF2B5EF4-FFF2-40B4-BE49-F238E27FC236}">
                <a16:creationId xmlns:a16="http://schemas.microsoft.com/office/drawing/2014/main" id="{9DA13C55-2DE9-4A4D-9183-D5340D316733}"/>
              </a:ext>
            </a:extLst>
          </p:cNvPr>
          <p:cNvSpPr>
            <a:spLocks xmlns:a="http://schemas.openxmlformats.org/drawingml/2006/main" noGrp="1"/>
          </p:cNvSpPr>
          <p:nvPr/>
        </p:nvSpPr>
        <p:spPr>
          <a:xfrm xmlns:a="http://schemas.openxmlformats.org/drawingml/2006/main">
            <a:off x="2066925" y="4886325"/>
            <a:ext cx="38100" cy="1028700"/>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8E6C013C-48CE-400F-9648-A757718B1B1F}"/>
              </a:ext>
            </a:extLst>
          </p:cNvPr>
          <p:cNvSpPr>
            <a:spLocks xmlns:a="http://schemas.openxmlformats.org/drawingml/2006/main" noGrp="1"/>
          </p:cNvSpPr>
          <p:nvPr/>
        </p:nvSpPr>
        <p:spPr>
          <a:xfrm xmlns:a="http://schemas.openxmlformats.org/drawingml/2006/main">
            <a:off x="2476500" y="48958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xmlns:a="http://schemas.openxmlformats.org/drawingml/2006/main">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Study readiness</a:t>
            </a:r>
          </a:p>
        </p:txBody>
      </p:sp>
      <p:sp>
        <p:nvSpPr>
          <p:cNvPr id="17" name="text">
            <a:extLst xmlns:a="http://schemas.openxmlformats.org/drawingml/2006/main">
              <a:ext uri="{FF2B5EF4-FFF2-40B4-BE49-F238E27FC236}">
                <a16:creationId xmlns:a16="http://schemas.microsoft.com/office/drawing/2014/main" id="{AFB8C128-648F-42B7-949D-215CFD606E83}"/>
              </a:ext>
            </a:extLst>
          </p:cNvPr>
          <p:cNvSpPr>
            <a:spLocks xmlns:a="http://schemas.openxmlformats.org/drawingml/2006/main" noGrp="1"/>
          </p:cNvSpPr>
          <p:nvPr/>
        </p:nvSpPr>
        <p:spPr>
          <a:xfrm xmlns:a="http://schemas.openxmlformats.org/drawingml/2006/main">
            <a:off x="5810250" y="4924425"/>
            <a:ext cx="5476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Finish task scripts and event logging.</a:t>
            </a:r>
          </a:p>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Identify live features and scripted demonstrations.</a:t>
            </a:r>
          </a:p>
        </p:txBody>
      </p:sp>
    </p:spTree>
    <p:extLst>
      <p:ext uri="{BB962C8B-B14F-4D97-AF65-F5344CB8AC3E}">
        <p14:creationId xmlns:p14="http://schemas.microsoft.com/office/powerpoint/2010/main" val="1200028917"/>
      </p:ext>
    </p:extLst>
  </p:cSld>
  <p:extLst>
    <p:ext uri="{6950BFC3-D8DA-4A85-94F7-54DA5524770B}">
      <p188:commentRel xmlns:r="http://schemas.openxmlformats.org/officeDocument/2006/relationships" xmlns:p188="http://schemas.microsoft.com/office/powerpoint/2018/8/main" r:id="R5b769167f0ed4353"/>
    </p:ext>
  </p:extLst>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ABBDBE3-7464-4A30-883C-1E291EBBF0B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Study plan</a:t>
            </a:r>
          </a:p>
        </p:txBody>
      </p:sp>
      <p:sp>
        <p:nvSpPr>
          <p:cNvPr id="2" name="accent">
            <a:extLst xmlns:a="http://schemas.openxmlformats.org/drawingml/2006/main">
              <a:ext uri="{FF2B5EF4-FFF2-40B4-BE49-F238E27FC236}">
                <a16:creationId xmlns:a16="http://schemas.microsoft.com/office/drawing/2014/main" id="{51A68283-52CE-4BAB-A630-888BAE259159}"/>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A9645482-6258-42FA-AA8D-AF65BFC9B00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11</a:t>
            </a:r>
          </a:p>
        </p:txBody>
      </p:sp>
      <p:sp>
        <p:nvSpPr>
          <p:cNvPr id="4" name="text">
            <a:extLst xmlns:a="http://schemas.openxmlformats.org/drawingml/2006/main">
              <a:ext uri="{FF2B5EF4-FFF2-40B4-BE49-F238E27FC236}">
                <a16:creationId xmlns:a16="http://schemas.microsoft.com/office/drawing/2014/main" id="{5BB2E1B9-2888-4F36-9CF6-F2FA93656E70}"/>
              </a:ext>
            </a:extLst>
          </p:cNvPr>
          <p:cNvSpPr>
            <a:spLocks xmlns:a="http://schemas.openxmlformats.org/drawingml/2006/main" noGrp="1"/>
          </p:cNvSpPr>
          <p:nvPr/>
        </p:nvSpPr>
        <p:spPr>
          <a:xfrm xmlns:a="http://schemas.openxmlformats.org/drawingml/2006/main">
            <a:off x="704850" y="16192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7C776F"/>
                </a:solidFill>
                <a:latin typeface="Helvetica Neue"/>
                <a:ea typeface="Helvetica Neue"/>
                <a:cs typeface="Helvetica Neue"/>
              </a:defRPr>
            </a:defPPr>
            <a:lvl1pPr>
              <a:defRPr sz="1950" b="0">
                <a:solidFill>
                  <a:srgbClr val="7C776F"/>
                </a:solidFill>
                <a:latin typeface="Helvetica Neue"/>
                <a:ea typeface="Helvetica Neue"/>
                <a:cs typeface="Helvetica Neue"/>
              </a:defRPr>
            </a:lvl1pPr>
            <a:lvl2pPr>
              <a:defRPr sz="1950" b="0">
                <a:solidFill>
                  <a:srgbClr val="7C776F"/>
                </a:solidFill>
                <a:latin typeface="Helvetica Neue"/>
                <a:ea typeface="Helvetica Neue"/>
                <a:cs typeface="Helvetica Neue"/>
              </a:defRPr>
            </a:lvl2pPr>
            <a:lvl3pPr>
              <a:defRPr sz="1950" b="0">
                <a:solidFill>
                  <a:srgbClr val="7C776F"/>
                </a:solidFill>
                <a:latin typeface="Helvetica Neue"/>
                <a:ea typeface="Helvetica Neue"/>
                <a:cs typeface="Helvetica Neue"/>
              </a:defRPr>
            </a:lvl3pPr>
            <a:lvl4pPr>
              <a:defRPr sz="1950" b="0">
                <a:solidFill>
                  <a:srgbClr val="7C776F"/>
                </a:solidFill>
                <a:latin typeface="Helvetica Neue"/>
                <a:ea typeface="Helvetica Neue"/>
                <a:cs typeface="Helvetica Neue"/>
              </a:defRPr>
            </a:lvl4pPr>
            <a:lvl5pPr>
              <a:defRPr sz="1950" b="0">
                <a:solidFill>
                  <a:srgbClr val="7C776F"/>
                </a:solidFill>
                <a:latin typeface="Helvetica Neue"/>
                <a:ea typeface="Helvetica Neue"/>
                <a:cs typeface="Helvetica Neue"/>
              </a:defRPr>
            </a:lvl5pPr>
            <a:lvl6pPr>
              <a:defRPr sz="1950" b="0">
                <a:solidFill>
                  <a:srgbClr val="7C776F"/>
                </a:solidFill>
                <a:latin typeface="Helvetica Neue"/>
                <a:ea typeface="Helvetica Neue"/>
                <a:cs typeface="Helvetica Neue"/>
              </a:defRPr>
            </a:lvl6pPr>
            <a:lvl7pPr>
              <a:defRPr sz="1950" b="0">
                <a:solidFill>
                  <a:srgbClr val="7C776F"/>
                </a:solidFill>
                <a:latin typeface="Helvetica Neue"/>
                <a:ea typeface="Helvetica Neue"/>
                <a:cs typeface="Helvetica Neue"/>
              </a:defRPr>
            </a:lvl7pPr>
            <a:lvl8pPr>
              <a:defRPr sz="1950" b="0">
                <a:solidFill>
                  <a:srgbClr val="7C776F"/>
                </a:solidFill>
                <a:latin typeface="Helvetica Neue"/>
                <a:ea typeface="Helvetica Neue"/>
                <a:cs typeface="Helvetica Neue"/>
              </a:defRPr>
            </a:lvl8pPr>
            <a:lvl9pPr>
              <a:defRPr sz="1950" b="0">
                <a:solidFill>
                  <a:srgbClr val="7C776F"/>
                </a:solidFill>
                <a:latin typeface="Helvetica Neue"/>
                <a:ea typeface="Helvetica Neue"/>
                <a:cs typeface="Helvetica Neue"/>
              </a:defRPr>
            </a:lvl9pPr>
          </a:lstStyle>
          <a:p xmlns:a="http://schemas.openxmlformats.org/drawingml/2006/main">
            <a:pPr>
              <a:defRPr sz="1950" b="0">
                <a:solidFill>
                  <a:srgbClr val="7C776F"/>
                </a:solidFill>
                <a:latin typeface="Helvetica Neue"/>
                <a:ea typeface="Helvetica Neue"/>
                <a:cs typeface="Helvetica Neue"/>
              </a:defRPr>
            </a:pPr>
            <a:r>
              <a:rPr sz="1950" b="0">
                <a:solidFill>
                  <a:srgbClr val="7C776F"/>
                </a:solidFill>
                <a:latin typeface="Helvetica Neue"/>
                <a:ea typeface="Helvetica Neue"/>
                <a:cs typeface="Helvetica Neue"/>
              </a:rPr>
              <a:t>Research protocol drafted on October 14</a:t>
            </a:r>
          </a:p>
        </p:txBody>
      </p:sp>
      <p:graphicFrame>
        <p:nvGraphicFramePr>
          <p:cNvPr id="5" name="">
            <a:extLst xmlns:a="http://schemas.openxmlformats.org/drawingml/2006/main">
              <a:ext uri="{FF2B5EF4-FFF2-40B4-BE49-F238E27FC236}">
                <a16:creationId xmlns:a16="http://schemas.microsoft.com/office/drawing/2014/main" id="{50BD7EA5-9CBE-4CAB-A123-5B1BF20808E0}"/>
              </a:ext>
            </a:extLst>
          </p:cNvPr>
          <p:cNvGraphicFramePr/>
          <p:nvPr/>
        </p:nvGraphicFramePr>
        <p:xfrm>
          <a:off xmlns:a="http://schemas.openxmlformats.org/drawingml/2006/main" x="685800" y="2286000"/>
          <a:ext xmlns:a="http://schemas.openxmlformats.org/drawingml/2006/main" cx="10820400" cy="3267075"/>
        </p:xfrm>
        <a:graphic xmlns:a="http://schemas.openxmlformats.org/drawingml/2006/main">
          <a:graphicData uri="http://schemas.openxmlformats.org/drawingml/2006/table">
            <a:tbl>
              <a:tblPr firstRow="0" bandRow="0"/>
              <a:tblGrid>
                <a:gridCol w="2209800"/>
                <a:gridCol w="4095750"/>
                <a:gridCol w="4514850"/>
              </a:tblGrid>
              <a:tr h="816769">
                <a:tc>
                  <a:txBody>
                    <a:bodyPr/>
                    <a:lstStyle/>
                    <a:p>
                      <a:r>
                        <a:rPr sz="1575" b="1">
                          <a:solidFill>
                            <a:srgbClr val="FFFFFF"/>
                          </a:solidFill>
                          <a:latin typeface="Helvetica Neue"/>
                          <a:ea typeface="Helvetica Neue"/>
                          <a:cs typeface="Helvetica Neue"/>
                        </a:rPr>
                        <a:t>Study</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Comparison or task</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Evidence to collect</a:t>
                      </a:r>
                    </a:p>
                  </a:txBody>
                  <a:tcPr marL="152400" marR="152400" marT="133350" marB="95250" anchor="ctr">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r>
              <a:tr h="816769">
                <a:tc>
                  <a:txBody>
                    <a:bodyPr/>
                    <a:lstStyle/>
                    <a:p>
                      <a:r>
                        <a:rPr sz="1800" b="1">
                          <a:solidFill>
                            <a:srgbClr val="171A1D"/>
                          </a:solidFill>
                          <a:latin typeface="Helvetica Neue"/>
                          <a:ea typeface="Helvetica Neue"/>
                          <a:cs typeface="Helvetica Neue"/>
                        </a:rPr>
                        <a:t>Usability</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Touch and voice tasks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Success, errors and recovery</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16769">
                <a:tc>
                  <a:txBody>
                    <a:bodyPr/>
                    <a:lstStyle/>
                    <a:p>
                      <a:r>
                        <a:rPr sz="1800" b="1">
                          <a:solidFill>
                            <a:srgbClr val="171A1D"/>
                          </a:solidFill>
                          <a:latin typeface="Helvetica Neue"/>
                          <a:ea typeface="Helvetica Neue"/>
                          <a:cs typeface="Helvetica Neue"/>
                        </a:rPr>
                        <a:t>Input methods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Buttons versus gestures</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Unintended activation,</a:t>
                      </a:r>
                    </a:p>
                    <a:p>
                      <a:r>
                        <a:rPr sz="1800" b="0">
                          <a:solidFill>
                            <a:srgbClr val="171A1D"/>
                          </a:solidFill>
                          <a:latin typeface="Helvetica Neue"/>
                          <a:ea typeface="Helvetica Neue"/>
                          <a:cs typeface="Helvetica Neue"/>
                        </a:rPr>
                        <a:t>interruption and preference</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r h="816769">
                <a:tc>
                  <a:txBody>
                    <a:bodyPr/>
                    <a:lstStyle/>
                    <a:p>
                      <a:r>
                        <a:rPr sz="1800" b="1">
                          <a:solidFill>
                            <a:srgbClr val="171A1D"/>
                          </a:solidFill>
                          <a:latin typeface="Helvetica Neue"/>
                          <a:ea typeface="Helvetica Neue"/>
                          <a:cs typeface="Helvetica Neue"/>
                        </a:rPr>
                        <a:t>Interaction rules</a:t>
                      </a:r>
                    </a:p>
                  </a:txBody>
                  <a:tcPr marL="152400" marR="152400" marT="133350" marB="95250" anchor="ctr">
                    <a:lnL w="5715">
                      <a:solidFill>
                        <a:srgbClr val="D8D1C5"/>
                      </a:solidFill>
                      <a:prstDash val="solid"/>
                    </a:lnL>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Fixed defaults versus</a:t>
                      </a:r>
                    </a:p>
                    <a:p>
                      <a:r>
                        <a:rPr sz="1800" b="0">
                          <a:solidFill>
                            <a:srgbClr val="171A1D"/>
                          </a:solidFill>
                          <a:latin typeface="Helvetica Neue"/>
                          <a:ea typeface="Helvetica Neue"/>
                          <a:cs typeface="Helvetica Neue"/>
                        </a:rPr>
                        <a:t>user customization</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Understanding, settings use</a:t>
                      </a:r>
                    </a:p>
                    <a:p>
                      <a:r>
                        <a:rPr sz="1800" b="0">
                          <a:solidFill>
                            <a:srgbClr val="171A1D"/>
                          </a:solidFill>
                          <a:latin typeface="Helvetica Neue"/>
                          <a:ea typeface="Helvetica Neue"/>
                          <a:cs typeface="Helvetica Neue"/>
                        </a:rPr>
                        <a:t>and perceived effort</a:t>
                      </a:r>
                    </a:p>
                  </a:txBody>
                  <a:tcPr marL="152400" marR="152400" marT="133350" marB="95250" anchor="ctr">
                    <a:lnR w="5715">
                      <a:solidFill>
                        <a:srgbClr val="D8D1C5"/>
                      </a:solidFill>
                      <a:prstDash val="solid"/>
                    </a:lnR>
                    <a:lnB w="5715">
                      <a:solidFill>
                        <a:srgbClr val="D8D1C5"/>
                      </a:solidFill>
                      <a:prstDash val="solid"/>
                    </a:lnB>
                    <a:solidFill>
                      <a:srgbClr val="FFFDF8"/>
                    </a:solidFill>
                  </a:tcPr>
                </a:tc>
              </a:tr>
            </a:tbl>
          </a:graphicData>
        </a:graphic>
      </p:graphicFrame>
      <p:sp>
        <p:nvSpPr>
          <p:cNvPr id="6" name="text">
            <a:extLst xmlns:a="http://schemas.openxmlformats.org/drawingml/2006/main">
              <a:ext uri="{FF2B5EF4-FFF2-40B4-BE49-F238E27FC236}">
                <a16:creationId xmlns:a16="http://schemas.microsoft.com/office/drawing/2014/main" id="{2072E9D5-3100-4D03-A50A-A9CE85736006}"/>
              </a:ext>
            </a:extLst>
          </p:cNvPr>
          <p:cNvSpPr>
            <a:spLocks xmlns:a="http://schemas.openxmlformats.org/drawingml/2006/main" noGrp="1"/>
          </p:cNvSpPr>
          <p:nvPr/>
        </p:nvSpPr>
        <p:spPr>
          <a:xfrm xmlns:a="http://schemas.openxmlformats.org/drawingml/2006/main">
            <a:off x="714375" y="5905500"/>
            <a:ext cx="10620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xmlns:a="http://schemas.openxmlformats.org/drawingml/2006/main">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Planned comparisons use the same participants with counterbalanced order.</a:t>
            </a:r>
          </a:p>
        </p:txBody>
      </p:sp>
    </p:spTree>
    <p:extLst>
      <p:ext uri="{BB962C8B-B14F-4D97-AF65-F5344CB8AC3E}">
        <p14:creationId xmlns:p14="http://schemas.microsoft.com/office/powerpoint/2010/main" val="2027860341"/>
      </p:ext>
    </p:extLst>
  </p:cSld>
  <p:extLst>
    <p:ext uri="{6950BFC3-D8DA-4A85-94F7-54DA5524770B}">
      <p188:commentRel xmlns:r="http://schemas.openxmlformats.org/officeDocument/2006/relationships" xmlns:p188="http://schemas.microsoft.com/office/powerpoint/2018/8/main" r:id="Ra9f8f55a00e74b4b"/>
    </p:ext>
  </p:extLst>
</p:sld>
</file>

<file path=ppt/slides/slide12.xml><?xml version="1.0" encoding="utf-8"?>
<p:sld xmlns:p="http://schemas.openxmlformats.org/presentationml/2006/main">
  <p:cSld>
    <p:bg>
      <p:bgPr>
        <a:solidFill xmlns:a="http://schemas.openxmlformats.org/drawingml/2006/main">
          <a:srgbClr val="171A1D"/>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A6DC0CE8-7FC4-4C8E-BB7A-DD054C973B13}"/>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Next steps</a:t>
            </a:r>
          </a:p>
        </p:txBody>
      </p:sp>
      <p:sp>
        <p:nvSpPr>
          <p:cNvPr id="2" name="accent">
            <a:extLst xmlns:a="http://schemas.openxmlformats.org/drawingml/2006/main">
              <a:ext uri="{FF2B5EF4-FFF2-40B4-BE49-F238E27FC236}">
                <a16:creationId xmlns:a16="http://schemas.microsoft.com/office/drawing/2014/main" id="{49EC952C-1055-4948-9893-D70255737141}"/>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D602F5D8-F7A4-4D5B-B197-0CBF9ECDCD36}"/>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xmlns:a="http://schemas.openxmlformats.org/drawingml/2006/main">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12</a:t>
            </a:r>
          </a:p>
        </p:txBody>
      </p:sp>
      <p:sp>
        <p:nvSpPr>
          <p:cNvPr id="4" name="text">
            <a:extLst xmlns:a="http://schemas.openxmlformats.org/drawingml/2006/main">
              <a:ext uri="{FF2B5EF4-FFF2-40B4-BE49-F238E27FC236}">
                <a16:creationId xmlns:a16="http://schemas.microsoft.com/office/drawing/2014/main" id="{AD4F00BC-8C3A-437A-86B1-764CEF08FC10}"/>
              </a:ext>
            </a:extLst>
          </p:cNvPr>
          <p:cNvSpPr>
            <a:spLocks xmlns:a="http://schemas.openxmlformats.org/drawingml/2006/main" noGrp="1"/>
          </p:cNvSpPr>
          <p:nvPr/>
        </p:nvSpPr>
        <p:spPr>
          <a:xfrm xmlns:a="http://schemas.openxmlformats.org/drawingml/2006/main">
            <a:off x="76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06C5B"/>
                </a:solidFill>
                <a:latin typeface="Helvetica Neue"/>
                <a:ea typeface="Helvetica Neue"/>
                <a:cs typeface="Helvetica Neue"/>
              </a:defRPr>
            </a:defPPr>
            <a:lvl1pPr>
              <a:defRPr sz="4950" b="1">
                <a:solidFill>
                  <a:srgbClr val="F06C5B"/>
                </a:solidFill>
                <a:latin typeface="Helvetica Neue"/>
                <a:ea typeface="Helvetica Neue"/>
                <a:cs typeface="Helvetica Neue"/>
              </a:defRPr>
            </a:lvl1pPr>
            <a:lvl2pPr>
              <a:defRPr sz="4950" b="1">
                <a:solidFill>
                  <a:srgbClr val="F06C5B"/>
                </a:solidFill>
                <a:latin typeface="Helvetica Neue"/>
                <a:ea typeface="Helvetica Neue"/>
                <a:cs typeface="Helvetica Neue"/>
              </a:defRPr>
            </a:lvl2pPr>
            <a:lvl3pPr>
              <a:defRPr sz="4950" b="1">
                <a:solidFill>
                  <a:srgbClr val="F06C5B"/>
                </a:solidFill>
                <a:latin typeface="Helvetica Neue"/>
                <a:ea typeface="Helvetica Neue"/>
                <a:cs typeface="Helvetica Neue"/>
              </a:defRPr>
            </a:lvl3pPr>
            <a:lvl4pPr>
              <a:defRPr sz="4950" b="1">
                <a:solidFill>
                  <a:srgbClr val="F06C5B"/>
                </a:solidFill>
                <a:latin typeface="Helvetica Neue"/>
                <a:ea typeface="Helvetica Neue"/>
                <a:cs typeface="Helvetica Neue"/>
              </a:defRPr>
            </a:lvl4pPr>
            <a:lvl5pPr>
              <a:defRPr sz="4950" b="1">
                <a:solidFill>
                  <a:srgbClr val="F06C5B"/>
                </a:solidFill>
                <a:latin typeface="Helvetica Neue"/>
                <a:ea typeface="Helvetica Neue"/>
                <a:cs typeface="Helvetica Neue"/>
              </a:defRPr>
            </a:lvl5pPr>
            <a:lvl6pPr>
              <a:defRPr sz="4950" b="1">
                <a:solidFill>
                  <a:srgbClr val="F06C5B"/>
                </a:solidFill>
                <a:latin typeface="Helvetica Neue"/>
                <a:ea typeface="Helvetica Neue"/>
                <a:cs typeface="Helvetica Neue"/>
              </a:defRPr>
            </a:lvl6pPr>
            <a:lvl7pPr>
              <a:defRPr sz="4950" b="1">
                <a:solidFill>
                  <a:srgbClr val="F06C5B"/>
                </a:solidFill>
                <a:latin typeface="Helvetica Neue"/>
                <a:ea typeface="Helvetica Neue"/>
                <a:cs typeface="Helvetica Neue"/>
              </a:defRPr>
            </a:lvl7pPr>
            <a:lvl8pPr>
              <a:defRPr sz="4950" b="1">
                <a:solidFill>
                  <a:srgbClr val="F06C5B"/>
                </a:solidFill>
                <a:latin typeface="Helvetica Neue"/>
                <a:ea typeface="Helvetica Neue"/>
                <a:cs typeface="Helvetica Neue"/>
              </a:defRPr>
            </a:lvl8pPr>
            <a:lvl9pPr>
              <a:defRPr sz="4950" b="1">
                <a:solidFill>
                  <a:srgbClr val="F06C5B"/>
                </a:solidFill>
                <a:latin typeface="Helvetica Neue"/>
                <a:ea typeface="Helvetica Neue"/>
                <a:cs typeface="Helvetica Neue"/>
              </a:defRPr>
            </a:lvl9pPr>
          </a:lstStyle>
          <a:p xmlns:a="http://schemas.openxmlformats.org/drawingml/2006/main">
            <a:pPr>
              <a:defRPr sz="4950" b="1">
                <a:solidFill>
                  <a:srgbClr val="F06C5B"/>
                </a:solidFill>
                <a:latin typeface="Helvetica Neue"/>
                <a:ea typeface="Helvetica Neue"/>
                <a:cs typeface="Helvetica Neue"/>
              </a:defRPr>
            </a:pPr>
            <a:r>
              <a:rPr sz="4950" b="1">
                <a:solidFill>
                  <a:srgbClr val="F06C5B"/>
                </a:solidFill>
                <a:latin typeface="Helvetica Neue"/>
                <a:ea typeface="Helvetica Neue"/>
                <a:cs typeface="Helvetica Neue"/>
              </a:rPr>
              <a:t>01</a:t>
            </a:r>
          </a:p>
        </p:txBody>
      </p:sp>
      <p:sp>
        <p:nvSpPr>
          <p:cNvPr id="5" name="text">
            <a:extLst xmlns:a="http://schemas.openxmlformats.org/drawingml/2006/main">
              <a:ext uri="{FF2B5EF4-FFF2-40B4-BE49-F238E27FC236}">
                <a16:creationId xmlns:a16="http://schemas.microsoft.com/office/drawing/2014/main" id="{1E7F2B7E-75AB-4306-AA1D-B0C1F5A4EB42}"/>
              </a:ext>
            </a:extLst>
          </p:cNvPr>
          <p:cNvSpPr>
            <a:spLocks xmlns:a="http://schemas.openxmlformats.org/drawingml/2006/main" noGrp="1"/>
          </p:cNvSpPr>
          <p:nvPr/>
        </p:nvSpPr>
        <p:spPr>
          <a:xfrm xmlns:a="http://schemas.openxmlformats.org/drawingml/2006/main">
            <a:off x="76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IRB application</a:t>
            </a:r>
          </a:p>
        </p:txBody>
      </p:sp>
      <p:sp>
        <p:nvSpPr>
          <p:cNvPr id="6" name="text">
            <a:extLst xmlns:a="http://schemas.openxmlformats.org/drawingml/2006/main">
              <a:ext uri="{FF2B5EF4-FFF2-40B4-BE49-F238E27FC236}">
                <a16:creationId xmlns:a16="http://schemas.microsoft.com/office/drawing/2014/main" id="{8F1D845C-2B5F-42B4-94A4-B0E0AC50EBC7}"/>
              </a:ext>
            </a:extLst>
          </p:cNvPr>
          <p:cNvSpPr>
            <a:spLocks xmlns:a="http://schemas.openxmlformats.org/drawingml/2006/main" noGrp="1"/>
          </p:cNvSpPr>
          <p:nvPr/>
        </p:nvSpPr>
        <p:spPr>
          <a:xfrm xmlns:a="http://schemas.openxmlformats.org/drawingml/2006/main">
            <a:off x="76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Finalize the protocol</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and consent materials.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Submit for review.</a:t>
            </a:r>
          </a:p>
        </p:txBody>
      </p:sp>
      <p:sp>
        <p:nvSpPr>
          <p:cNvPr id="7" name="text">
            <a:extLst xmlns:a="http://schemas.openxmlformats.org/drawingml/2006/main">
              <a:ext uri="{FF2B5EF4-FFF2-40B4-BE49-F238E27FC236}">
                <a16:creationId xmlns:a16="http://schemas.microsoft.com/office/drawing/2014/main" id="{9A27AE44-9299-4484-A277-C4CE74FAE991}"/>
              </a:ext>
            </a:extLst>
          </p:cNvPr>
          <p:cNvSpPr>
            <a:spLocks xmlns:a="http://schemas.openxmlformats.org/drawingml/2006/main" noGrp="1"/>
          </p:cNvSpPr>
          <p:nvPr/>
        </p:nvSpPr>
        <p:spPr>
          <a:xfrm xmlns:a="http://schemas.openxmlformats.org/drawingml/2006/main">
            <a:off x="457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CFEA79"/>
                </a:solidFill>
                <a:latin typeface="Helvetica Neue"/>
                <a:ea typeface="Helvetica Neue"/>
                <a:cs typeface="Helvetica Neue"/>
              </a:defRPr>
            </a:defPPr>
            <a:lvl1pPr>
              <a:defRPr sz="4950" b="1">
                <a:solidFill>
                  <a:srgbClr val="CFEA79"/>
                </a:solidFill>
                <a:latin typeface="Helvetica Neue"/>
                <a:ea typeface="Helvetica Neue"/>
                <a:cs typeface="Helvetica Neue"/>
              </a:defRPr>
            </a:lvl1pPr>
            <a:lvl2pPr>
              <a:defRPr sz="4950" b="1">
                <a:solidFill>
                  <a:srgbClr val="CFEA79"/>
                </a:solidFill>
                <a:latin typeface="Helvetica Neue"/>
                <a:ea typeface="Helvetica Neue"/>
                <a:cs typeface="Helvetica Neue"/>
              </a:defRPr>
            </a:lvl2pPr>
            <a:lvl3pPr>
              <a:defRPr sz="4950" b="1">
                <a:solidFill>
                  <a:srgbClr val="CFEA79"/>
                </a:solidFill>
                <a:latin typeface="Helvetica Neue"/>
                <a:ea typeface="Helvetica Neue"/>
                <a:cs typeface="Helvetica Neue"/>
              </a:defRPr>
            </a:lvl3pPr>
            <a:lvl4pPr>
              <a:defRPr sz="4950" b="1">
                <a:solidFill>
                  <a:srgbClr val="CFEA79"/>
                </a:solidFill>
                <a:latin typeface="Helvetica Neue"/>
                <a:ea typeface="Helvetica Neue"/>
                <a:cs typeface="Helvetica Neue"/>
              </a:defRPr>
            </a:lvl4pPr>
            <a:lvl5pPr>
              <a:defRPr sz="4950" b="1">
                <a:solidFill>
                  <a:srgbClr val="CFEA79"/>
                </a:solidFill>
                <a:latin typeface="Helvetica Neue"/>
                <a:ea typeface="Helvetica Neue"/>
                <a:cs typeface="Helvetica Neue"/>
              </a:defRPr>
            </a:lvl5pPr>
            <a:lvl6pPr>
              <a:defRPr sz="4950" b="1">
                <a:solidFill>
                  <a:srgbClr val="CFEA79"/>
                </a:solidFill>
                <a:latin typeface="Helvetica Neue"/>
                <a:ea typeface="Helvetica Neue"/>
                <a:cs typeface="Helvetica Neue"/>
              </a:defRPr>
            </a:lvl6pPr>
            <a:lvl7pPr>
              <a:defRPr sz="4950" b="1">
                <a:solidFill>
                  <a:srgbClr val="CFEA79"/>
                </a:solidFill>
                <a:latin typeface="Helvetica Neue"/>
                <a:ea typeface="Helvetica Neue"/>
                <a:cs typeface="Helvetica Neue"/>
              </a:defRPr>
            </a:lvl7pPr>
            <a:lvl8pPr>
              <a:defRPr sz="4950" b="1">
                <a:solidFill>
                  <a:srgbClr val="CFEA79"/>
                </a:solidFill>
                <a:latin typeface="Helvetica Neue"/>
                <a:ea typeface="Helvetica Neue"/>
                <a:cs typeface="Helvetica Neue"/>
              </a:defRPr>
            </a:lvl8pPr>
            <a:lvl9pPr>
              <a:defRPr sz="4950" b="1">
                <a:solidFill>
                  <a:srgbClr val="CFEA79"/>
                </a:solidFill>
                <a:latin typeface="Helvetica Neue"/>
                <a:ea typeface="Helvetica Neue"/>
                <a:cs typeface="Helvetica Neue"/>
              </a:defRPr>
            </a:lvl9pPr>
          </a:lstStyle>
          <a:p xmlns:a="http://schemas.openxmlformats.org/drawingml/2006/main">
            <a:pPr>
              <a:defRPr sz="4950" b="1">
                <a:solidFill>
                  <a:srgbClr val="CFEA79"/>
                </a:solidFill>
                <a:latin typeface="Helvetica Neue"/>
                <a:ea typeface="Helvetica Neue"/>
                <a:cs typeface="Helvetica Neue"/>
              </a:defRPr>
            </a:pPr>
            <a:r>
              <a:rPr sz="4950" b="1">
                <a:solidFill>
                  <a:srgbClr val="CFEA79"/>
                </a:solidFill>
                <a:latin typeface="Helvetica Neue"/>
                <a:ea typeface="Helvetica Neue"/>
                <a:cs typeface="Helvetica Neue"/>
              </a:rPr>
              <a:t>02</a:t>
            </a:r>
          </a:p>
        </p:txBody>
      </p:sp>
      <p:sp>
        <p:nvSpPr>
          <p:cNvPr id="8" name="text">
            <a:extLst xmlns:a="http://schemas.openxmlformats.org/drawingml/2006/main">
              <a:ext uri="{FF2B5EF4-FFF2-40B4-BE49-F238E27FC236}">
                <a16:creationId xmlns:a16="http://schemas.microsoft.com/office/drawing/2014/main" id="{882B63FC-665C-41EC-8BAF-7FC06A2AEA28}"/>
              </a:ext>
            </a:extLst>
          </p:cNvPr>
          <p:cNvSpPr>
            <a:spLocks xmlns:a="http://schemas.openxmlformats.org/drawingml/2006/main" noGrp="1"/>
          </p:cNvSpPr>
          <p:nvPr/>
        </p:nvSpPr>
        <p:spPr>
          <a:xfrm xmlns:a="http://schemas.openxmlformats.org/drawingml/2006/main">
            <a:off x="457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Controlled study</a:t>
            </a:r>
          </a:p>
        </p:txBody>
      </p:sp>
      <p:sp>
        <p:nvSpPr>
          <p:cNvPr id="9" name="text">
            <a:extLst xmlns:a="http://schemas.openxmlformats.org/drawingml/2006/main">
              <a:ext uri="{FF2B5EF4-FFF2-40B4-BE49-F238E27FC236}">
                <a16:creationId xmlns:a16="http://schemas.microsoft.com/office/drawing/2014/main" id="{73F6F8B9-FA39-4C74-8473-5B497AC7657D}"/>
              </a:ext>
            </a:extLst>
          </p:cNvPr>
          <p:cNvSpPr>
            <a:spLocks xmlns:a="http://schemas.openxmlformats.org/drawingml/2006/main" noGrp="1"/>
          </p:cNvSpPr>
          <p:nvPr/>
        </p:nvSpPr>
        <p:spPr>
          <a:xfrm xmlns:a="http://schemas.openxmlformats.org/drawingml/2006/main">
            <a:off x="457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After approval, compare</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buttons and gestures,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then interaction defaults.</a:t>
            </a:r>
          </a:p>
        </p:txBody>
      </p:sp>
      <p:sp>
        <p:nvSpPr>
          <p:cNvPr id="10" name="text">
            <a:extLst xmlns:a="http://schemas.openxmlformats.org/drawingml/2006/main">
              <a:ext uri="{FF2B5EF4-FFF2-40B4-BE49-F238E27FC236}">
                <a16:creationId xmlns:a16="http://schemas.microsoft.com/office/drawing/2014/main" id="{BB65B9BB-9F76-4AB9-8B5E-DE8C0F92CCAC}"/>
              </a:ext>
            </a:extLst>
          </p:cNvPr>
          <p:cNvSpPr>
            <a:spLocks xmlns:a="http://schemas.openxmlformats.org/drawingml/2006/main" noGrp="1"/>
          </p:cNvSpPr>
          <p:nvPr/>
        </p:nvSpPr>
        <p:spPr>
          <a:xfrm xmlns:a="http://schemas.openxmlformats.org/drawingml/2006/main">
            <a:off x="8382000" y="19240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6AB7D6"/>
                </a:solidFill>
                <a:latin typeface="Helvetica Neue"/>
                <a:ea typeface="Helvetica Neue"/>
                <a:cs typeface="Helvetica Neue"/>
              </a:defRPr>
            </a:defPPr>
            <a:lvl1pPr>
              <a:defRPr sz="4950" b="1">
                <a:solidFill>
                  <a:srgbClr val="6AB7D6"/>
                </a:solidFill>
                <a:latin typeface="Helvetica Neue"/>
                <a:ea typeface="Helvetica Neue"/>
                <a:cs typeface="Helvetica Neue"/>
              </a:defRPr>
            </a:lvl1pPr>
            <a:lvl2pPr>
              <a:defRPr sz="4950" b="1">
                <a:solidFill>
                  <a:srgbClr val="6AB7D6"/>
                </a:solidFill>
                <a:latin typeface="Helvetica Neue"/>
                <a:ea typeface="Helvetica Neue"/>
                <a:cs typeface="Helvetica Neue"/>
              </a:defRPr>
            </a:lvl2pPr>
            <a:lvl3pPr>
              <a:defRPr sz="4950" b="1">
                <a:solidFill>
                  <a:srgbClr val="6AB7D6"/>
                </a:solidFill>
                <a:latin typeface="Helvetica Neue"/>
                <a:ea typeface="Helvetica Neue"/>
                <a:cs typeface="Helvetica Neue"/>
              </a:defRPr>
            </a:lvl3pPr>
            <a:lvl4pPr>
              <a:defRPr sz="4950" b="1">
                <a:solidFill>
                  <a:srgbClr val="6AB7D6"/>
                </a:solidFill>
                <a:latin typeface="Helvetica Neue"/>
                <a:ea typeface="Helvetica Neue"/>
                <a:cs typeface="Helvetica Neue"/>
              </a:defRPr>
            </a:lvl4pPr>
            <a:lvl5pPr>
              <a:defRPr sz="4950" b="1">
                <a:solidFill>
                  <a:srgbClr val="6AB7D6"/>
                </a:solidFill>
                <a:latin typeface="Helvetica Neue"/>
                <a:ea typeface="Helvetica Neue"/>
                <a:cs typeface="Helvetica Neue"/>
              </a:defRPr>
            </a:lvl5pPr>
            <a:lvl6pPr>
              <a:defRPr sz="4950" b="1">
                <a:solidFill>
                  <a:srgbClr val="6AB7D6"/>
                </a:solidFill>
                <a:latin typeface="Helvetica Neue"/>
                <a:ea typeface="Helvetica Neue"/>
                <a:cs typeface="Helvetica Neue"/>
              </a:defRPr>
            </a:lvl6pPr>
            <a:lvl7pPr>
              <a:defRPr sz="4950" b="1">
                <a:solidFill>
                  <a:srgbClr val="6AB7D6"/>
                </a:solidFill>
                <a:latin typeface="Helvetica Neue"/>
                <a:ea typeface="Helvetica Neue"/>
                <a:cs typeface="Helvetica Neue"/>
              </a:defRPr>
            </a:lvl7pPr>
            <a:lvl8pPr>
              <a:defRPr sz="4950" b="1">
                <a:solidFill>
                  <a:srgbClr val="6AB7D6"/>
                </a:solidFill>
                <a:latin typeface="Helvetica Neue"/>
                <a:ea typeface="Helvetica Neue"/>
                <a:cs typeface="Helvetica Neue"/>
              </a:defRPr>
            </a:lvl8pPr>
            <a:lvl9pPr>
              <a:defRPr sz="4950" b="1">
                <a:solidFill>
                  <a:srgbClr val="6AB7D6"/>
                </a:solidFill>
                <a:latin typeface="Helvetica Neue"/>
                <a:ea typeface="Helvetica Neue"/>
                <a:cs typeface="Helvetica Neue"/>
              </a:defRPr>
            </a:lvl9pPr>
          </a:lstStyle>
          <a:p xmlns:a="http://schemas.openxmlformats.org/drawingml/2006/main">
            <a:pPr>
              <a:defRPr sz="4950" b="1">
                <a:solidFill>
                  <a:srgbClr val="6AB7D6"/>
                </a:solidFill>
                <a:latin typeface="Helvetica Neue"/>
                <a:ea typeface="Helvetica Neue"/>
                <a:cs typeface="Helvetica Neue"/>
              </a:defRPr>
            </a:pPr>
            <a:r>
              <a:rPr sz="4950" b="1">
                <a:solidFill>
                  <a:srgbClr val="6AB7D6"/>
                </a:solidFill>
                <a:latin typeface="Helvetica Neue"/>
                <a:ea typeface="Helvetica Neue"/>
                <a:cs typeface="Helvetica Neue"/>
              </a:rPr>
              <a:t>03</a:t>
            </a:r>
          </a:p>
        </p:txBody>
      </p:sp>
      <p:sp>
        <p:nvSpPr>
          <p:cNvPr id="11" name="text">
            <a:extLst xmlns:a="http://schemas.openxmlformats.org/drawingml/2006/main">
              <a:ext uri="{FF2B5EF4-FFF2-40B4-BE49-F238E27FC236}">
                <a16:creationId xmlns:a16="http://schemas.microsoft.com/office/drawing/2014/main" id="{B8494426-6203-451F-945E-ACB99A176FE6}"/>
              </a:ext>
            </a:extLst>
          </p:cNvPr>
          <p:cNvSpPr>
            <a:spLocks xmlns:a="http://schemas.openxmlformats.org/drawingml/2006/main" noGrp="1"/>
          </p:cNvSpPr>
          <p:nvPr/>
        </p:nvSpPr>
        <p:spPr>
          <a:xfrm xmlns:a="http://schemas.openxmlformats.org/drawingml/2006/main">
            <a:off x="8382000" y="30670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More data</a:t>
            </a:r>
          </a:p>
        </p:txBody>
      </p:sp>
      <p:sp>
        <p:nvSpPr>
          <p:cNvPr id="12" name="text">
            <a:extLst xmlns:a="http://schemas.openxmlformats.org/drawingml/2006/main">
              <a:ext uri="{FF2B5EF4-FFF2-40B4-BE49-F238E27FC236}">
                <a16:creationId xmlns:a16="http://schemas.microsoft.com/office/drawing/2014/main" id="{91966AB3-AC27-4F34-9558-312AF3922901}"/>
              </a:ext>
            </a:extLst>
          </p:cNvPr>
          <p:cNvSpPr>
            <a:spLocks xmlns:a="http://schemas.openxmlformats.org/drawingml/2006/main" noGrp="1"/>
          </p:cNvSpPr>
          <p:nvPr/>
        </p:nvSpPr>
        <p:spPr>
          <a:xfrm xmlns:a="http://schemas.openxmlformats.org/drawingml/2006/main">
            <a:off x="8382000" y="416242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Collect task logs,</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repeated trials and</a:t>
            </a:r>
          </a:p>
          <a:p xmlns:a="http://schemas.openxmlformats.org/drawingml/2006/main">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reader feedback.</a:t>
            </a:r>
          </a:p>
        </p:txBody>
      </p:sp>
      <p:sp>
        <p:nvSpPr>
          <p:cNvPr id="13" name="accent">
            <a:extLst xmlns:a="http://schemas.openxmlformats.org/drawingml/2006/main">
              <a:ext uri="{FF2B5EF4-FFF2-40B4-BE49-F238E27FC236}">
                <a16:creationId xmlns:a16="http://schemas.microsoft.com/office/drawing/2014/main" id="{E4461E3A-8936-4DFB-9CA3-0AA690F509BC}"/>
              </a:ext>
            </a:extLst>
          </p:cNvPr>
          <p:cNvSpPr>
            <a:spLocks xmlns:a="http://schemas.openxmlformats.org/drawingml/2006/main" noGrp="1"/>
          </p:cNvSpPr>
          <p:nvPr/>
        </p:nvSpPr>
        <p:spPr>
          <a:xfrm xmlns:a="http://schemas.openxmlformats.org/drawingml/2006/main">
            <a:off x="762000" y="5848350"/>
            <a:ext cx="10668000" cy="9525"/>
          </a:xfrm>
          <a:prstGeom xmlns:a="http://schemas.openxmlformats.org/drawingml/2006/main" prst="rect">
            <a:avLst/>
          </a:prstGeom>
          <a:solidFill xmlns:a="http://schemas.openxmlformats.org/drawingml/2006/main">
            <a:srgbClr val="62676A"/>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E87A7FF-58E2-48B6-A971-CB99133E0F77}"/>
              </a:ext>
            </a:extLst>
          </p:cNvPr>
          <p:cNvSpPr>
            <a:spLocks xmlns:a="http://schemas.openxmlformats.org/drawingml/2006/main" noGrp="1"/>
          </p:cNvSpPr>
          <p:nvPr/>
        </p:nvSpPr>
        <p:spPr>
          <a:xfrm xmlns:a="http://schemas.openxmlformats.org/drawingml/2006/main">
            <a:off x="762000" y="60960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D8D1C5"/>
                </a:solidFill>
                <a:latin typeface="Helvetica Neue"/>
                <a:ea typeface="Helvetica Neue"/>
                <a:cs typeface="Helvetica Neue"/>
              </a:defRPr>
            </a:defPPr>
            <a:lvl1pPr>
              <a:defRPr sz="1725" b="0">
                <a:solidFill>
                  <a:srgbClr val="D8D1C5"/>
                </a:solidFill>
                <a:latin typeface="Helvetica Neue"/>
                <a:ea typeface="Helvetica Neue"/>
                <a:cs typeface="Helvetica Neue"/>
              </a:defRPr>
            </a:lvl1pPr>
            <a:lvl2pPr>
              <a:defRPr sz="1725" b="0">
                <a:solidFill>
                  <a:srgbClr val="D8D1C5"/>
                </a:solidFill>
                <a:latin typeface="Helvetica Neue"/>
                <a:ea typeface="Helvetica Neue"/>
                <a:cs typeface="Helvetica Neue"/>
              </a:defRPr>
            </a:lvl2pPr>
            <a:lvl3pPr>
              <a:defRPr sz="1725" b="0">
                <a:solidFill>
                  <a:srgbClr val="D8D1C5"/>
                </a:solidFill>
                <a:latin typeface="Helvetica Neue"/>
                <a:ea typeface="Helvetica Neue"/>
                <a:cs typeface="Helvetica Neue"/>
              </a:defRPr>
            </a:lvl3pPr>
            <a:lvl4pPr>
              <a:defRPr sz="1725" b="0">
                <a:solidFill>
                  <a:srgbClr val="D8D1C5"/>
                </a:solidFill>
                <a:latin typeface="Helvetica Neue"/>
                <a:ea typeface="Helvetica Neue"/>
                <a:cs typeface="Helvetica Neue"/>
              </a:defRPr>
            </a:lvl4pPr>
            <a:lvl5pPr>
              <a:defRPr sz="1725" b="0">
                <a:solidFill>
                  <a:srgbClr val="D8D1C5"/>
                </a:solidFill>
                <a:latin typeface="Helvetica Neue"/>
                <a:ea typeface="Helvetica Neue"/>
                <a:cs typeface="Helvetica Neue"/>
              </a:defRPr>
            </a:lvl5pPr>
            <a:lvl6pPr>
              <a:defRPr sz="1725" b="0">
                <a:solidFill>
                  <a:srgbClr val="D8D1C5"/>
                </a:solidFill>
                <a:latin typeface="Helvetica Neue"/>
                <a:ea typeface="Helvetica Neue"/>
                <a:cs typeface="Helvetica Neue"/>
              </a:defRPr>
            </a:lvl6pPr>
            <a:lvl7pPr>
              <a:defRPr sz="1725" b="0">
                <a:solidFill>
                  <a:srgbClr val="D8D1C5"/>
                </a:solidFill>
                <a:latin typeface="Helvetica Neue"/>
                <a:ea typeface="Helvetica Neue"/>
                <a:cs typeface="Helvetica Neue"/>
              </a:defRPr>
            </a:lvl7pPr>
            <a:lvl8pPr>
              <a:defRPr sz="1725" b="0">
                <a:solidFill>
                  <a:srgbClr val="D8D1C5"/>
                </a:solidFill>
                <a:latin typeface="Helvetica Neue"/>
                <a:ea typeface="Helvetica Neue"/>
                <a:cs typeface="Helvetica Neue"/>
              </a:defRPr>
            </a:lvl8pPr>
            <a:lvl9pPr>
              <a:defRPr sz="1725" b="0">
                <a:solidFill>
                  <a:srgbClr val="D8D1C5"/>
                </a:solidFill>
                <a:latin typeface="Helvetica Neue"/>
                <a:ea typeface="Helvetica Neue"/>
                <a:cs typeface="Helvetica Neue"/>
              </a:defRPr>
            </a:lvl9pPr>
          </a:lstStyle>
          <a:p xmlns:a="http://schemas.openxmlformats.org/drawingml/2006/main">
            <a:pPr>
              <a:defRPr sz="1725" b="0">
                <a:solidFill>
                  <a:srgbClr val="D8D1C5"/>
                </a:solidFill>
                <a:latin typeface="Helvetica Neue"/>
                <a:ea typeface="Helvetica Neue"/>
                <a:cs typeface="Helvetica Neue"/>
              </a:defRPr>
            </a:pPr>
            <a:r>
              <a:rPr sz="1725" b="0">
                <a:solidFill>
                  <a:srgbClr val="D8D1C5"/>
                </a:solidFill>
                <a:latin typeface="Helvetica Neue"/>
                <a:ea typeface="Helvetica Neue"/>
                <a:cs typeface="Helvetica Neue"/>
              </a:rPr>
              <a:t>Participant recruitment and data collection will follow written IRB approval.</a:t>
            </a:r>
          </a:p>
        </p:txBody>
      </p:sp>
    </p:spTree>
    <p:extLst>
      <p:ext uri="{BB962C8B-B14F-4D97-AF65-F5344CB8AC3E}">
        <p14:creationId xmlns:p14="http://schemas.microsoft.com/office/powerpoint/2010/main" val="681270063"/>
      </p:ext>
    </p:extLst>
  </p:cSld>
  <p:extLst>
    <p:ext uri="{6950BFC3-D8DA-4A85-94F7-54DA5524770B}">
      <p188:commentRel xmlns:r="http://schemas.openxmlformats.org/officeDocument/2006/relationships" xmlns:p188="http://schemas.microsoft.com/office/powerpoint/2018/8/main" r:id="R01308cc03965495b"/>
    </p:ext>
  </p:extLst>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2CECA6F-69DA-4B49-91B9-590AF0A04738}"/>
              </a:ext>
            </a:extLst>
          </p:cNvPr>
          <p:cNvSpPr>
            <a:spLocks xmlns:a="http://schemas.openxmlformats.org/drawingml/2006/main" noGrp="1"/>
          </p:cNvSpPr>
          <p:nvPr/>
        </p:nvSpPr>
        <p:spPr>
          <a:xfrm xmlns:a="http://schemas.openxmlformats.org/drawingml/2006/main">
            <a:off x="685800" y="457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xmlns:a="http://schemas.openxmlformats.org/drawingml/2006/main">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Questions for discussion</a:t>
            </a:r>
          </a:p>
        </p:txBody>
      </p:sp>
      <p:sp>
        <p:nvSpPr>
          <p:cNvPr id="2" name="accent">
            <a:extLst xmlns:a="http://schemas.openxmlformats.org/drawingml/2006/main">
              <a:ext uri="{FF2B5EF4-FFF2-40B4-BE49-F238E27FC236}">
                <a16:creationId xmlns:a16="http://schemas.microsoft.com/office/drawing/2014/main" id="{8D6411EC-351C-4C68-9C37-3B764E4BC1FB}"/>
              </a:ext>
            </a:extLst>
          </p:cNvPr>
          <p:cNvSpPr>
            <a:spLocks xmlns:a="http://schemas.openxmlformats.org/drawingml/2006/main" noGrp="1"/>
          </p:cNvSpPr>
          <p:nvPr/>
        </p:nvSpPr>
        <p:spPr>
          <a:xfrm xmlns:a="http://schemas.openxmlformats.org/drawingml/2006/main">
            <a:off x="685800" y="1200150"/>
            <a:ext cx="514350" cy="47625"/>
          </a:xfrm>
          <a:prstGeom xmlns:a="http://schemas.openxmlformats.org/drawingml/2006/main" prst="rect">
            <a:avLst/>
          </a:prstGeom>
          <a:solidFill xmlns:a="http://schemas.openxmlformats.org/drawingml/2006/main">
            <a:srgbClr val="F06C5B"/>
          </a:solidFill>
          <a:ln xmlns:a="http://schemas.openxmlformats.org/drawingml/2006/main" w="0">
            <a:noFill/>
          </a:ln>
        </p:spPr>
      </p:sp>
      <p:sp>
        <p:nvSpPr>
          <p:cNvPr id="3" name="page-number">
            <a:extLst xmlns:a="http://schemas.openxmlformats.org/drawingml/2006/main">
              <a:ext uri="{FF2B5EF4-FFF2-40B4-BE49-F238E27FC236}">
                <a16:creationId xmlns:a16="http://schemas.microsoft.com/office/drawing/2014/main" id="{EF8ADF70-5839-486F-B221-940A5618534F}"/>
              </a:ext>
            </a:extLst>
          </p:cNvPr>
          <p:cNvSpPr>
            <a:spLocks xmlns:a="http://schemas.openxmlformats.org/drawingml/2006/main" noGrp="1"/>
          </p:cNvSpPr>
          <p:nvPr/>
        </p:nvSpPr>
        <p:spPr>
          <a:xfrm xmlns:a="http://schemas.openxmlformats.org/drawingml/2006/main">
            <a:off x="11334750" y="428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xmlns:a="http://schemas.openxmlformats.org/drawingml/2006/main">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13</a:t>
            </a:r>
          </a:p>
        </p:txBody>
      </p:sp>
      <p:sp>
        <p:nvSpPr>
          <p:cNvPr id="4" name="text">
            <a:extLst xmlns:a="http://schemas.openxmlformats.org/drawingml/2006/main">
              <a:ext uri="{FF2B5EF4-FFF2-40B4-BE49-F238E27FC236}">
                <a16:creationId xmlns:a16="http://schemas.microsoft.com/office/drawing/2014/main" id="{4075D695-86F1-4B8B-A062-DB9404A6F0EA}"/>
              </a:ext>
            </a:extLst>
          </p:cNvPr>
          <p:cNvSpPr>
            <a:spLocks xmlns:a="http://schemas.openxmlformats.org/drawingml/2006/main" noGrp="1"/>
          </p:cNvSpPr>
          <p:nvPr/>
        </p:nvSpPr>
        <p:spPr>
          <a:xfrm xmlns:a="http://schemas.openxmlformats.org/drawingml/2006/main">
            <a:off x="762000" y="1838325"/>
            <a:ext cx="80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F06C5B"/>
                </a:solidFill>
                <a:latin typeface="Helvetica Neue"/>
                <a:ea typeface="Helvetica Neue"/>
                <a:cs typeface="Helvetica Neue"/>
              </a:defRPr>
            </a:defPPr>
            <a:lvl1pPr>
              <a:defRPr sz="6000" b="1">
                <a:solidFill>
                  <a:srgbClr val="F06C5B"/>
                </a:solidFill>
                <a:latin typeface="Helvetica Neue"/>
                <a:ea typeface="Helvetica Neue"/>
                <a:cs typeface="Helvetica Neue"/>
              </a:defRPr>
            </a:lvl1pPr>
            <a:lvl2pPr>
              <a:defRPr sz="6000" b="1">
                <a:solidFill>
                  <a:srgbClr val="F06C5B"/>
                </a:solidFill>
                <a:latin typeface="Helvetica Neue"/>
                <a:ea typeface="Helvetica Neue"/>
                <a:cs typeface="Helvetica Neue"/>
              </a:defRPr>
            </a:lvl2pPr>
            <a:lvl3pPr>
              <a:defRPr sz="6000" b="1">
                <a:solidFill>
                  <a:srgbClr val="F06C5B"/>
                </a:solidFill>
                <a:latin typeface="Helvetica Neue"/>
                <a:ea typeface="Helvetica Neue"/>
                <a:cs typeface="Helvetica Neue"/>
              </a:defRPr>
            </a:lvl3pPr>
            <a:lvl4pPr>
              <a:defRPr sz="6000" b="1">
                <a:solidFill>
                  <a:srgbClr val="F06C5B"/>
                </a:solidFill>
                <a:latin typeface="Helvetica Neue"/>
                <a:ea typeface="Helvetica Neue"/>
                <a:cs typeface="Helvetica Neue"/>
              </a:defRPr>
            </a:lvl4pPr>
            <a:lvl5pPr>
              <a:defRPr sz="6000" b="1">
                <a:solidFill>
                  <a:srgbClr val="F06C5B"/>
                </a:solidFill>
                <a:latin typeface="Helvetica Neue"/>
                <a:ea typeface="Helvetica Neue"/>
                <a:cs typeface="Helvetica Neue"/>
              </a:defRPr>
            </a:lvl5pPr>
            <a:lvl6pPr>
              <a:defRPr sz="6000" b="1">
                <a:solidFill>
                  <a:srgbClr val="F06C5B"/>
                </a:solidFill>
                <a:latin typeface="Helvetica Neue"/>
                <a:ea typeface="Helvetica Neue"/>
                <a:cs typeface="Helvetica Neue"/>
              </a:defRPr>
            </a:lvl6pPr>
            <a:lvl7pPr>
              <a:defRPr sz="6000" b="1">
                <a:solidFill>
                  <a:srgbClr val="F06C5B"/>
                </a:solidFill>
                <a:latin typeface="Helvetica Neue"/>
                <a:ea typeface="Helvetica Neue"/>
                <a:cs typeface="Helvetica Neue"/>
              </a:defRPr>
            </a:lvl7pPr>
            <a:lvl8pPr>
              <a:defRPr sz="6000" b="1">
                <a:solidFill>
                  <a:srgbClr val="F06C5B"/>
                </a:solidFill>
                <a:latin typeface="Helvetica Neue"/>
                <a:ea typeface="Helvetica Neue"/>
                <a:cs typeface="Helvetica Neue"/>
              </a:defRPr>
            </a:lvl8pPr>
            <a:lvl9pPr>
              <a:defRPr sz="6000" b="1">
                <a:solidFill>
                  <a:srgbClr val="F06C5B"/>
                </a:solidFill>
                <a:latin typeface="Helvetica Neue"/>
                <a:ea typeface="Helvetica Neue"/>
                <a:cs typeface="Helvetica Neue"/>
              </a:defRPr>
            </a:lvl9pPr>
          </a:lstStyle>
          <a:p xmlns:a="http://schemas.openxmlformats.org/drawingml/2006/main">
            <a:pPr>
              <a:defRPr sz="6000" b="1">
                <a:solidFill>
                  <a:srgbClr val="F06C5B"/>
                </a:solidFill>
                <a:latin typeface="Helvetica Neue"/>
                <a:ea typeface="Helvetica Neue"/>
                <a:cs typeface="Helvetica Neue"/>
              </a:defRPr>
            </a:pPr>
            <a:r>
              <a:rPr sz="6000" b="1">
                <a:solidFill>
                  <a:srgbClr val="F06C5B"/>
                </a:solidFill>
                <a:latin typeface="Helvetica Neue"/>
                <a:ea typeface="Helvetica Neue"/>
                <a:cs typeface="Helvetica Neue"/>
              </a:rPr>
              <a:t>1</a:t>
            </a:r>
          </a:p>
        </p:txBody>
      </p:sp>
      <p:sp>
        <p:nvSpPr>
          <p:cNvPr id="5" name="text">
            <a:extLst xmlns:a="http://schemas.openxmlformats.org/drawingml/2006/main">
              <a:ext uri="{FF2B5EF4-FFF2-40B4-BE49-F238E27FC236}">
                <a16:creationId xmlns:a16="http://schemas.microsoft.com/office/drawing/2014/main" id="{6D5F9A7F-A620-41B8-BB37-8581DA4135FD}"/>
              </a:ext>
            </a:extLst>
          </p:cNvPr>
          <p:cNvSpPr>
            <a:spLocks xmlns:a="http://schemas.openxmlformats.org/drawingml/2006/main" noGrp="1"/>
          </p:cNvSpPr>
          <p:nvPr/>
        </p:nvSpPr>
        <p:spPr>
          <a:xfrm xmlns:a="http://schemas.openxmlformats.org/drawingml/2006/main">
            <a:off x="2009775" y="1828800"/>
            <a:ext cx="933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What would make the input comparison fair?</a:t>
            </a:r>
          </a:p>
        </p:txBody>
      </p:sp>
      <p:sp>
        <p:nvSpPr>
          <p:cNvPr id="6" name="text">
            <a:extLst xmlns:a="http://schemas.openxmlformats.org/drawingml/2006/main">
              <a:ext uri="{FF2B5EF4-FFF2-40B4-BE49-F238E27FC236}">
                <a16:creationId xmlns:a16="http://schemas.microsoft.com/office/drawing/2014/main" id="{A5AA2DB5-B1A4-486C-9AEF-18D3EC0BDF8A}"/>
              </a:ext>
            </a:extLst>
          </p:cNvPr>
          <p:cNvSpPr>
            <a:spLocks xmlns:a="http://schemas.openxmlformats.org/drawingml/2006/main" noGrp="1"/>
          </p:cNvSpPr>
          <p:nvPr/>
        </p:nvSpPr>
        <p:spPr>
          <a:xfrm xmlns:a="http://schemas.openxmlformats.org/drawingml/2006/main">
            <a:off x="2009775" y="2800350"/>
            <a:ext cx="9239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Equivalent tasks, enough practice and comparable feedback</a:t>
            </a:r>
          </a:p>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for buttons and gestures.</a:t>
            </a:r>
          </a:p>
        </p:txBody>
      </p:sp>
      <p:sp>
        <p:nvSpPr>
          <p:cNvPr id="7" name="accent">
            <a:extLst xmlns:a="http://schemas.openxmlformats.org/drawingml/2006/main">
              <a:ext uri="{FF2B5EF4-FFF2-40B4-BE49-F238E27FC236}">
                <a16:creationId xmlns:a16="http://schemas.microsoft.com/office/drawing/2014/main" id="{CAB87126-3F05-48AA-BB39-4DB8D4EA328F}"/>
              </a:ext>
            </a:extLst>
          </p:cNvPr>
          <p:cNvSpPr>
            <a:spLocks xmlns:a="http://schemas.openxmlformats.org/drawingml/2006/main" noGrp="1"/>
          </p:cNvSpPr>
          <p:nvPr/>
        </p:nvSpPr>
        <p:spPr>
          <a:xfrm xmlns:a="http://schemas.openxmlformats.org/drawingml/2006/main">
            <a:off x="2009775" y="4057650"/>
            <a:ext cx="9239250" cy="9525"/>
          </a:xfrm>
          <a:prstGeom xmlns:a="http://schemas.openxmlformats.org/drawingml/2006/main" prst="rect">
            <a:avLst/>
          </a:prstGeom>
          <a:solidFill xmlns:a="http://schemas.openxmlformats.org/drawingml/2006/main">
            <a:srgbClr val="D8D1C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A59B3E8-6270-4B98-B004-C602DF038B22}"/>
              </a:ext>
            </a:extLst>
          </p:cNvPr>
          <p:cNvSpPr>
            <a:spLocks xmlns:a="http://schemas.openxmlformats.org/drawingml/2006/main" noGrp="1"/>
          </p:cNvSpPr>
          <p:nvPr/>
        </p:nvSpPr>
        <p:spPr>
          <a:xfrm xmlns:a="http://schemas.openxmlformats.org/drawingml/2006/main">
            <a:off x="762000" y="4524375"/>
            <a:ext cx="80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6AB7D6"/>
                </a:solidFill>
                <a:latin typeface="Helvetica Neue"/>
                <a:ea typeface="Helvetica Neue"/>
                <a:cs typeface="Helvetica Neue"/>
              </a:defRPr>
            </a:defPPr>
            <a:lvl1pPr>
              <a:defRPr sz="6000" b="1">
                <a:solidFill>
                  <a:srgbClr val="6AB7D6"/>
                </a:solidFill>
                <a:latin typeface="Helvetica Neue"/>
                <a:ea typeface="Helvetica Neue"/>
                <a:cs typeface="Helvetica Neue"/>
              </a:defRPr>
            </a:lvl1pPr>
            <a:lvl2pPr>
              <a:defRPr sz="6000" b="1">
                <a:solidFill>
                  <a:srgbClr val="6AB7D6"/>
                </a:solidFill>
                <a:latin typeface="Helvetica Neue"/>
                <a:ea typeface="Helvetica Neue"/>
                <a:cs typeface="Helvetica Neue"/>
              </a:defRPr>
            </a:lvl2pPr>
            <a:lvl3pPr>
              <a:defRPr sz="6000" b="1">
                <a:solidFill>
                  <a:srgbClr val="6AB7D6"/>
                </a:solidFill>
                <a:latin typeface="Helvetica Neue"/>
                <a:ea typeface="Helvetica Neue"/>
                <a:cs typeface="Helvetica Neue"/>
              </a:defRPr>
            </a:lvl3pPr>
            <a:lvl4pPr>
              <a:defRPr sz="6000" b="1">
                <a:solidFill>
                  <a:srgbClr val="6AB7D6"/>
                </a:solidFill>
                <a:latin typeface="Helvetica Neue"/>
                <a:ea typeface="Helvetica Neue"/>
                <a:cs typeface="Helvetica Neue"/>
              </a:defRPr>
            </a:lvl4pPr>
            <a:lvl5pPr>
              <a:defRPr sz="6000" b="1">
                <a:solidFill>
                  <a:srgbClr val="6AB7D6"/>
                </a:solidFill>
                <a:latin typeface="Helvetica Neue"/>
                <a:ea typeface="Helvetica Neue"/>
                <a:cs typeface="Helvetica Neue"/>
              </a:defRPr>
            </a:lvl5pPr>
            <a:lvl6pPr>
              <a:defRPr sz="6000" b="1">
                <a:solidFill>
                  <a:srgbClr val="6AB7D6"/>
                </a:solidFill>
                <a:latin typeface="Helvetica Neue"/>
                <a:ea typeface="Helvetica Neue"/>
                <a:cs typeface="Helvetica Neue"/>
              </a:defRPr>
            </a:lvl6pPr>
            <a:lvl7pPr>
              <a:defRPr sz="6000" b="1">
                <a:solidFill>
                  <a:srgbClr val="6AB7D6"/>
                </a:solidFill>
                <a:latin typeface="Helvetica Neue"/>
                <a:ea typeface="Helvetica Neue"/>
                <a:cs typeface="Helvetica Neue"/>
              </a:defRPr>
            </a:lvl7pPr>
            <a:lvl8pPr>
              <a:defRPr sz="6000" b="1">
                <a:solidFill>
                  <a:srgbClr val="6AB7D6"/>
                </a:solidFill>
                <a:latin typeface="Helvetica Neue"/>
                <a:ea typeface="Helvetica Neue"/>
                <a:cs typeface="Helvetica Neue"/>
              </a:defRPr>
            </a:lvl8pPr>
            <a:lvl9pPr>
              <a:defRPr sz="6000" b="1">
                <a:solidFill>
                  <a:srgbClr val="6AB7D6"/>
                </a:solidFill>
                <a:latin typeface="Helvetica Neue"/>
                <a:ea typeface="Helvetica Neue"/>
                <a:cs typeface="Helvetica Neue"/>
              </a:defRPr>
            </a:lvl9pPr>
          </a:lstStyle>
          <a:p xmlns:a="http://schemas.openxmlformats.org/drawingml/2006/main">
            <a:pPr>
              <a:defRPr sz="6000" b="1">
                <a:solidFill>
                  <a:srgbClr val="6AB7D6"/>
                </a:solidFill>
                <a:latin typeface="Helvetica Neue"/>
                <a:ea typeface="Helvetica Neue"/>
                <a:cs typeface="Helvetica Neue"/>
              </a:defRPr>
            </a:pPr>
            <a:r>
              <a:rPr sz="6000" b="1">
                <a:solidFill>
                  <a:srgbClr val="6AB7D6"/>
                </a:solidFill>
                <a:latin typeface="Helvetica Neue"/>
                <a:ea typeface="Helvetica Neue"/>
                <a:cs typeface="Helvetica Neue"/>
              </a:rPr>
              <a:t>2</a:t>
            </a:r>
          </a:p>
        </p:txBody>
      </p:sp>
      <p:sp>
        <p:nvSpPr>
          <p:cNvPr id="9" name="text">
            <a:extLst xmlns:a="http://schemas.openxmlformats.org/drawingml/2006/main">
              <a:ext uri="{FF2B5EF4-FFF2-40B4-BE49-F238E27FC236}">
                <a16:creationId xmlns:a16="http://schemas.microsoft.com/office/drawing/2014/main" id="{AEECD074-FC81-41D4-B8D8-4358B9037A7C}"/>
              </a:ext>
            </a:extLst>
          </p:cNvPr>
          <p:cNvSpPr>
            <a:spLocks xmlns:a="http://schemas.openxmlformats.org/drawingml/2006/main" noGrp="1"/>
          </p:cNvSpPr>
          <p:nvPr/>
        </p:nvSpPr>
        <p:spPr>
          <a:xfrm xmlns:a="http://schemas.openxmlformats.org/drawingml/2006/main">
            <a:off x="2009775" y="4524375"/>
            <a:ext cx="9382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xmlns:a="http://schemas.openxmlformats.org/drawingml/2006/main">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Which feedback is needed before reader testing?</a:t>
            </a:r>
          </a:p>
        </p:txBody>
      </p:sp>
      <p:sp>
        <p:nvSpPr>
          <p:cNvPr id="10" name="text">
            <a:extLst xmlns:a="http://schemas.openxmlformats.org/drawingml/2006/main">
              <a:ext uri="{FF2B5EF4-FFF2-40B4-BE49-F238E27FC236}">
                <a16:creationId xmlns:a16="http://schemas.microsoft.com/office/drawing/2014/main" id="{30035E7B-C33B-4CDF-A51D-7F63B26ACB15}"/>
              </a:ext>
            </a:extLst>
          </p:cNvPr>
          <p:cNvSpPr>
            <a:spLocks xmlns:a="http://schemas.openxmlformats.org/drawingml/2006/main" noGrp="1"/>
          </p:cNvSpPr>
          <p:nvPr/>
        </p:nvSpPr>
        <p:spPr>
          <a:xfrm xmlns:a="http://schemas.openxmlformats.org/drawingml/2006/main">
            <a:off x="2009775" y="5505450"/>
            <a:ext cx="923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xmlns:a="http://schemas.openxmlformats.org/drawingml/2006/main">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Selected measure, available parts or a warning about silence?</a:t>
            </a:r>
          </a:p>
        </p:txBody>
      </p:sp>
    </p:spTree>
    <p:extLst>
      <p:ext uri="{BB962C8B-B14F-4D97-AF65-F5344CB8AC3E}">
        <p14:creationId xmlns:p14="http://schemas.microsoft.com/office/powerpoint/2010/main" val="1346936319"/>
      </p:ext>
    </p:extLst>
  </p:cSld>
  <p:extLst>
    <p:ext uri="{6950BFC3-D8DA-4A85-94F7-54DA5524770B}">
      <p188:commentRel xmlns:r="http://schemas.openxmlformats.org/officeDocument/2006/relationships" xmlns:p188="http://schemas.microsoft.com/office/powerpoint/2018/8/main" r:id="R18b4197644cc4fa6"/>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2026-10-18T07:16:30.7670000Z</dcterms:created>
  <dcterms:modified xsi:type="dcterms:W3CDTF">2026-10-18T07:16:30.7670000Z</dcterms:modified>
</coreProperties>
</file>