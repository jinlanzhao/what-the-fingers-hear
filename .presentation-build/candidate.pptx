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Override PartName="/ppt/comments/modernComment.xml" ContentType="application/vnd.ms-powerpoint.comments+xml"/>
  <Override PartName="/ppt/slides/slide2.xml" ContentType="application/vnd.openxmlformats-officedocument.presentationml.slide+xml"/>
  <Override PartName="/ppt/notesSlides/notesSlide2.xml" ContentType="application/vnd.openxmlformats-officedocument.presentationml.notesSlide+xml"/>
  <Override PartName="/ppt/comments/modernComment2.xml" ContentType="application/vnd.ms-powerpoint.comments+xml"/>
  <Override PartName="/ppt/slides/slide3.xml" ContentType="application/vnd.openxmlformats-officedocument.presentationml.slide+xml"/>
  <Override PartName="/ppt/notesSlides/notesSlide3.xml" ContentType="application/vnd.openxmlformats-officedocument.presentationml.notesSlide+xml"/>
  <Override PartName="/ppt/comments/modernComment3.xml" ContentType="application/vnd.ms-powerpoint.comments+xml"/>
  <Override PartName="/ppt/slides/slide4.xml" ContentType="application/vnd.openxmlformats-officedocument.presentationml.slide+xml"/>
  <Override PartName="/ppt/notesSlides/notesSlide4.xml" ContentType="application/vnd.openxmlformats-officedocument.presentationml.notesSlide+xml"/>
  <Override PartName="/ppt/comments/modernComment4.xml" ContentType="application/vnd.ms-powerpoint.comments+xml"/>
  <Override PartName="/ppt/slides/slide5.xml" ContentType="application/vnd.openxmlformats-officedocument.presentationml.slide+xml"/>
  <Override PartName="/ppt/notesSlides/notesSlide5.xml" ContentType="application/vnd.openxmlformats-officedocument.presentationml.notesSlide+xml"/>
  <Override PartName="/ppt/comments/modernComment5.xml" ContentType="application/vnd.ms-powerpoint.comments+xml"/>
  <Override PartName="/ppt/slides/slide6.xml" ContentType="application/vnd.openxmlformats-officedocument.presentationml.slide+xml"/>
  <Override PartName="/ppt/notesSlides/notesSlide6.xml" ContentType="application/vnd.openxmlformats-officedocument.presentationml.notesSlide+xml"/>
  <Override PartName="/ppt/comments/modernComment6.xml" ContentType="application/vnd.ms-powerpoint.comments+xml"/>
  <Override PartName="/ppt/slides/slide7.xml" ContentType="application/vnd.openxmlformats-officedocument.presentationml.slide+xml"/>
  <Override PartName="/ppt/notesSlides/notesSlide7.xml" ContentType="application/vnd.openxmlformats-officedocument.presentationml.notesSlide+xml"/>
  <Override PartName="/ppt/comments/modernComment7.xml" ContentType="application/vnd.ms-powerpoint.comments+xml"/>
  <Override PartName="/ppt/slides/slide8.xml" ContentType="application/vnd.openxmlformats-officedocument.presentationml.slide+xml"/>
  <Override PartName="/ppt/notesSlides/notesSlide8.xml" ContentType="application/vnd.openxmlformats-officedocument.presentationml.notesSlide+xml"/>
  <Override PartName="/ppt/comments/modernComment8.xml" ContentType="application/vnd.ms-powerpoint.comments+xml"/>
  <Override PartName="/ppt/slides/slide9.xml" ContentType="application/vnd.openxmlformats-officedocument.presentationml.slide+xml"/>
  <Override PartName="/ppt/notesSlides/notesSlide9.xml" ContentType="application/vnd.openxmlformats-officedocument.presentationml.notesSlide+xml"/>
  <Override PartName="/ppt/comments/modernComment9.xml" ContentType="application/vnd.ms-powerpoint.comments+xml"/>
  <Override PartName="/ppt/slides/slide10.xml" ContentType="application/vnd.openxmlformats-officedocument.presentationml.slide+xml"/>
  <Override PartName="/ppt/notesSlides/notesSlide10.xml" ContentType="application/vnd.openxmlformats-officedocument.presentationml.notesSlide+xml"/>
  <Override PartName="/ppt/comments/modernComment10.xml" ContentType="application/vnd.ms-powerpoint.comments+xml"/>
  <Override PartName="/ppt/slides/slide11.xml" ContentType="application/vnd.openxmlformats-officedocument.presentationml.slide+xml"/>
  <Override PartName="/ppt/notesSlides/notesSlide11.xml" ContentType="application/vnd.openxmlformats-officedocument.presentationml.notesSlide+xml"/>
  <Override PartName="/ppt/comments/modernComment11.xml" ContentType="application/vnd.ms-powerpoint.comments+xml"/>
  <Override PartName="/ppt/slides/slide12.xml" ContentType="application/vnd.openxmlformats-officedocument.presentationml.slide+xml"/>
  <Override PartName="/ppt/notesSlides/notesSlide12.xml" ContentType="application/vnd.openxmlformats-officedocument.presentationml.notesSlide+xml"/>
  <Override PartName="/ppt/comments/modernComment12.xml" ContentType="application/vnd.ms-powerpoint.comments+xml"/>
  <Override PartName="/ppt/slides/slide13.xml" ContentType="application/vnd.openxmlformats-officedocument.presentationml.slide+xml"/>
  <Override PartName="/ppt/notesSlides/notesSlide13.xml" ContentType="application/vnd.openxmlformats-officedocument.presentationml.notesSlide+xml"/>
  <Override PartName="/ppt/comments/modernComment13.xml" ContentType="application/vnd.ms-powerpoint.comments+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1a32902ecdb54b3f" /><Relationship Type="http://schemas.openxmlformats.org/officeDocument/2006/relationships/extended-properties" Target="/docProps/app.xml" Id="R13945b7e91db4b84" /><Relationship Type="http://schemas.openxmlformats.org/officeDocument/2006/relationships/officeDocument" Target="/ppt/presentation.xml" Id="R8232c6fa6e2e4ed3" /></Relationships>
</file>

<file path=ppt/presentation.xml><?xml version="1.0" encoding="utf-8"?>
<p:presentation xmlns:p="http://schemas.openxmlformats.org/presentationml/2006/main">
  <p:sldMasterIdLst>
    <p:sldMasterId xmlns:r="http://schemas.openxmlformats.org/officeDocument/2006/relationships" id="2147483648" r:id="R65381eb81ca5448e"/>
  </p:sldMasterIdLst>
  <p:notesMasterIdLst>
    <p:notesMasterId xmlns:r="http://schemas.openxmlformats.org/officeDocument/2006/relationships" r:id="R574ba240fa7840c0"/>
  </p:notesMasterIdLst>
  <p:sldIdLst>
    <p:sldId xmlns:r="http://schemas.openxmlformats.org/officeDocument/2006/relationships" id="256" r:id="R12fa13c3d36f491e"/>
    <p:sldId xmlns:r="http://schemas.openxmlformats.org/officeDocument/2006/relationships" id="257" r:id="R6e697635d80f4f17"/>
    <p:sldId xmlns:r="http://schemas.openxmlformats.org/officeDocument/2006/relationships" id="258" r:id="Redfd512afccd4219"/>
    <p:sldId xmlns:r="http://schemas.openxmlformats.org/officeDocument/2006/relationships" id="259" r:id="R0a98140dabed4027"/>
    <p:sldId xmlns:r="http://schemas.openxmlformats.org/officeDocument/2006/relationships" id="260" r:id="Re885fd570cbe42c6"/>
    <p:sldId xmlns:r="http://schemas.openxmlformats.org/officeDocument/2006/relationships" id="261" r:id="Rceac5621004f40c9"/>
    <p:sldId xmlns:r="http://schemas.openxmlformats.org/officeDocument/2006/relationships" id="262" r:id="R12c9c6c2902f4d66"/>
    <p:sldId xmlns:r="http://schemas.openxmlformats.org/officeDocument/2006/relationships" id="263" r:id="R5b22d171b42d4894"/>
    <p:sldId xmlns:r="http://schemas.openxmlformats.org/officeDocument/2006/relationships" id="264" r:id="R99ec481d4d394956"/>
    <p:sldId xmlns:r="http://schemas.openxmlformats.org/officeDocument/2006/relationships" id="265" r:id="Re626c307a7844b7d"/>
    <p:sldId xmlns:r="http://schemas.openxmlformats.org/officeDocument/2006/relationships" id="266" r:id="Rf141e7f0889e436c"/>
    <p:sldId xmlns:r="http://schemas.openxmlformats.org/officeDocument/2006/relationships" id="267" r:id="Rb67ec0edc9a04772"/>
    <p:sldId xmlns:r="http://schemas.openxmlformats.org/officeDocument/2006/relationships" id="268" r:id="Rd39c6b20c8f14c17"/>
  </p:sldIdLst>
  <p:sldSz cx="12192000" cy="6858000"/>
  <p:notesSz cx="6858000" cy="9144000"/>
</p:presentation>
</file>

<file path=ppt/authors.xml><?xml version="1.0" encoding="utf-8"?>
<p188:authorLst xmlns:p188="http://schemas.microsoft.com/office/powerpoint/2018/8/main">
  <p188:author id="{E96C79AB-4E91-4034-8086-D034AA834954}" name="Jinlan Zhao" initials="JZ"/>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4f2c044c38b45bd" /><Relationship Type="http://schemas.openxmlformats.org/officeDocument/2006/relationships/slideMaster" Target="/ppt/slideMasters/slideMaster1.xml" Id="R65381eb81ca5448e" /><Relationship Type="http://schemas.openxmlformats.org/officeDocument/2006/relationships/notesMaster" Target="/ppt/notesMasters/notesMaster1.xml" Id="R574ba240fa7840c0" /><Relationship Type="http://schemas.openxmlformats.org/officeDocument/2006/relationships/presProps" Target="/ppt/presProps.xml" Id="Rfce00e2e116c4fd5" /><Relationship Type="http://schemas.openxmlformats.org/officeDocument/2006/relationships/tableStyles" Target="/ppt/tableStyles.xml" Id="R6062eaa752e64239" /><Relationship Type="http://schemas.microsoft.com/office/2018/10/relationships/authors" Target="/ppt/authors.xml" Id="Rfc9024bfc9e24419" /><Relationship Type="http://schemas.openxmlformats.org/officeDocument/2006/relationships/slide" Target="/ppt/slides/slide1.xml" Id="R12fa13c3d36f491e" /><Relationship Type="http://schemas.openxmlformats.org/officeDocument/2006/relationships/slide" Target="/ppt/slides/slide2.xml" Id="R6e697635d80f4f17" /><Relationship Type="http://schemas.openxmlformats.org/officeDocument/2006/relationships/slide" Target="/ppt/slides/slide3.xml" Id="Redfd512afccd4219" /><Relationship Type="http://schemas.openxmlformats.org/officeDocument/2006/relationships/slide" Target="/ppt/slides/slide4.xml" Id="R0a98140dabed4027" /><Relationship Type="http://schemas.openxmlformats.org/officeDocument/2006/relationships/slide" Target="/ppt/slides/slide5.xml" Id="Re885fd570cbe42c6" /><Relationship Type="http://schemas.openxmlformats.org/officeDocument/2006/relationships/slide" Target="/ppt/slides/slide6.xml" Id="Rceac5621004f40c9" /><Relationship Type="http://schemas.openxmlformats.org/officeDocument/2006/relationships/slide" Target="/ppt/slides/slide7.xml" Id="R12c9c6c2902f4d66" /><Relationship Type="http://schemas.openxmlformats.org/officeDocument/2006/relationships/slide" Target="/ppt/slides/slide8.xml" Id="R5b22d171b42d4894" /><Relationship Type="http://schemas.openxmlformats.org/officeDocument/2006/relationships/slide" Target="/ppt/slides/slide9.xml" Id="R99ec481d4d394956" /><Relationship Type="http://schemas.openxmlformats.org/officeDocument/2006/relationships/slide" Target="/ppt/slides/slide10.xml" Id="Re626c307a7844b7d" /><Relationship Type="http://schemas.openxmlformats.org/officeDocument/2006/relationships/slide" Target="/ppt/slides/slide11.xml" Id="Rf141e7f0889e436c" /><Relationship Type="http://schemas.openxmlformats.org/officeDocument/2006/relationships/slide" Target="/ppt/slides/slide12.xml" Id="Rb67ec0edc9a04772" /><Relationship Type="http://schemas.openxmlformats.org/officeDocument/2006/relationships/slide" Target="/ppt/slides/slide13.xml" Id="Rd39c6b20c8f14c17" /></Relationships>
</file>

<file path=ppt/comments/modernComment.xml><?xml version="1.0" encoding="utf-8"?>
<p188:cmLst xmlns:p188="http://schemas.microsoft.com/office/powerpoint/2018/8/main">
  <p188:cm id="{51C74753-01E4-4853-B435-259C2C55F364}" authorId="{E96C79AB-4E91-4034-8086-D034AA834954}" status="active" created="2026-10-18T03:16:30.1-04:00">
    <pc:sldMkLst xmlns:pc="http://schemas.microsoft.com/office/powerpoint/2013/main/command">
      <pc:docMk/>
      <pc:sldMk cId="1919888438" sldId="256"/>
    </pc:sldMkLst>
    <p188:pos x="11430000" y="476250"/>
    <p188:txBody>
      <a:bodyPr xmlns:a="http://schemas.openxmlformats.org/drawingml/2006/main"/>
      <a:lstStyle xmlns:a="http://schemas.openxmlformats.org/drawingml/2006/main"/>
      <a:p xmlns:a="http://schemas.openxmlformats.org/drawingml/2006/main">
        <a:r>
          <a:t>Hi everyone. I'm Jinlan Zhao, and I study Electronic Production and Design at Berklee. My project, What the Fingers Hear, explores audio navigation from a physical Braille music score. A reader selects a measure with their finger and uses an explicit command to hear the music. I'm interested in how music technology can support that connection between touch and listening. In my last report, the camera and gesture playback path worked, while voice-selected instruments were still planned. Today I'll focus on the physical controls and voice interaction I have added since then, the changes that helped, and what I still need to test.</a:t>
        </a:r>
      </a:p>
    </p188:txBody>
  </p188:cm>
</p188:cmLst>
</file>

<file path=ppt/comments/modernComment2.xml><?xml version="1.0" encoding="utf-8"?>
<p188:cmLst xmlns:p188="http://schemas.microsoft.com/office/powerpoint/2018/8/main">
  <p188:cm id="{DED6FAF1-6653-416E-8BEE-D6D35B11411A}" authorId="{E96C79AB-4E91-4034-8086-D034AA834954}" status="active" created="2026-10-18T03:16:30.107-04:00">
    <pc:sldMkLst xmlns:pc="http://schemas.microsoft.com/office/powerpoint/2013/main/command">
      <pc:docMk/>
      <pc:sldMk cId="1972717628" sldId="257"/>
    </pc:sldMkLst>
    <p188:pos x="11430000" y="476250"/>
    <p188:txBody>
      <a:bodyPr xmlns:a="http://schemas.openxmlformats.org/drawingml/2006/main"/>
      <a:lstStyle xmlns:a="http://schemas.openxmlformats.org/drawingml/2006/main"/>
      <a:p xmlns:a="http://schemas.openxmlformats.org/drawingml/2006/main">
        <a:r>
          <a:t>This table shows the change since Progress Report One. The prepared score, page map, camera tracking and Max playback were already connected, so I'm treating them as the starting point. The main new work is voice-selected playback, three physical controls, and spoken clarification. Feedback is still partial. The system can ask which instrument part I mean, but it does not yet provide all the measure and score information discussed last time. I have also drafted a research protocol. That is preparation for evaluation, rather than a completed user study.</a:t>
        </a:r>
      </a:p>
    </p188:txBody>
  </p188:cm>
</p188:cmLst>
</file>

<file path=ppt/comments/modernComment3.xml><?xml version="1.0" encoding="utf-8"?>
<p188:cmLst xmlns:p188="http://schemas.microsoft.com/office/powerpoint/2018/8/main">
  <p188:cm id="{FF2BCFF5-1683-4168-A29D-612FF478AA88}" authorId="{E96C79AB-4E91-4034-8086-D034AA834954}" status="active" created="2026-10-18T03:16:30.113-04:00">
    <pc:sldMkLst xmlns:pc="http://schemas.microsoft.com/office/powerpoint/2013/main/command">
      <pc:docMk/>
      <pc:sldMk cId="1305251475" sldId="258"/>
    </pc:sldMkLst>
    <p188:pos x="11430000" y="476250"/>
    <p188:txBody>
      <a:bodyPr xmlns:a="http://schemas.openxmlformats.org/drawingml/2006/main"/>
      <a:lstStyle xmlns:a="http://schemas.openxmlformats.org/drawingml/2006/main"/>
      <a:p xmlns:a="http://schemas.openxmlformats.org/drawingml/2006/main">
        <a:r>
          <a:t>The last demonstration raised a problem with repeated or unclear gesture activation. I added physical buttons as another input method to test. RECORD works as push-to-talk. I hold it while speaking, and releasing it submits the request. PLAY starts the Full Mix from the selected measure. STOP stops playback and cancels recording or a pending request. The controls use a Teensy board with debounced button events. These buttons give me a more explicit control path for development. I still need to compare them with gestures before deciding which method works better for Braille music readers.</a:t>
        </a:r>
      </a:p>
    </p188:txBody>
  </p188:cm>
</p188:cmLst>
</file>

<file path=ppt/comments/modernComment4.xml><?xml version="1.0" encoding="utf-8"?>
<p188:cmLst xmlns:p188="http://schemas.microsoft.com/office/powerpoint/2018/8/main">
  <p188:cm id="{63184E2B-3F3B-4AC2-92E6-7093E81F59A3}" authorId="{E96C79AB-4E91-4034-8086-D034AA834954}" status="active" created="2026-10-18T03:16:30.116-04:00">
    <pc:sldMkLst xmlns:pc="http://schemas.microsoft.com/office/powerpoint/2013/main/command">
      <pc:docMk/>
      <pc:sldMk cId="1640834482" sldId="259"/>
    </pc:sldMkLst>
    <p188:pos x="11430000" y="476250"/>
    <p188:txBody>
      <a:bodyPr xmlns:a="http://schemas.openxmlformats.org/drawingml/2006/main"/>
      <a:lstStyle xmlns:a="http://schemas.openxmlformats.org/drawingml/2006/main"/>
      <a:p xmlns:a="http://schemas.openxmlformats.org/drawingml/2006/main">
        <a:r>
          <a:t>The prototype now connects position selection, speech and playback. OpenCV and ArUco establish page coordinates, while MediaPipe estimates the fingertip position. A prepared page map converts that position into a measure number. When RECORD begins, the controller freezes the selected measure for that request. Local Whisper transcribes the speech, and a local Qwen model interprets it. Python checks the command before sending OSC to Max. Max handles the audio and synchronization. Direct PLAY and gestures can bypass speech recognition. The current setup runs on my Mac, and the spoken responses use macOS speech output. I haven't validated portability or measured end-to-end latency yet.</a:t>
        </a:r>
      </a:p>
    </p188:txBody>
  </p188:cm>
</p188:cmLst>
</file>

<file path=ppt/comments/modernComment5.xml><?xml version="1.0" encoding="utf-8"?>
<p188:cmLst xmlns:p188="http://schemas.microsoft.com/office/powerpoint/2018/8/main">
  <p188:cm id="{B9CAA147-B788-4A52-B441-74E372AED603}" authorId="{E96C79AB-4E91-4034-8086-D034AA834954}" status="active" created="2026-10-18T03:16:30.117-04:00">
    <pc:sldMkLst xmlns:pc="http://schemas.microsoft.com/office/powerpoint/2013/main/command">
      <pc:docMk/>
      <pc:sldMk cId="940728359" sldId="260"/>
    </pc:sldMkLst>
    <p188:pos x="11430000" y="476250"/>
    <p188:txBody>
      <a:bodyPr xmlns:a="http://schemas.openxmlformats.org/drawingml/2006/main"/>
      <a:lstStyle xmlns:a="http://schemas.openxmlformats.org/drawingml/2006/main"/>
      <a:p xmlns:a="http://schemas.openxmlformats.org/drawingml/2006/main">
        <a:r>
          <a:t>Voice-selected playback was still future work in the previous report. It now supports a single instrument, several instruments, and an explicit measure range. For example, play violin one uses the measure captured when recording begins. Play flute one and cello from measure eight to twelve specifies both the instruments and the range. The screenshot shows Max receiving single-stem and multistem commands during development. Full Mix still uses its separate stereo player. Selected stems share a signal-rate playhead, which keeps them aligned. This currently works with the prepared sixteen-measure piece and its registered page map.</a:t>
        </a:r>
      </a:p>
    </p188:txBody>
  </p188:cm>
</p188:cmLst>
</file>

<file path=ppt/comments/modernComment6.xml><?xml version="1.0" encoding="utf-8"?>
<p188:cmLst xmlns:p188="http://schemas.microsoft.com/office/powerpoint/2018/8/main">
  <p188:cm id="{393C1D06-DFF6-4E4C-B42A-5563BA7B59B1}" authorId="{E96C79AB-4E91-4034-8086-D034AA834954}" status="active" created="2026-10-18T03:16:30.119-04:00">
    <pc:sldMkLst xmlns:pc="http://schemas.microsoft.com/office/powerpoint/2013/main/command">
      <pc:docMk/>
      <pc:sldMk cId="681130466" sldId="261"/>
    </pc:sldMkLst>
    <p188:pos x="11430000" y="476250"/>
    <p188:txBody>
      <a:bodyPr xmlns:a="http://schemas.openxmlformats.org/drawingml/2006/main"/>
      <a:lstStyle xmlns:a="http://schemas.openxmlformats.org/drawingml/2006/main"/>
      <a:p xmlns:a="http://schemas.openxmlformats.org/drawingml/2006/main">
        <a:r>
          <a:t>The first voice parser used regular expressions. It handled fixed phrases, but it struggled with natural variation and corrections. I then tried a language model. A rules-only prompt still produced missing fields and unnecessary clarification. The current prompt uses ordered decision steps and thirty-four examples. I also found that the model did not reliably remove an earlier instrument after a self-correction, so Python now handles corrections and exclusions. I moved from the planned API path to local Ollama inference after hitting development rate limits. The deterministic parser remains an error fallback. These changes helped the recorded development cases, but they still need broader testing.</a:t>
        </a:r>
      </a:p>
    </p188:txBody>
  </p188:cm>
</p188:cmLst>
</file>

<file path=ppt/comments/modernComment7.xml><?xml version="1.0" encoding="utf-8"?>
<p188:cmLst xmlns:p188="http://schemas.microsoft.com/office/powerpoint/2018/8/main">
  <p188:cm id="{DE2A5D92-00B7-486F-98B2-6F3B478FEC18}" authorId="{E96C79AB-4E91-4034-8086-D034AA834954}" status="active" created="2026-10-18T03:16:30.12-04:00">
    <pc:sldMkLst xmlns:pc="http://schemas.microsoft.com/office/powerpoint/2013/main/command">
      <pc:docMk/>
      <pc:sldMk cId="796785279" sldId="262"/>
    </pc:sldMkLst>
    <p188:pos x="11430000" y="476250"/>
    <p188:txBody>
      <a:bodyPr xmlns:a="http://schemas.openxmlformats.org/drawingml/2006/main"/>
      <a:lstStyle xmlns:a="http://schemas.openxmlformats.org/drawingml/2006/main"/>
      <a:p xmlns:a="http://schemas.openxmlformats.org/drawingml/2006/main">
        <a:r>
          <a:t>This is a supported example of the clarification flow. If I select measure two and say play flute, the system asks whether I mean flute one, flute two, or both. I can hold RECORD again and answer flute one. The controller keeps the original measure while it waits for that answer, so moving my finger during the conversation does not change this request. STOP clears the pending question. At present, spoken feedback is mainly for clarification and some errors. Successful playback requests print feedback in the terminal, so a complete nonvisual confirmation interface is still unfinished.</a:t>
        </a:r>
      </a:p>
    </p188:txBody>
  </p188:cm>
</p188:cmLst>
</file>

<file path=ppt/comments/modernComment8.xml><?xml version="1.0" encoding="utf-8"?>
<p188:cmLst xmlns:p188="http://schemas.microsoft.com/office/powerpoint/2018/8/main">
  <p188:cm id="{EB3D6FCA-812E-4030-8DB3-D442DA65C267}" authorId="{E96C79AB-4E91-4034-8086-D034AA834954}" status="active" created="2026-10-18T03:16:30.122-04:00">
    <pc:sldMkLst xmlns:pc="http://schemas.microsoft.com/office/powerpoint/2013/main/command">
      <pc:docMk/>
      <pc:sldMk cId="954146174" sldId="263"/>
    </pc:sldMkLst>
    <p188:pos x="11430000" y="476250"/>
    <p188:txBody>
      <a:bodyPr xmlns:a="http://schemas.openxmlformats.org/drawingml/2006/main"/>
      <a:lstStyle xmlns:a="http://schemas.openxmlformats.org/drawingml/2006/main"/>
      <a:p xmlns:a="http://schemas.openxmlformats.org/drawingml/2006/main">
        <a:r>
          <a:t>I'll now show a recording of the current prototype. It brings together the prepared Braille score, the physical controls, voice requests and Max playback. Please listen for how the requested instruments change, and watch the button interaction alongside the score. This is a developer demonstration of the implemented pipeline. The earlier Wizard of Oz video explored proposed behavior, so I am keeping that separate from this recording. [Click the video and let it play. Resume on the next slide.]</a:t>
        </a:r>
      </a:p>
    </p188:txBody>
  </p188:cm>
</p188:cmLst>
</file>

<file path=ppt/comments/modernComment9.xml><?xml version="1.0" encoding="utf-8"?>
<p188:cmLst xmlns:p188="http://schemas.microsoft.com/office/powerpoint/2018/8/main">
  <p188:cm id="{3381B698-8C50-4250-8932-99C2E76DC4B2}" authorId="{E96C79AB-4E91-4034-8086-D034AA834954}" status="active" created="2026-10-18T03:16:30.123-04:00">
    <pc:sldMkLst xmlns:pc="http://schemas.microsoft.com/office/powerpoint/2013/main/command">
      <pc:docMk/>
      <pc:sldMk cId="74477095" sldId="264"/>
    </pc:sldMkLst>
    <p188:pos x="11430000" y="476250"/>
    <p188:txBody>
      <a:bodyPr xmlns:a="http://schemas.openxmlformats.org/drawingml/2006/main"/>
      <a:lstStyle xmlns:a="http://schemas.openxmlformats.org/drawingml/2006/main"/>
      <a:p xmlns:a="http://schemas.openxmlformats.org/drawingml/2006/main">
        <a:r>
          <a:t>The October twelfth development report records thirty-one parser cases as passing. Those cases use transcript inputs, so this number does not measure speech recognition accuracy or usability with readers. The report also documents hardware tests with the buttons and then the connected camera anchor. There are still known errors. Whisper can hear full mix as four mix. After Python corrects an instrument selection, the terminal feedback can still name the earlier instrument even when playback uses the corrected track. I also still need measurements of measure-selection accuracy, response time and interaction errors. I do not yet have a formal reader evaluation.</a:t>
        </a:r>
      </a:p>
    </p188:txBody>
  </p188:cm>
</p188:cmLst>
</file>

<file path=ppt/comments/modernComment10.xml><?xml version="1.0" encoding="utf-8"?>
<p188:cmLst xmlns:p188="http://schemas.microsoft.com/office/powerpoint/2018/8/main">
  <p188:cm id="{F03E568A-C821-42F5-AEE4-32B0196105D6}" authorId="{E96C79AB-4E91-4034-8086-D034AA834954}" status="active" created="2026-10-18T03:16:30.125-04:00">
    <pc:sldMkLst xmlns:pc="http://schemas.microsoft.com/office/powerpoint/2013/main/command">
      <pc:docMk/>
      <pc:sldMk cId="1200028917" sldId="265"/>
    </pc:sldMkLst>
    <p188:pos x="11430000" y="476250"/>
    <p188:txBody>
      <a:bodyPr xmlns:a="http://schemas.openxmlformats.org/drawingml/2006/main"/>
      <a:lstStyle xmlns:a="http://schemas.openxmlformats.org/drawingml/2006/main"/>
      <a:p xmlns:a="http://schemas.openxmlformats.org/drawingml/2006/main">
        <a:r>
          <a:t>Three areas remain before a useful evaluation. First, the reader still needs more nonvisual information. Position queries, instrument information and silent-part feedback are unfinished. Second, I need repeated trials of measure selection and page placement, including recovery when the setup changes. Third, I need consistent study tasks and event logs. The protocol distinguishes live features from scripted demonstrations, and I will keep that distinction in the study records. Reading-behavior inference also remains outside the current implementation. My immediate focus is the interaction and the evidence needed to evaluate it.</a:t>
        </a:r>
      </a:p>
    </p188:txBody>
  </p188:cm>
</p188:cmLst>
</file>

<file path=ppt/comments/modernComment11.xml><?xml version="1.0" encoding="utf-8"?>
<p188:cmLst xmlns:p188="http://schemas.microsoft.com/office/powerpoint/2018/8/main">
  <p188:cm id="{35FB1409-0208-4E67-B323-79CD35BCFB5E}" authorId="{E96C79AB-4E91-4034-8086-D034AA834954}" status="active" created="2026-10-18T03:16:30.126-04:00">
    <pc:sldMkLst xmlns:pc="http://schemas.microsoft.com/office/powerpoint/2013/main/command">
      <pc:docMk/>
      <pc:sldMk cId="2027860341" sldId="266"/>
    </pc:sldMkLst>
    <p188:pos x="11430000" y="476250"/>
    <p188:txBody>
      <a:bodyPr xmlns:a="http://schemas.openxmlformats.org/drawingml/2006/main"/>
      <a:lstStyle xmlns:a="http://schemas.openxmlformats.org/drawingml/2006/main"/>
      <a:p xmlns:a="http://schemas.openxmlformats.org/drawingml/2006/main">
        <a:r>
          <a:t>I drafted a protocol with three related studies. The first examines usability through touch and voice tasks. The second compares buttons and gestures for equivalent Play and Stop operations. The third examines fixed interaction defaults and user customization. The controlled comparisons are planned within participants, with counterbalanced order. I want to collect task outcomes, errors, interruptions, recovery behavior and participant feedback. I will only compare autonomous system performance when both conditions are implemented and checked. Proposed behaviors shown through a script will be labeled and analyzed separately. These studies are planned, and participant data collection has not started.</a:t>
        </a:r>
      </a:p>
    </p188:txBody>
  </p188:cm>
</p188:cmLst>
</file>

<file path=ppt/comments/modernComment12.xml><?xml version="1.0" encoding="utf-8"?>
<p188:cmLst xmlns:p188="http://schemas.microsoft.com/office/powerpoint/2018/8/main">
  <p188:cm id="{25EA488F-5B65-49FE-96FD-551B763E44CA}" authorId="{E96C79AB-4E91-4034-8086-D034AA834954}" status="active" created="2026-10-18T03:16:30.128-04:00">
    <pc:sldMkLst xmlns:pc="http://schemas.microsoft.com/office/powerpoint/2013/main/command">
      <pc:docMk/>
      <pc:sldMk cId="681270063" sldId="267"/>
    </pc:sldMkLst>
    <p188:pos x="11430000" y="476250"/>
    <p188:txBody>
      <a:bodyPr xmlns:a="http://schemas.openxmlformats.org/drawingml/2006/main"/>
      <a:lstStyle xmlns:a="http://schemas.openxmlformats.org/drawingml/2006/main"/>
      <a:p xmlns:a="http://schemas.openxmlformats.org/drawingml/2006/main">
        <a:r>
          <a:t>My next steps are the IRB application, a controlled study, and collecting more data. First, I need to finalize the research protocol and consent materials and submit them for review. Recruitment and participant data collection will begin after written IRB approval. Then I plan to compare buttons and gestures under equivalent tasks, followed by comparisons of interaction defaults and customization. I also want more repeated trials, system logs and reader feedback. That evidence should help me decide what to keep, what needs revision, and whether later work on reading behavior is justified.</a:t>
        </a:r>
      </a:p>
    </p188:txBody>
  </p188:cm>
</p188:cmLst>
</file>

<file path=ppt/comments/modernComment13.xml><?xml version="1.0" encoding="utf-8"?>
<p188:cmLst xmlns:p188="http://schemas.microsoft.com/office/powerpoint/2018/8/main">
  <p188:cm id="{FE3BAEF2-57FF-48AF-954A-5685FB7BF48A}" authorId="{E96C79AB-4E91-4034-8086-D034AA834954}" status="active" created="2026-10-18T03:16:30.129-04:00">
    <pc:sldMkLst xmlns:pc="http://schemas.microsoft.com/office/powerpoint/2013/main/command">
      <pc:docMk/>
      <pc:sldMk cId="1346936319" sldId="268"/>
    </pc:sldMkLst>
    <p188:pos x="11430000" y="476250"/>
    <p188:txBody>
      <a:bodyPr xmlns:a="http://schemas.openxmlformats.org/drawingml/2006/main"/>
      <a:lstStyle xmlns:a="http://schemas.openxmlformats.org/drawingml/2006/main"/>
      <a:p xmlns:a="http://schemas.openxmlformats.org/drawingml/2006/main">
        <a:r>
          <a:t>I would appreciate feedback on two questions. First, what would make the comparison between buttons and gestures fair? I want both methods to have equivalent tasks, enough practice and comparable feedback. Second, which nonvisual information should I finish before reader testing? The selected measure, available instrument parts and a warning about silence are all possible priorities. I would like to understand which would most help a reader complete the tasks and recover from errors. Thank you. I'm happy to discuss the current prototype or the study plan.</a:t>
        </a:r>
      </a:p>
    </p188:txBody>
  </p188:cm>
</p188:cmLst>
</file>

<file path=ppt/notesMasters/_rels/notesMaster1.xml.rels>&#65279;<?xml version="1.0" encoding="utf-8"?><Relationships xmlns="http://schemas.openxmlformats.org/package/2006/relationships"><Relationship Type="http://schemas.openxmlformats.org/officeDocument/2006/relationships/theme" Target="/ppt/notesMasters/theme/theme3.xml" Id="R74b924e318f047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198f13c996b47bb" /><Relationship Type="http://schemas.openxmlformats.org/officeDocument/2006/relationships/notesMaster" Target="/ppt/notesMasters/notesMaster1.xml" Id="R4504147a4244417d"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1c0823490d42a2" /><Relationship Type="http://schemas.openxmlformats.org/officeDocument/2006/relationships/notesMaster" Target="/ppt/notesMasters/notesMaster1.xml" Id="R3b9d872061f44e2d"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f3f2cec74e40fa" /><Relationship Type="http://schemas.openxmlformats.org/officeDocument/2006/relationships/notesMaster" Target="/ppt/notesMasters/notesMaster1.xml" Id="R8de165edc3114f44" /></Relationships>
</file>

<file path=ppt/notesSlides/_rels/notesSlide4.xml.rels>&#65279;<?xml version="1.0" encoding="utf-8"?><Relationships xmlns="http://schemas.openxmlformats.org/package/2006/relationships"><Relationship Type="http://schemas.openxmlformats.org/officeDocument/2006/relationships/slide" Target="/ppt/slides/slide4.xml" Id="R7c6d57fe822f412b" /><Relationship Type="http://schemas.openxmlformats.org/officeDocument/2006/relationships/notesMaster" Target="/ppt/notesMasters/notesMaster1.xml" Id="R690f0a7873dd4a7e"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62478215b541a5" /><Relationship Type="http://schemas.openxmlformats.org/officeDocument/2006/relationships/notesMaster" Target="/ppt/notesMasters/notesMaster1.xml" Id="R51937f5750ac4e9e" /></Relationships>
</file>

<file path=ppt/notesSlides/_rels/notesSlide6.xml.rels>&#65279;<?xml version="1.0" encoding="utf-8"?><Relationships xmlns="http://schemas.openxmlformats.org/package/2006/relationships"><Relationship Type="http://schemas.openxmlformats.org/officeDocument/2006/relationships/slide" Target="/ppt/slides/slide6.xml" Id="Rb29781a06a50454c" /><Relationship Type="http://schemas.openxmlformats.org/officeDocument/2006/relationships/notesMaster" Target="/ppt/notesMasters/notesMaster1.xml" Id="R95f40576fa4f4133" /></Relationships>
</file>

<file path=ppt/notesSlides/_rels/notesSlide7.xml.rels>&#65279;<?xml version="1.0" encoding="utf-8"?><Relationships xmlns="http://schemas.openxmlformats.org/package/2006/relationships"><Relationship Type="http://schemas.openxmlformats.org/officeDocument/2006/relationships/slide" Target="/ppt/slides/slide7.xml" Id="R9a46e3a996e14aaa" /><Relationship Type="http://schemas.openxmlformats.org/officeDocument/2006/relationships/notesMaster" Target="/ppt/notesMasters/notesMaster1.xml" Id="R01c9e4c4fda04354" /></Relationships>
</file>

<file path=ppt/notesSlides/_rels/notesSlide8.xml.rels>&#65279;<?xml version="1.0" encoding="utf-8"?><Relationships xmlns="http://schemas.openxmlformats.org/package/2006/relationships"><Relationship Type="http://schemas.openxmlformats.org/officeDocument/2006/relationships/slide" Target="/ppt/slides/slide8.xml" Id="Rff7d4a46a4c14124" /><Relationship Type="http://schemas.openxmlformats.org/officeDocument/2006/relationships/notesMaster" Target="/ppt/notesMasters/notesMaster1.xml" Id="R2309ed6433e44de1" /></Relationships>
</file>

<file path=ppt/notesSlides/_rels/notesSlide9.xml.rels>&#65279;<?xml version="1.0" encoding="utf-8"?><Relationships xmlns="http://schemas.openxmlformats.org/package/2006/relationships"><Relationship Type="http://schemas.openxmlformats.org/officeDocument/2006/relationships/slide" Target="/ppt/slides/slide9.xml" Id="R9bf979eb1c304f7c" /><Relationship Type="http://schemas.openxmlformats.org/officeDocument/2006/relationships/notesMaster" Target="/ppt/notesMasters/notesMaster1.xml" Id="R92c84337216b4c3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5937a100ce34678" /><Relationship Type="http://schemas.openxmlformats.org/officeDocument/2006/relationships/notesMaster" Target="/ppt/notesMasters/notesMaster1.xml" Id="R197399ffa7d44c1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da01eb1f749479f" /><Relationship Type="http://schemas.openxmlformats.org/officeDocument/2006/relationships/notesMaster" Target="/ppt/notesMasters/notesMaster1.xml" Id="Rf6d320e6d27a4f6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d0c57531f57489d" /><Relationship Type="http://schemas.openxmlformats.org/officeDocument/2006/relationships/notesMaster" Target="/ppt/notesMasters/notesMaster1.xml" Id="R3ef2ede02dda434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4c763dcab5d4e8f" /><Relationship Type="http://schemas.openxmlformats.org/officeDocument/2006/relationships/notesMaster" Target="/ppt/notesMasters/notesMaster1.xml" Id="Rdf52f707d39e4f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Hi everyone. I'm Jinlan Zhao, and I study Electronic Production and Design at Berklee. My project, What the Fingers Hear, explores audio navigation from a physical Braille music score. A reader selects a measure with their finger and uses an explicit command to hear the music. I'm interested in how music technology can support that connection between touch and listening. In my last report, the camera and gesture playback path worked, while voice-selected instruments were still planned. Today I'll focus on the physical controls and voice interaction I have added since then, the changes that helped, and what I still need to test.</a:t>
            </a:r>
          </a:p>
          <a:p xmlns:a="http://schemas.openxmlformats.org/drawingml/2006/main">
            <a:r>
              <a:t/>
            </a:r>
          </a:p>
          <a:p xmlns:a="http://schemas.openxmlformats.org/drawingml/2006/main">
            <a:r>
              <a:t>SOURCES</a:t>
            </a:r>
          </a:p>
          <a:p xmlns:a="http://schemas.openxmlformats.org/drawingml/2006/main">
            <a:r>
              <a:t>/Users/zhaojinlan/Desktop/Lann Projects/What-the-fingers-hear/demo/Videos/Add-LLM-Parser.MOV</a:t>
            </a:r>
          </a:p>
          <a:p xmlns:a="http://schemas.openxmlformats.org/drawingml/2006/main">
            <a:r>
              <a:t>/Users/zhaojinlan/Desktop/Lann Projects/What-the-fingers-hear/Documentation/Proposal/README.md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This table shows the change since Progress Report One. The prepared score, page map, camera tracking and Max playback were already connected, so I'm treating them as the starting point. The main new work is voice-selected playback, three physical controls, and spoken clarification. Feedback is still partial. The system can ask which instrument part I mean, but it does not yet provide all the measure and score information discussed last time. I have also drafted a research protocol. That is preparation for evaluation, rather than a completed user study.</a:t>
            </a:r>
          </a:p>
          <a:p xmlns:a="http://schemas.openxmlformats.org/drawingml/2006/main">
            <a:r>
              <a:t/>
            </a:r>
          </a:p>
          <a:p xmlns:a="http://schemas.openxmlformats.org/drawingml/2006/main">
            <a:r>
              <a:t>SOURCES</a:t>
            </a:r>
          </a:p>
          <a:p xmlns:a="http://schemas.openxmlformats.org/drawingml/2006/main">
            <a:r>
              <a:t>/Users/zhaojinlan/Documents/DocumentMe/Berklee Study/7th Semester/MTEC-498/Progress Report 1/What_the_Fingers_Hear_Progress_Report_1 .pptx</a:t>
            </a:r>
          </a:p>
          <a:p xmlns:a="http://schemas.openxmlformats.org/drawingml/2006/main">
            <a:r>
              <a:t>/Users/zhaojinlan/Desktop/Lann Projects/What-the-fingers-hear/Documentation/Process-Report/Voice-MVP-Report.md</a:t>
            </a:r>
          </a:p>
          <a:p xmlns:a="http://schemas.openxmlformats.org/drawingml/2006/main">
            <a:r>
              <a:t>/Users/zhaojinlan/Desktop/Lann Projects/What-the-fingers-hear/Documentation/Process-Report/LLM-Parser-Report.md</a:t>
            </a:r>
          </a:p>
          <a:p xmlns:a="http://schemas.openxmlformats.org/drawingml/2006/main">
            <a:r>
              <a:t>/Users/zhaojinlan/Desktop/Lann Projects/What-the-fingers-hear/Research Study/Research Protocol.docx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The last demonstration raised a problem with repeated or unclear gesture activation. I added physical buttons as another input method to test. RECORD works as push-to-talk. I hold it while speaking, and releasing it submits the request. PLAY starts the Full Mix from the selected measure. STOP stops playback and cancels recording or a pending request. The controls use a Teensy board with debounced button events. These buttons give me a more explicit control path for development. I still need to compare them with gestures before deciding which method works better for Braille music readers.</a:t>
            </a:r>
          </a:p>
          <a:p xmlns:a="http://schemas.openxmlformats.org/drawingml/2006/main">
            <a:r>
              <a:t/>
            </a:r>
          </a:p>
          <a:p xmlns:a="http://schemas.openxmlformats.org/drawingml/2006/main">
            <a:r>
              <a:t>SOURCES</a:t>
            </a:r>
          </a:p>
          <a:p xmlns:a="http://schemas.openxmlformats.org/drawingml/2006/main">
            <a:r>
              <a:t>/Users/zhaojinlan/Desktop/Lann Projects/What-the-fingers-hear/Hardware/Buttons/Buttons.ino</a:t>
            </a:r>
          </a:p>
          <a:p xmlns:a="http://schemas.openxmlformats.org/drawingml/2006/main">
            <a:r>
              <a:t>/Users/zhaojinlan/Desktop/Lann Projects/What-the-fingers-hear/Documentation/Process-Report/Voice-MVP-Report.md</a:t>
            </a:r>
          </a:p>
          <a:p xmlns:a="http://schemas.openxmlformats.org/drawingml/2006/main">
            <a:r>
              <a:t>/Users/zhaojinlan/Desktop/Lann Projects/What-the-fingers-hear/Documentation/Process-Report/Braille-Score-Design-Review1.md</a:t>
            </a:r>
          </a:p>
          <a:p xmlns:a="http://schemas.openxmlformats.org/drawingml/2006/main">
            <a:r>
              <a:t>/Users/zhaojinlan/Desktop/Lann Projects/What-the-fingers-hear/demo/Videos/Hardware-testing.mov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The prototype now connects position selection, speech and playback. OpenCV and ArUco establish page coordinates, while MediaPipe estimates the fingertip position. A prepared page map converts that position into a measure number. When RECORD begins, the controller freezes the selected measure for that request. Local Whisper transcribes the speech, and a local Qwen model interprets it. Python checks the command before sending OSC to Max. Max handles the audio and synchronization. Direct PLAY and gestures can bypass speech recognition. The current setup runs on my Mac, and the spoken responses use macOS speech output. I haven't validated portability or measured end-to-end latency yet.</a:t>
            </a:r>
          </a:p>
          <a:p xmlns:a="http://schemas.openxmlformats.org/drawingml/2006/main">
            <a:r>
              <a:t/>
            </a:r>
          </a:p>
          <a:p xmlns:a="http://schemas.openxmlformats.org/drawingml/2006/main">
            <a:r>
              <a:t>SOURCES</a:t>
            </a:r>
          </a:p>
          <a:p xmlns:a="http://schemas.openxmlformats.org/drawingml/2006/main">
            <a:r>
              <a:t>/Users/zhaojinlan/Desktop/Lann Projects/What-the-fingers-hear/camera/finger_measure_test.py</a:t>
            </a:r>
          </a:p>
          <a:p xmlns:a="http://schemas.openxmlformats.org/drawingml/2006/main">
            <a:r>
              <a:t>/Users/zhaojinlan/Desktop/Lann Projects/What-the-fingers-hear/camera/shared_state.py</a:t>
            </a:r>
          </a:p>
          <a:p xmlns:a="http://schemas.openxmlformats.org/drawingml/2006/main">
            <a:r>
              <a:t>/Users/zhaojinlan/Desktop/Lann Projects/What-the-fingers-hear/camera/voice_mvp.py</a:t>
            </a:r>
          </a:p>
          <a:p xmlns:a="http://schemas.openxmlformats.org/drawingml/2006/main">
            <a:r>
              <a:t>/Users/zhaojinlan/Desktop/Lann Projects/What-the-fingers-hear/camera/llm_parser.py</a:t>
            </a:r>
          </a:p>
          <a:p xmlns:a="http://schemas.openxmlformats.org/drawingml/2006/main">
            <a:r>
              <a:t>/Users/zhaojinlan/Desktop/Lann Projects/What-the-fingers-hear/Documentation/Process-Report/Max-Playback-Current-Architecture.md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Voice-selected playback was still future work in the previous report. It now supports a single instrument, several instruments, and an explicit measure range. For example, play violin one uses the measure captured when recording begins. Play flute one and cello from measure eight to twelve specifies both the instruments and the range. The screenshot shows Max receiving single-stem and multistem commands during development. Full Mix still uses its separate stereo player. Selected stems share a signal-rate playhead, which keeps them aligned. This currently works with the prepared sixteen-measure piece and its registered page map.</a:t>
            </a:r>
          </a:p>
          <a:p xmlns:a="http://schemas.openxmlformats.org/drawingml/2006/main">
            <a:r>
              <a:t/>
            </a:r>
          </a:p>
          <a:p xmlns:a="http://schemas.openxmlformats.org/drawingml/2006/main">
            <a:r>
              <a:t>SOURCES</a:t>
            </a:r>
          </a:p>
          <a:p xmlns:a="http://schemas.openxmlformats.org/drawingml/2006/main">
            <a:r>
              <a:t>/Users/zhaojinlan/Desktop/Lann Projects/What-the-fingers-hear/Documentation/Process-Report/LLM-Parser-Report.md</a:t>
            </a:r>
          </a:p>
          <a:p xmlns:a="http://schemas.openxmlformats.org/drawingml/2006/main">
            <a:r>
              <a:t>/Users/zhaojinlan/Desktop/Lann Projects/What-the-fingers-hear/Documentation/Process-Report/Max-Playback-Current-Architecture.md</a:t>
            </a:r>
          </a:p>
          <a:p xmlns:a="http://schemas.openxmlformats.org/drawingml/2006/main">
            <a:r>
              <a:t>/Users/zhaojinlan/Desktop/Lann Projects/What-the-fingers-hear/demo/OSC-message-in-max.png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The first voice parser used regular expressions. It handled fixed phrases, but it struggled with natural variation and corrections. I then tried a language model. A rules-only prompt still produced missing fields and unnecessary clarification. The current prompt uses ordered decision steps and thirty-four examples. I also found that the model did not reliably remove an earlier instrument after a self-correction, so Python now handles corrections and exclusions. I moved from the planned API path to local Ollama inference after hitting development rate limits. The deterministic parser remains an error fallback. These changes helped the recorded development cases, but they still need broader testing.</a:t>
            </a:r>
          </a:p>
          <a:p xmlns:a="http://schemas.openxmlformats.org/drawingml/2006/main">
            <a:r>
              <a:t/>
            </a:r>
          </a:p>
          <a:p xmlns:a="http://schemas.openxmlformats.org/drawingml/2006/main">
            <a:r>
              <a:t>SOURCES</a:t>
            </a:r>
          </a:p>
          <a:p xmlns:a="http://schemas.openxmlformats.org/drawingml/2006/main">
            <a:r>
              <a:t>/Users/zhaojinlan/Desktop/Lann Projects/What-the-fingers-hear/Documentation/Process-Report/LLM-Parser-Report.md</a:t>
            </a:r>
          </a:p>
          <a:p xmlns:a="http://schemas.openxmlformats.org/drawingml/2006/main">
            <a:r>
              <a:t>/Users/zhaojinlan/Desktop/Lann Projects/What-the-fingers-hear/camera/llm_parser.py</a:t>
            </a:r>
          </a:p>
          <a:p xmlns:a="http://schemas.openxmlformats.org/drawingml/2006/main">
            <a:r>
              <a:t>/Users/zhaojinlan/Desktop/Lann Projects/What-the-fingers-hear/camera/voice_parser.py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This is a supported example of the clarification flow. If I select measure two and say play flute, the system asks whether I mean flute one, flute two, or both. I can hold RECORD again and answer flute one. The controller keeps the original measure while it waits for that answer, so moving my finger during the conversation does not change this request. STOP clears the pending question. At present, spoken feedback is mainly for clarification and some errors. Successful playback requests print feedback in the terminal, so a complete nonvisual confirmation interface is still unfinished.</a:t>
            </a:r>
          </a:p>
          <a:p xmlns:a="http://schemas.openxmlformats.org/drawingml/2006/main">
            <a:r>
              <a:t/>
            </a:r>
          </a:p>
          <a:p xmlns:a="http://schemas.openxmlformats.org/drawingml/2006/main">
            <a:r>
              <a:t>SOURCES</a:t>
            </a:r>
          </a:p>
          <a:p xmlns:a="http://schemas.openxmlformats.org/drawingml/2006/main">
            <a:r>
              <a:t>/Users/zhaojinlan/Desktop/Lann Projects/What-the-fingers-hear/Documentation/Process-Report/LLM-Parser-Report.md</a:t>
            </a:r>
          </a:p>
          <a:p xmlns:a="http://schemas.openxmlformats.org/drawingml/2006/main">
            <a:r>
              <a:t>/Users/zhaojinlan/Desktop/Lann Projects/What-the-fingers-hear/camera/voice_mvp.py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I'll now show a recording of the current prototype. It brings together the prepared Braille score, the physical controls, voice requests and Max playback. Please listen for how the requested instruments change, and watch the button interaction alongside the score. This is a developer demonstration of the implemented pipeline. The earlier Wizard of Oz video explored proposed behavior, so I am keeping that separate from this recording. [Click the video and let it play. Resume on the next slide.]</a:t>
            </a:r>
          </a:p>
          <a:p xmlns:a="http://schemas.openxmlformats.org/drawingml/2006/main">
            <a:r>
              <a:t/>
            </a:r>
          </a:p>
          <a:p xmlns:a="http://schemas.openxmlformats.org/drawingml/2006/main">
            <a:r>
              <a:t>SOURCES</a:t>
            </a:r>
          </a:p>
          <a:p xmlns:a="http://schemas.openxmlformats.org/drawingml/2006/main">
            <a:r>
              <a:t>/Users/zhaojinlan/Desktop/Lann Projects/What-the-fingers-hear/demo/Videos/Add-LLM-Parser.MOV</a:t>
            </a:r>
          </a:p>
          <a:p xmlns:a="http://schemas.openxmlformats.org/drawingml/2006/main">
            <a:r>
              <a:t>/Users/zhaojinlan/Desktop/Lann Projects/What-the-fingers-hear/Documentation/Process-Report/LLM-Parser-Report.md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The October twelfth development report records thirty-one parser cases as passing. Those cases use transcript inputs, so this number does not measure speech recognition accuracy or usability with readers. The report also documents hardware tests with the buttons and then the connected camera anchor. There are still known errors. Whisper can hear full mix as four mix. After Python corrects an instrument selection, the terminal feedback can still name the earlier instrument even when playback uses the corrected track. I also still need measurements of measure-selection accuracy, response time and interaction errors. I do not yet have a formal reader evaluation.</a:t>
            </a:r>
          </a:p>
          <a:p xmlns:a="http://schemas.openxmlformats.org/drawingml/2006/main">
            <a:r>
              <a:t/>
            </a:r>
          </a:p>
          <a:p xmlns:a="http://schemas.openxmlformats.org/drawingml/2006/main">
            <a:r>
              <a:t>SOURCES</a:t>
            </a:r>
          </a:p>
          <a:p xmlns:a="http://schemas.openxmlformats.org/drawingml/2006/main">
            <a:r>
              <a:t>/Users/zhaojinlan/Desktop/Lann Projects/What-the-fingers-hear/Documentation/Process-Report/LLM-Parser-Report.md</a:t>
            </a:r>
          </a:p>
          <a:p xmlns:a="http://schemas.openxmlformats.org/drawingml/2006/main">
            <a:r>
              <a:t>/Users/zhaojinlan/Desktop/Lann Projects/What-the-fingers-hear/camera/test_llm_parser.py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Three areas remain before a useful evaluation. First, the reader still needs more nonvisual information. Position queries, instrument information and silent-part feedback are unfinished. Second, I need repeated trials of measure selection and page placement, including recovery when the setup changes. Third, I need consistent study tasks and event logs. The protocol distinguishes live features from scripted demonstrations, and I will keep that distinction in the study records. Reading-behavior inference also remains outside the current implementation. My immediate focus is the interaction and the evidence needed to evaluate it.</a:t>
            </a:r>
          </a:p>
          <a:p xmlns:a="http://schemas.openxmlformats.org/drawingml/2006/main">
            <a:r>
              <a:t/>
            </a:r>
          </a:p>
          <a:p xmlns:a="http://schemas.openxmlformats.org/drawingml/2006/main">
            <a:r>
              <a:t>SOURCES</a:t>
            </a:r>
          </a:p>
          <a:p xmlns:a="http://schemas.openxmlformats.org/drawingml/2006/main">
            <a:r>
              <a:t>/Users/zhaojinlan/Desktop/Lann Projects/What-the-fingers-hear/Documentation/Process-Report/Braille-Score-Design-Review1.md</a:t>
            </a:r>
          </a:p>
          <a:p xmlns:a="http://schemas.openxmlformats.org/drawingml/2006/main">
            <a:r>
              <a:t>/Users/zhaojinlan/Desktop/Lann Projects/What-the-fingers-hear/Documentation/Process-Report/LLM-Parser-Report.md</a:t>
            </a:r>
          </a:p>
          <a:p xmlns:a="http://schemas.openxmlformats.org/drawingml/2006/main">
            <a:r>
              <a:t>/Users/zhaojinlan/Desktop/Lann Projects/What-the-fingers-hear/Research Study/Research Protocol.docx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I drafted a protocol with three related studies. The first examines usability through touch and voice tasks. The second compares buttons and gestures for equivalent Play and Stop operations. The third examines fixed interaction defaults and user customization. The controlled comparisons are planned within participants, with counterbalanced order. I want to collect task outcomes, errors, interruptions, recovery behavior and participant feedback. I will only compare autonomous system performance when both conditions are implemented and checked. Proposed behaviors shown through a script will be labeled and analyzed separately. These studies are planned, and participant data collection has not started.</a:t>
            </a:r>
          </a:p>
          <a:p xmlns:a="http://schemas.openxmlformats.org/drawingml/2006/main">
            <a:r>
              <a:t/>
            </a:r>
          </a:p>
          <a:p xmlns:a="http://schemas.openxmlformats.org/drawingml/2006/main">
            <a:r>
              <a:t>SOURCES</a:t>
            </a:r>
          </a:p>
          <a:p xmlns:a="http://schemas.openxmlformats.org/drawingml/2006/main">
            <a:r>
              <a:t>/Users/zhaojinlan/Desktop/Lann Projects/What-the-fingers-hear/Research Study/Research Protocol.docx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My next steps are the IRB application, a controlled study, and collecting more data. First, I need to finalize the research protocol and consent materials and submit them for review. Recruitment and participant data collection will begin after written IRB approval. Then I plan to compare buttons and gestures under equivalent tasks, followed by comparisons of interaction defaults and customization. I also want more repeated trials, system logs and reader feedback. That evidence should help me decide what to keep, what needs revision, and whether later work on reading behavior is justified.</a:t>
            </a:r>
          </a:p>
          <a:p xmlns:a="http://schemas.openxmlformats.org/drawingml/2006/main">
            <a:r>
              <a:t/>
            </a:r>
          </a:p>
          <a:p xmlns:a="http://schemas.openxmlformats.org/drawingml/2006/main">
            <a:r>
              <a:t>SOURCES</a:t>
            </a:r>
          </a:p>
          <a:p xmlns:a="http://schemas.openxmlformats.org/drawingml/2006/main">
            <a:r>
              <a:t>/Users/zhaojinlan/Desktop/Lann Projects/What-the-fingers-hear/Research Study/Research Protocol.docx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I would appreciate feedback on two questions. First, what would make the comparison between buttons and gestures fair? I want both methods to have equivalent tasks, enough practice and comparable feedback. Second, which nonvisual information should I finish before reader testing? The selected measure, available instrument parts and a warning about silence are all possible priorities. I would like to understand which would most help a reader complete the tasks and recover from errors. Thank you. I'm happy to discuss the current prototype or the study plan.</a:t>
            </a:r>
          </a:p>
          <a:p xmlns:a="http://schemas.openxmlformats.org/drawingml/2006/main">
            <a:r>
              <a:t/>
            </a:r>
          </a:p>
          <a:p xmlns:a="http://schemas.openxmlformats.org/drawingml/2006/main">
            <a:r>
              <a:t>SOURCES</a:t>
            </a:r>
          </a:p>
          <a:p xmlns:a="http://schemas.openxmlformats.org/drawingml/2006/main">
            <a:r>
              <a:t>/Users/zhaojinlan/Desktop/Lann Projects/What-the-fingers-hear/Research Study/Research Protocol.docx</a:t>
            </a:r>
          </a:p>
          <a:p xmlns:a="http://schemas.openxmlformats.org/drawingml/2006/main">
            <a:r>
              <a:t>/Users/zhaojinlan/Desktop/Lann Projects/What-the-fingers-hear/Documentation/Process-Report/Braille-Score-Design-Review1.md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e2e96e735b43a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53d6b55c20840d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6d55ec48e2e444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4c337370a8641d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a1edaad4b4c45a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9553de6b82f460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D7E98CB-632A-48EC-B359-E8561F8FF02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572989A-E296-4FD2-AEAB-FF77EDC211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87F89AF-FF8B-44DA-A9EE-13637D1DA56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ABBF83-1CC4-434F-8450-A4D8F6DE500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24FA89C-9DC3-46A1-9282-B433A550243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6031616-C465-47BD-B97B-AE9E71B0B80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349C402-DBF4-4DFD-B06B-1B55F84C446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C35FB90-0B7E-4C29-A794-D28D8826DC3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8340CCB-2DCC-407B-86A3-5C89F89289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F20007D-C14B-4CD4-9710-16E1926285F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3280ca4d0d4811" /><Relationship Type="http://schemas.openxmlformats.org/officeDocument/2006/relationships/slideLayout" Target="/ppt/slideLayouts/slideLayout1.xml" Id="R231040434a83429a" /><Relationship Type="http://schemas.openxmlformats.org/officeDocument/2006/relationships/slideLayout" Target="/ppt/slideLayouts/slideLayout2.xml" Id="Rbae60025dc4148a5" /><Relationship Type="http://schemas.openxmlformats.org/officeDocument/2006/relationships/slideLayout" Target="/ppt/slideLayouts/slideLayout3.xml" Id="Rb062e6ad92284ebd" /><Relationship Type="http://schemas.openxmlformats.org/officeDocument/2006/relationships/slideLayout" Target="/ppt/slideLayouts/slideLayout4.xml" Id="Rd2e9ae0a1316487e" /><Relationship Type="http://schemas.openxmlformats.org/officeDocument/2006/relationships/slideLayout" Target="/ppt/slideLayouts/slideLayout5.xml" Id="R99f69773c30b4cc2" /><Relationship Type="http://schemas.openxmlformats.org/officeDocument/2006/relationships/slideLayout" Target="/ppt/slideLayouts/slideLayout6.xml" Id="R438bed5037dc479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31040434a83429a"/>
    <p:sldLayoutId xmlns:r="http://schemas.openxmlformats.org/officeDocument/2006/relationships" id="2147483650" r:id="Rbae60025dc4148a5"/>
    <p:sldLayoutId xmlns:r="http://schemas.openxmlformats.org/officeDocument/2006/relationships" id="2147483651" r:id="Rb062e6ad92284ebd"/>
    <p:sldLayoutId xmlns:r="http://schemas.openxmlformats.org/officeDocument/2006/relationships" id="2147483652" r:id="Rd2e9ae0a1316487e"/>
    <p:sldLayoutId xmlns:r="http://schemas.openxmlformats.org/officeDocument/2006/relationships" id="2147483653" r:id="R99f69773c30b4cc2"/>
    <p:sldLayoutId xmlns:r="http://schemas.openxmlformats.org/officeDocument/2006/relationships" id="2147483654" r:id="R438bed5037dc479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a841cb247ee4fbd" /><Relationship Type="http://schemas.openxmlformats.org/officeDocument/2006/relationships/image" Target="/ppt/media/image.jpeg" Id="R2763cc3617264c87" /><Relationship Type="http://schemas.openxmlformats.org/officeDocument/2006/relationships/notesSlide" Target="/ppt/notesSlides/notesSlide1.xml" Id="R6016851cf7e74e86" /><Relationship Type="http://schemas.microsoft.com/office/2018/10/relationships/comments" Target="/ppt/comments/modernComment.xml" Id="R748bbac7faa44c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0fa128ab6f04e6a" /><Relationship Type="http://schemas.openxmlformats.org/officeDocument/2006/relationships/notesSlide" Target="/ppt/notesSlides/notesSlide2.xml" Id="R179b600dd9bb4438" /><Relationship Type="http://schemas.microsoft.com/office/2018/10/relationships/comments" Target="/ppt/comments/modernComment2.xml" Id="R9afc5460e94b49e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b13c47a07b34e2b" /><Relationship Type="http://schemas.openxmlformats.org/officeDocument/2006/relationships/image" Target="/ppt/media/image2.jpeg" Id="R445c4a40779b4ff2" /><Relationship Type="http://schemas.openxmlformats.org/officeDocument/2006/relationships/notesSlide" Target="/ppt/notesSlides/notesSlide3.xml" Id="Rff5195dca12e4699" /><Relationship Type="http://schemas.microsoft.com/office/2018/10/relationships/comments" Target="/ppt/comments/modernComment3.xml" Id="Rd9c1bef5b61749f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9a7d6b36a9c49ca" /><Relationship Type="http://schemas.openxmlformats.org/officeDocument/2006/relationships/notesSlide" Target="/ppt/notesSlides/notesSlide4.xml" Id="R2e366fa2d6e74c2b" /><Relationship Type="http://schemas.microsoft.com/office/2018/10/relationships/comments" Target="/ppt/comments/modernComment4.xml" Id="Rc6b104a9c7c840b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5f4039b28224caa" /><Relationship Type="http://schemas.openxmlformats.org/officeDocument/2006/relationships/image" Target="/ppt/media/image.png" Id="R22b95801e21e4173" /><Relationship Type="http://schemas.openxmlformats.org/officeDocument/2006/relationships/notesSlide" Target="/ppt/notesSlides/notesSlide5.xml" Id="R8c811954868b47bb" /><Relationship Type="http://schemas.microsoft.com/office/2018/10/relationships/comments" Target="/ppt/comments/modernComment5.xml" Id="Re320cde61eef42c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b20db53a26b466c" /><Relationship Type="http://schemas.openxmlformats.org/officeDocument/2006/relationships/notesSlide" Target="/ppt/notesSlides/notesSlide6.xml" Id="R076f2e72b1ba4085" /><Relationship Type="http://schemas.microsoft.com/office/2018/10/relationships/comments" Target="/ppt/comments/modernComment6.xml" Id="R39aef6b4ed80427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ebb557a9bfd49a4" /><Relationship Type="http://schemas.openxmlformats.org/officeDocument/2006/relationships/notesSlide" Target="/ppt/notesSlides/notesSlide7.xml" Id="Rd1fe09a928df4132" /><Relationship Type="http://schemas.microsoft.com/office/2018/10/relationships/comments" Target="/ppt/comments/modernComment7.xml" Id="Re05e85fd0dd74852" /></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ea28a6752fd44978"/><Relationship Type="http://schemas.openxmlformats.org/officeDocument/2006/relationships/image" Target="/ppt/media/image3.jpeg" Id="R42078e4b9a054c9e"/><Relationship Type="http://schemas.openxmlformats.org/officeDocument/2006/relationships/notesSlide" Target="/ppt/notesSlides/notesSlide8.xml" Id="R37ed0ed5bde8488a"/><Relationship Type="http://schemas.microsoft.com/office/2018/10/relationships/comments" Target="/ppt/comments/modernComment8.xml" Id="R5e26ad509b554888"/><Relationship Id="rIdDemoVideo" Type="http://schemas.openxmlformats.org/officeDocument/2006/relationships/video" Target="../media/current-prototype.mp4"/><Relationship Id="rIdDemoMedia" Type="http://schemas.microsoft.com/office/2007/relationships/media" Target="../media/current-prototype.mp4"/></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724490935f048a7" /><Relationship Type="http://schemas.openxmlformats.org/officeDocument/2006/relationships/notesSlide" Target="/ppt/notesSlides/notesSlide9.xml" Id="R90052f479f664bab" /><Relationship Type="http://schemas.microsoft.com/office/2018/10/relationships/comments" Target="/ppt/comments/modernComment9.xml" Id="R587c09a78a26400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b45be07b7c1439a" /><Relationship Type="http://schemas.openxmlformats.org/officeDocument/2006/relationships/notesSlide" Target="/ppt/notesSlides/notesSlide10.xml" Id="Rdc2f4d3588c44853" /><Relationship Type="http://schemas.microsoft.com/office/2018/10/relationships/comments" Target="/ppt/comments/modernComment10.xml" Id="R5b769167f0ed435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e4a7a35277f4d5d" /><Relationship Type="http://schemas.openxmlformats.org/officeDocument/2006/relationships/notesSlide" Target="/ppt/notesSlides/notesSlide11.xml" Id="R2ecec89b34f84fc3" /><Relationship Type="http://schemas.microsoft.com/office/2018/10/relationships/comments" Target="/ppt/comments/modernComment11.xml" Id="Ra9f8f55a00e74b4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5175953b10c404f" /><Relationship Type="http://schemas.openxmlformats.org/officeDocument/2006/relationships/notesSlide" Target="/ppt/notesSlides/notesSlide12.xml" Id="R11136022de8e436a" /><Relationship Type="http://schemas.microsoft.com/office/2018/10/relationships/comments" Target="/ppt/comments/modernComment12.xml" Id="R01308cc03965495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104239f47c74fc0" /><Relationship Type="http://schemas.openxmlformats.org/officeDocument/2006/relationships/notesSlide" Target="/ppt/notesSlides/notesSlide13.xml" Id="R5cb9eea6c7f94cf1" /><Relationship Type="http://schemas.microsoft.com/office/2018/10/relationships/comments" Target="/ppt/comments/modernComment13.xml" Id="R18b4197644cc4fa6" /></Relationships>
</file>

<file path=ppt/slides/slide1.xml><?xml version="1.0" encoding="utf-8"?>
<p:sld xmlns:p="http://schemas.openxmlformats.org/presentationml/2006/main">
  <p:cSld>
    <p:bg>
      <p:bgPr>
        <a:solidFill xmlns:a="http://schemas.openxmlformats.org/drawingml/2006/main">
          <a:srgbClr val="171A1D"/>
        </a:solidFill>
      </p:bgPr>
    </p:bg>
    <p:spTree>
      <p:nvGrpSpPr>
        <p:cNvPr id="1" name=""/>
        <p:cNvGrpSpPr/>
        <p:nvPr/>
      </p:nvGrpSpPr>
      <p:grpSpPr>
        <a:xfrm xmlns:a="http://schemas.openxmlformats.org/drawingml/2006/main"/>
      </p:grpSpPr>
      <p:sp>
        <p:nvSpPr>
          <p:cNvPr id="10" name="page-number">
            <a:extLst xmlns:a="http://schemas.openxmlformats.org/drawingml/2006/main">
              <a:ext uri="{FF2B5EF4-FFF2-40B4-BE49-F238E27FC236}">
                <a16:creationId xmlns:a16="http://schemas.microsoft.com/office/drawing/2014/main" id="{35C4F4F4-AB01-4A36-B9B2-08B62B70E89E}"/>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D8D1C5"/>
                </a:solidFill>
                <a:latin typeface="Helvetica Neue"/>
                <a:ea typeface="Helvetica Neue"/>
                <a:cs typeface="Helvetica Neue"/>
              </a:defRPr>
            </a:defPPr>
            <a:lvl1pPr>
              <a:defRPr sz="1275" b="1">
                <a:solidFill>
                  <a:srgbClr val="D8D1C5"/>
                </a:solidFill>
                <a:latin typeface="Helvetica Neue"/>
                <a:ea typeface="Helvetica Neue"/>
                <a:cs typeface="Helvetica Neue"/>
              </a:defRPr>
            </a:lvl1pPr>
            <a:lvl2pPr>
              <a:defRPr sz="1275" b="1">
                <a:solidFill>
                  <a:srgbClr val="D8D1C5"/>
                </a:solidFill>
                <a:latin typeface="Helvetica Neue"/>
                <a:ea typeface="Helvetica Neue"/>
                <a:cs typeface="Helvetica Neue"/>
              </a:defRPr>
            </a:lvl2pPr>
            <a:lvl3pPr>
              <a:defRPr sz="1275" b="1">
                <a:solidFill>
                  <a:srgbClr val="D8D1C5"/>
                </a:solidFill>
                <a:latin typeface="Helvetica Neue"/>
                <a:ea typeface="Helvetica Neue"/>
                <a:cs typeface="Helvetica Neue"/>
              </a:defRPr>
            </a:lvl3pPr>
            <a:lvl4pPr>
              <a:defRPr sz="1275" b="1">
                <a:solidFill>
                  <a:srgbClr val="D8D1C5"/>
                </a:solidFill>
                <a:latin typeface="Helvetica Neue"/>
                <a:ea typeface="Helvetica Neue"/>
                <a:cs typeface="Helvetica Neue"/>
              </a:defRPr>
            </a:lvl4pPr>
            <a:lvl5pPr>
              <a:defRPr sz="1275" b="1">
                <a:solidFill>
                  <a:srgbClr val="D8D1C5"/>
                </a:solidFill>
                <a:latin typeface="Helvetica Neue"/>
                <a:ea typeface="Helvetica Neue"/>
                <a:cs typeface="Helvetica Neue"/>
              </a:defRPr>
            </a:lvl5pPr>
            <a:lvl6pPr>
              <a:defRPr sz="1275" b="1">
                <a:solidFill>
                  <a:srgbClr val="D8D1C5"/>
                </a:solidFill>
                <a:latin typeface="Helvetica Neue"/>
                <a:ea typeface="Helvetica Neue"/>
                <a:cs typeface="Helvetica Neue"/>
              </a:defRPr>
            </a:lvl6pPr>
            <a:lvl7pPr>
              <a:defRPr sz="1275" b="1">
                <a:solidFill>
                  <a:srgbClr val="D8D1C5"/>
                </a:solidFill>
                <a:latin typeface="Helvetica Neue"/>
                <a:ea typeface="Helvetica Neue"/>
                <a:cs typeface="Helvetica Neue"/>
              </a:defRPr>
            </a:lvl7pPr>
            <a:lvl8pPr>
              <a:defRPr sz="1275" b="1">
                <a:solidFill>
                  <a:srgbClr val="D8D1C5"/>
                </a:solidFill>
                <a:latin typeface="Helvetica Neue"/>
                <a:ea typeface="Helvetica Neue"/>
                <a:cs typeface="Helvetica Neue"/>
              </a:defRPr>
            </a:lvl8pPr>
            <a:lvl9pPr>
              <a:defRPr sz="1275" b="1">
                <a:solidFill>
                  <a:srgbClr val="D8D1C5"/>
                </a:solidFill>
                <a:latin typeface="Helvetica Neue"/>
                <a:ea typeface="Helvetica Neue"/>
                <a:cs typeface="Helvetica Neue"/>
              </a:defRPr>
            </a:lvl9pPr>
          </a:lstStyle>
          <a:p xmlns:a="http://schemas.openxmlformats.org/drawingml/2006/main">
            <a:pPr>
              <a:defRPr sz="1275" b="1">
                <a:solidFill>
                  <a:srgbClr val="D8D1C5"/>
                </a:solidFill>
                <a:latin typeface="Helvetica Neue"/>
                <a:ea typeface="Helvetica Neue"/>
                <a:cs typeface="Helvetica Neue"/>
              </a:defRPr>
            </a:pPr>
            <a:r>
              <a:rPr sz="1275" b="1">
                <a:solidFill>
                  <a:srgbClr val="D8D1C5"/>
                </a:solidFill>
                <a:latin typeface="Helvetica Neue"/>
                <a:ea typeface="Helvetica Neue"/>
                <a:cs typeface="Helvetica Neue"/>
              </a:rPr>
              <a:t>01</a:t>
            </a:r>
          </a:p>
        </p:txBody>
      </p:sp>
      <p:pic>
        <p:nvPicPr>
          <p:cNvPr id="2" name="">
            <a:extLst xmlns:a="http://schemas.openxmlformats.org/drawingml/2006/main">
              <a:ext uri="{FF2B5EF4-FFF2-40B4-BE49-F238E27FC236}">
                <a16:creationId xmlns:a16="http://schemas.microsoft.com/office/drawing/2014/main" id="{5A9BBFC3-0481-416F-80D8-F8B6AB66EC83}"/>
              </a:ext>
            </a:extLst>
          </p:cNvPr>
          <p:cNvPicPr>
            <a:picLocks xmlns:a="http://schemas.openxmlformats.org/drawingml/2006/main" noChangeAspect="1"/>
          </p:cNvPicPr>
          <p:nvPr/>
        </p:nvPicPr>
        <p:blipFill>
          <a:blip xmlns:r="http://schemas.openxmlformats.org/officeDocument/2006/relationships" xmlns:a="http://schemas.openxmlformats.org/drawingml/2006/main" r:embed="R2763cc3617264c87"/>
          <a:srcRect xmlns:a="http://schemas.openxmlformats.org/drawingml/2006/main" l="23047" t="0" r="23047" b="0"/>
          <a:stretch xmlns:a="http://schemas.openxmlformats.org/drawingml/2006/main">
            <a:fillRect l="0" t="0" r="0" b="0"/>
          </a:stretch>
        </p:blipFill>
        <p:spPr>
          <a:xfrm xmlns:a="http://schemas.openxmlformats.org/drawingml/2006/main">
            <a:off x="0" y="0"/>
            <a:ext cx="6572250" cy="6858000"/>
          </a:xfrm>
          <a:prstGeom xmlns:a="http://schemas.openxmlformats.org/drawingml/2006/main" prst="rect">
            <a:avLst/>
          </a:prstGeom>
        </p:spPr>
      </p:pic>
      <p:sp>
        <p:nvSpPr>
          <p:cNvPr id="3" name="accent">
            <a:extLst xmlns:a="http://schemas.openxmlformats.org/drawingml/2006/main">
              <a:ext uri="{FF2B5EF4-FFF2-40B4-BE49-F238E27FC236}">
                <a16:creationId xmlns:a16="http://schemas.microsoft.com/office/drawing/2014/main" id="{C7986E10-E3C5-4741-BC0E-82F99402720C}"/>
              </a:ext>
            </a:extLst>
          </p:cNvPr>
          <p:cNvSpPr>
            <a:spLocks xmlns:a="http://schemas.openxmlformats.org/drawingml/2006/main" noGrp="1"/>
          </p:cNvSpPr>
          <p:nvPr/>
        </p:nvSpPr>
        <p:spPr>
          <a:xfrm xmlns:a="http://schemas.openxmlformats.org/drawingml/2006/main">
            <a:off x="6572250" y="0"/>
            <a:ext cx="85725" cy="6858000"/>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4" name="deck-title">
            <a:extLst xmlns:a="http://schemas.openxmlformats.org/drawingml/2006/main">
              <a:ext uri="{FF2B5EF4-FFF2-40B4-BE49-F238E27FC236}">
                <a16:creationId xmlns:a16="http://schemas.microsoft.com/office/drawing/2014/main" id="{661A31A7-5643-4B7F-85F7-431620A89B5C}"/>
              </a:ext>
            </a:extLst>
          </p:cNvPr>
          <p:cNvSpPr>
            <a:spLocks xmlns:a="http://schemas.openxmlformats.org/drawingml/2006/main" noGrp="1"/>
          </p:cNvSpPr>
          <p:nvPr/>
        </p:nvSpPr>
        <p:spPr>
          <a:xfrm xmlns:a="http://schemas.openxmlformats.org/drawingml/2006/main">
            <a:off x="7143750" y="866775"/>
            <a:ext cx="43815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275" b="1">
                <a:solidFill>
                  <a:srgbClr val="FFFFFF"/>
                </a:solidFill>
                <a:latin typeface="Helvetica Neue"/>
                <a:ea typeface="Helvetica Neue"/>
                <a:cs typeface="Helvetica Neue"/>
              </a:defRPr>
            </a:defPPr>
            <a:lvl1pPr>
              <a:defRPr sz="4275" b="1">
                <a:solidFill>
                  <a:srgbClr val="FFFFFF"/>
                </a:solidFill>
                <a:latin typeface="Helvetica Neue"/>
                <a:ea typeface="Helvetica Neue"/>
                <a:cs typeface="Helvetica Neue"/>
              </a:defRPr>
            </a:lvl1pPr>
            <a:lvl2pPr>
              <a:defRPr sz="4275" b="1">
                <a:solidFill>
                  <a:srgbClr val="FFFFFF"/>
                </a:solidFill>
                <a:latin typeface="Helvetica Neue"/>
                <a:ea typeface="Helvetica Neue"/>
                <a:cs typeface="Helvetica Neue"/>
              </a:defRPr>
            </a:lvl2pPr>
            <a:lvl3pPr>
              <a:defRPr sz="4275" b="1">
                <a:solidFill>
                  <a:srgbClr val="FFFFFF"/>
                </a:solidFill>
                <a:latin typeface="Helvetica Neue"/>
                <a:ea typeface="Helvetica Neue"/>
                <a:cs typeface="Helvetica Neue"/>
              </a:defRPr>
            </a:lvl3pPr>
            <a:lvl4pPr>
              <a:defRPr sz="4275" b="1">
                <a:solidFill>
                  <a:srgbClr val="FFFFFF"/>
                </a:solidFill>
                <a:latin typeface="Helvetica Neue"/>
                <a:ea typeface="Helvetica Neue"/>
                <a:cs typeface="Helvetica Neue"/>
              </a:defRPr>
            </a:lvl4pPr>
            <a:lvl5pPr>
              <a:defRPr sz="4275" b="1">
                <a:solidFill>
                  <a:srgbClr val="FFFFFF"/>
                </a:solidFill>
                <a:latin typeface="Helvetica Neue"/>
                <a:ea typeface="Helvetica Neue"/>
                <a:cs typeface="Helvetica Neue"/>
              </a:defRPr>
            </a:lvl5pPr>
            <a:lvl6pPr>
              <a:defRPr sz="4275" b="1">
                <a:solidFill>
                  <a:srgbClr val="FFFFFF"/>
                </a:solidFill>
                <a:latin typeface="Helvetica Neue"/>
                <a:ea typeface="Helvetica Neue"/>
                <a:cs typeface="Helvetica Neue"/>
              </a:defRPr>
            </a:lvl6pPr>
            <a:lvl7pPr>
              <a:defRPr sz="4275" b="1">
                <a:solidFill>
                  <a:srgbClr val="FFFFFF"/>
                </a:solidFill>
                <a:latin typeface="Helvetica Neue"/>
                <a:ea typeface="Helvetica Neue"/>
                <a:cs typeface="Helvetica Neue"/>
              </a:defRPr>
            </a:lvl7pPr>
            <a:lvl8pPr>
              <a:defRPr sz="4275" b="1">
                <a:solidFill>
                  <a:srgbClr val="FFFFFF"/>
                </a:solidFill>
                <a:latin typeface="Helvetica Neue"/>
                <a:ea typeface="Helvetica Neue"/>
                <a:cs typeface="Helvetica Neue"/>
              </a:defRPr>
            </a:lvl8pPr>
            <a:lvl9pPr>
              <a:defRPr sz="4275" b="1">
                <a:solidFill>
                  <a:srgbClr val="FFFFFF"/>
                </a:solidFill>
                <a:latin typeface="Helvetica Neue"/>
                <a:ea typeface="Helvetica Neue"/>
                <a:cs typeface="Helvetica Neue"/>
              </a:defRPr>
            </a:lvl9pPr>
          </a:lstStyle>
          <a:p xmlns:a="http://schemas.openxmlformats.org/drawingml/2006/main">
            <a:pPr>
              <a:defRPr sz="4275" b="1">
                <a:solidFill>
                  <a:srgbClr val="FFFFFF"/>
                </a:solidFill>
                <a:latin typeface="Helvetica Neue"/>
                <a:ea typeface="Helvetica Neue"/>
                <a:cs typeface="Helvetica Neue"/>
              </a:defRPr>
            </a:pPr>
            <a:r>
              <a:rPr sz="4275" b="1">
                <a:solidFill>
                  <a:srgbClr val="FFFFFF"/>
                </a:solidFill>
                <a:latin typeface="Helvetica Neue"/>
                <a:ea typeface="Helvetica Neue"/>
                <a:cs typeface="Helvetica Neue"/>
              </a:rPr>
              <a:t>WHAT THE</a:t>
            </a:r>
          </a:p>
          <a:p xmlns:a="http://schemas.openxmlformats.org/drawingml/2006/main">
            <a:pPr>
              <a:defRPr sz="4275" b="1">
                <a:solidFill>
                  <a:srgbClr val="FFFFFF"/>
                </a:solidFill>
                <a:latin typeface="Helvetica Neue"/>
                <a:ea typeface="Helvetica Neue"/>
                <a:cs typeface="Helvetica Neue"/>
              </a:defRPr>
            </a:pPr>
            <a:r>
              <a:rPr sz="4275" b="1">
                <a:solidFill>
                  <a:srgbClr val="FFFFFF"/>
                </a:solidFill>
                <a:latin typeface="Helvetica Neue"/>
                <a:ea typeface="Helvetica Neue"/>
                <a:cs typeface="Helvetica Neue"/>
              </a:rPr>
              <a:t>FINGERS HEAR</a:t>
            </a:r>
          </a:p>
        </p:txBody>
      </p:sp>
      <p:sp>
        <p:nvSpPr>
          <p:cNvPr id="5" name="text">
            <a:extLst xmlns:a="http://schemas.openxmlformats.org/drawingml/2006/main">
              <a:ext uri="{FF2B5EF4-FFF2-40B4-BE49-F238E27FC236}">
                <a16:creationId xmlns:a16="http://schemas.microsoft.com/office/drawing/2014/main" id="{2E77F314-12F1-4181-8CCC-24B9DD2AA04D}"/>
              </a:ext>
            </a:extLst>
          </p:cNvPr>
          <p:cNvSpPr>
            <a:spLocks xmlns:a="http://schemas.openxmlformats.org/drawingml/2006/main" noGrp="1"/>
          </p:cNvSpPr>
          <p:nvPr/>
        </p:nvSpPr>
        <p:spPr>
          <a:xfrm xmlns:a="http://schemas.openxmlformats.org/drawingml/2006/main">
            <a:off x="7143750" y="2781300"/>
            <a:ext cx="4333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FFDF8"/>
                </a:solidFill>
                <a:latin typeface="Helvetica Neue"/>
                <a:ea typeface="Helvetica Neue"/>
                <a:cs typeface="Helvetica Neue"/>
              </a:defRPr>
            </a:defPPr>
            <a:lvl1pPr>
              <a:defRPr sz="2100" b="0">
                <a:solidFill>
                  <a:srgbClr val="FFFDF8"/>
                </a:solidFill>
                <a:latin typeface="Helvetica Neue"/>
                <a:ea typeface="Helvetica Neue"/>
                <a:cs typeface="Helvetica Neue"/>
              </a:defRPr>
            </a:lvl1pPr>
            <a:lvl2pPr>
              <a:defRPr sz="2100" b="0">
                <a:solidFill>
                  <a:srgbClr val="FFFDF8"/>
                </a:solidFill>
                <a:latin typeface="Helvetica Neue"/>
                <a:ea typeface="Helvetica Neue"/>
                <a:cs typeface="Helvetica Neue"/>
              </a:defRPr>
            </a:lvl2pPr>
            <a:lvl3pPr>
              <a:defRPr sz="2100" b="0">
                <a:solidFill>
                  <a:srgbClr val="FFFDF8"/>
                </a:solidFill>
                <a:latin typeface="Helvetica Neue"/>
                <a:ea typeface="Helvetica Neue"/>
                <a:cs typeface="Helvetica Neue"/>
              </a:defRPr>
            </a:lvl3pPr>
            <a:lvl4pPr>
              <a:defRPr sz="2100" b="0">
                <a:solidFill>
                  <a:srgbClr val="FFFDF8"/>
                </a:solidFill>
                <a:latin typeface="Helvetica Neue"/>
                <a:ea typeface="Helvetica Neue"/>
                <a:cs typeface="Helvetica Neue"/>
              </a:defRPr>
            </a:lvl4pPr>
            <a:lvl5pPr>
              <a:defRPr sz="2100" b="0">
                <a:solidFill>
                  <a:srgbClr val="FFFDF8"/>
                </a:solidFill>
                <a:latin typeface="Helvetica Neue"/>
                <a:ea typeface="Helvetica Neue"/>
                <a:cs typeface="Helvetica Neue"/>
              </a:defRPr>
            </a:lvl5pPr>
            <a:lvl6pPr>
              <a:defRPr sz="2100" b="0">
                <a:solidFill>
                  <a:srgbClr val="FFFDF8"/>
                </a:solidFill>
                <a:latin typeface="Helvetica Neue"/>
                <a:ea typeface="Helvetica Neue"/>
                <a:cs typeface="Helvetica Neue"/>
              </a:defRPr>
            </a:lvl6pPr>
            <a:lvl7pPr>
              <a:defRPr sz="2100" b="0">
                <a:solidFill>
                  <a:srgbClr val="FFFDF8"/>
                </a:solidFill>
                <a:latin typeface="Helvetica Neue"/>
                <a:ea typeface="Helvetica Neue"/>
                <a:cs typeface="Helvetica Neue"/>
              </a:defRPr>
            </a:lvl7pPr>
            <a:lvl8pPr>
              <a:defRPr sz="2100" b="0">
                <a:solidFill>
                  <a:srgbClr val="FFFDF8"/>
                </a:solidFill>
                <a:latin typeface="Helvetica Neue"/>
                <a:ea typeface="Helvetica Neue"/>
                <a:cs typeface="Helvetica Neue"/>
              </a:defRPr>
            </a:lvl8pPr>
            <a:lvl9pPr>
              <a:defRPr sz="2100" b="0">
                <a:solidFill>
                  <a:srgbClr val="FFFDF8"/>
                </a:solidFill>
                <a:latin typeface="Helvetica Neue"/>
                <a:ea typeface="Helvetica Neue"/>
                <a:cs typeface="Helvetica Neue"/>
              </a:defRPr>
            </a:lvl9pPr>
          </a:lstStyle>
          <a:p xmlns:a="http://schemas.openxmlformats.org/drawingml/2006/main">
            <a:pPr>
              <a:defRPr sz="2100" b="0">
                <a:solidFill>
                  <a:srgbClr val="FFFDF8"/>
                </a:solidFill>
                <a:latin typeface="Helvetica Neue"/>
                <a:ea typeface="Helvetica Neue"/>
                <a:cs typeface="Helvetica Neue"/>
              </a:defRPr>
            </a:pPr>
            <a:r>
              <a:rPr sz="2100" b="0">
                <a:solidFill>
                  <a:srgbClr val="FFFDF8"/>
                </a:solidFill>
                <a:latin typeface="Helvetica Neue"/>
                <a:ea typeface="Helvetica Neue"/>
                <a:cs typeface="Helvetica Neue"/>
              </a:rPr>
              <a:t>Touch-anchored playback</a:t>
            </a:r>
          </a:p>
          <a:p xmlns:a="http://schemas.openxmlformats.org/drawingml/2006/main">
            <a:pPr>
              <a:defRPr sz="2100" b="0">
                <a:solidFill>
                  <a:srgbClr val="FFFDF8"/>
                </a:solidFill>
                <a:latin typeface="Helvetica Neue"/>
                <a:ea typeface="Helvetica Neue"/>
                <a:cs typeface="Helvetica Neue"/>
              </a:defRPr>
            </a:pPr>
            <a:r>
              <a:rPr sz="2100" b="0">
                <a:solidFill>
                  <a:srgbClr val="FFFDF8"/>
                </a:solidFill>
                <a:latin typeface="Helvetica Neue"/>
                <a:ea typeface="Helvetica Neue"/>
                <a:cs typeface="Helvetica Neue"/>
              </a:rPr>
              <a:t>and voice-selected instruments</a:t>
            </a:r>
          </a:p>
        </p:txBody>
      </p:sp>
      <p:sp>
        <p:nvSpPr>
          <p:cNvPr id="6" name="accent">
            <a:extLst xmlns:a="http://schemas.openxmlformats.org/drawingml/2006/main">
              <a:ext uri="{FF2B5EF4-FFF2-40B4-BE49-F238E27FC236}">
                <a16:creationId xmlns:a16="http://schemas.microsoft.com/office/drawing/2014/main" id="{D6F5758E-6FBF-4C06-9936-988B3A293000}"/>
              </a:ext>
            </a:extLst>
          </p:cNvPr>
          <p:cNvSpPr>
            <a:spLocks xmlns:a="http://schemas.openxmlformats.org/drawingml/2006/main" noGrp="1"/>
          </p:cNvSpPr>
          <p:nvPr/>
        </p:nvSpPr>
        <p:spPr>
          <a:xfrm xmlns:a="http://schemas.openxmlformats.org/drawingml/2006/main">
            <a:off x="7143750" y="4095750"/>
            <a:ext cx="3333750" cy="38100"/>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95BE93D9-DE83-4DB2-87EE-23957B1A7C4B}"/>
              </a:ext>
            </a:extLst>
          </p:cNvPr>
          <p:cNvSpPr>
            <a:spLocks xmlns:a="http://schemas.openxmlformats.org/drawingml/2006/main" noGrp="1"/>
          </p:cNvSpPr>
          <p:nvPr/>
        </p:nvSpPr>
        <p:spPr>
          <a:xfrm xmlns:a="http://schemas.openxmlformats.org/drawingml/2006/main">
            <a:off x="7143750" y="4410075"/>
            <a:ext cx="4286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D8D1C5"/>
                </a:solidFill>
                <a:latin typeface="Helvetica Neue"/>
                <a:ea typeface="Helvetica Neue"/>
                <a:cs typeface="Helvetica Neue"/>
              </a:defRPr>
            </a:defPPr>
            <a:lvl1pPr>
              <a:defRPr sz="1650" b="0">
                <a:solidFill>
                  <a:srgbClr val="D8D1C5"/>
                </a:solidFill>
                <a:latin typeface="Helvetica Neue"/>
                <a:ea typeface="Helvetica Neue"/>
                <a:cs typeface="Helvetica Neue"/>
              </a:defRPr>
            </a:lvl1pPr>
            <a:lvl2pPr>
              <a:defRPr sz="1650" b="0">
                <a:solidFill>
                  <a:srgbClr val="D8D1C5"/>
                </a:solidFill>
                <a:latin typeface="Helvetica Neue"/>
                <a:ea typeface="Helvetica Neue"/>
                <a:cs typeface="Helvetica Neue"/>
              </a:defRPr>
            </a:lvl2pPr>
            <a:lvl3pPr>
              <a:defRPr sz="1650" b="0">
                <a:solidFill>
                  <a:srgbClr val="D8D1C5"/>
                </a:solidFill>
                <a:latin typeface="Helvetica Neue"/>
                <a:ea typeface="Helvetica Neue"/>
                <a:cs typeface="Helvetica Neue"/>
              </a:defRPr>
            </a:lvl3pPr>
            <a:lvl4pPr>
              <a:defRPr sz="1650" b="0">
                <a:solidFill>
                  <a:srgbClr val="D8D1C5"/>
                </a:solidFill>
                <a:latin typeface="Helvetica Neue"/>
                <a:ea typeface="Helvetica Neue"/>
                <a:cs typeface="Helvetica Neue"/>
              </a:defRPr>
            </a:lvl4pPr>
            <a:lvl5pPr>
              <a:defRPr sz="1650" b="0">
                <a:solidFill>
                  <a:srgbClr val="D8D1C5"/>
                </a:solidFill>
                <a:latin typeface="Helvetica Neue"/>
                <a:ea typeface="Helvetica Neue"/>
                <a:cs typeface="Helvetica Neue"/>
              </a:defRPr>
            </a:lvl5pPr>
            <a:lvl6pPr>
              <a:defRPr sz="1650" b="0">
                <a:solidFill>
                  <a:srgbClr val="D8D1C5"/>
                </a:solidFill>
                <a:latin typeface="Helvetica Neue"/>
                <a:ea typeface="Helvetica Neue"/>
                <a:cs typeface="Helvetica Neue"/>
              </a:defRPr>
            </a:lvl6pPr>
            <a:lvl7pPr>
              <a:defRPr sz="1650" b="0">
                <a:solidFill>
                  <a:srgbClr val="D8D1C5"/>
                </a:solidFill>
                <a:latin typeface="Helvetica Neue"/>
                <a:ea typeface="Helvetica Neue"/>
                <a:cs typeface="Helvetica Neue"/>
              </a:defRPr>
            </a:lvl7pPr>
            <a:lvl8pPr>
              <a:defRPr sz="1650" b="0">
                <a:solidFill>
                  <a:srgbClr val="D8D1C5"/>
                </a:solidFill>
                <a:latin typeface="Helvetica Neue"/>
                <a:ea typeface="Helvetica Neue"/>
                <a:cs typeface="Helvetica Neue"/>
              </a:defRPr>
            </a:lvl8pPr>
            <a:lvl9pPr>
              <a:defRPr sz="1650" b="0">
                <a:solidFill>
                  <a:srgbClr val="D8D1C5"/>
                </a:solidFill>
                <a:latin typeface="Helvetica Neue"/>
                <a:ea typeface="Helvetica Neue"/>
                <a:cs typeface="Helvetica Neue"/>
              </a:defRPr>
            </a:lvl9pPr>
          </a:lstStyle>
          <a:p xmlns:a="http://schemas.openxmlformats.org/drawingml/2006/main">
            <a:pPr>
              <a:defRPr sz="1650" b="0">
                <a:solidFill>
                  <a:srgbClr val="D8D1C5"/>
                </a:solidFill>
                <a:latin typeface="Helvetica Neue"/>
                <a:ea typeface="Helvetica Neue"/>
                <a:cs typeface="Helvetica Neue"/>
              </a:defRPr>
            </a:pPr>
            <a:r>
              <a:rPr sz="1650" b="0">
                <a:solidFill>
                  <a:srgbClr val="D8D1C5"/>
                </a:solidFill>
                <a:latin typeface="Helvetica Neue"/>
                <a:ea typeface="Helvetica Neue"/>
                <a:cs typeface="Helvetica Neue"/>
              </a:rPr>
              <a:t>Jinlan Zhao</a:t>
            </a:r>
          </a:p>
          <a:p xmlns:a="http://schemas.openxmlformats.org/drawingml/2006/main">
            <a:pPr>
              <a:defRPr sz="1650" b="0">
                <a:solidFill>
                  <a:srgbClr val="D8D1C5"/>
                </a:solidFill>
                <a:latin typeface="Helvetica Neue"/>
                <a:ea typeface="Helvetica Neue"/>
                <a:cs typeface="Helvetica Neue"/>
              </a:defRPr>
            </a:pPr>
            <a:r>
              <a:rPr sz="1650" b="0">
                <a:solidFill>
                  <a:srgbClr val="D8D1C5"/>
                </a:solidFill>
                <a:latin typeface="Helvetica Neue"/>
                <a:ea typeface="Helvetica Neue"/>
                <a:cs typeface="Helvetica Neue"/>
              </a:rPr>
              <a:t>Electronic Production and Design</a:t>
            </a:r>
          </a:p>
          <a:p xmlns:a="http://schemas.openxmlformats.org/drawingml/2006/main">
            <a:pPr>
              <a:defRPr sz="1650" b="0">
                <a:solidFill>
                  <a:srgbClr val="D8D1C5"/>
                </a:solidFill>
                <a:latin typeface="Helvetica Neue"/>
                <a:ea typeface="Helvetica Neue"/>
                <a:cs typeface="Helvetica Neue"/>
              </a:defRPr>
            </a:pPr>
            <a:r>
              <a:rPr sz="1650" b="0">
                <a:solidFill>
                  <a:srgbClr val="D8D1C5"/>
                </a:solidFill>
                <a:latin typeface="Helvetica Neue"/>
                <a:ea typeface="Helvetica Neue"/>
                <a:cs typeface="Helvetica Neue"/>
              </a:rPr>
              <a:t>Berklee College of Music</a:t>
            </a:r>
          </a:p>
        </p:txBody>
      </p:sp>
      <p:sp>
        <p:nvSpPr>
          <p:cNvPr id="8" name="text">
            <a:extLst xmlns:a="http://schemas.openxmlformats.org/drawingml/2006/main">
              <a:ext uri="{FF2B5EF4-FFF2-40B4-BE49-F238E27FC236}">
                <a16:creationId xmlns:a16="http://schemas.microsoft.com/office/drawing/2014/main" id="{EFD044B2-8B98-4A41-8DD0-3EFC7319FDA8}"/>
              </a:ext>
            </a:extLst>
          </p:cNvPr>
          <p:cNvSpPr>
            <a:spLocks xmlns:a="http://schemas.openxmlformats.org/drawingml/2006/main" noGrp="1"/>
          </p:cNvSpPr>
          <p:nvPr/>
        </p:nvSpPr>
        <p:spPr>
          <a:xfrm xmlns:a="http://schemas.openxmlformats.org/drawingml/2006/main">
            <a:off x="7143750" y="58864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CFEA79"/>
                </a:solidFill>
                <a:latin typeface="Helvetica Neue"/>
                <a:ea typeface="Helvetica Neue"/>
                <a:cs typeface="Helvetica Neue"/>
              </a:defRPr>
            </a:defPPr>
            <a:lvl1pPr>
              <a:defRPr sz="1350" b="1">
                <a:solidFill>
                  <a:srgbClr val="CFEA79"/>
                </a:solidFill>
                <a:latin typeface="Helvetica Neue"/>
                <a:ea typeface="Helvetica Neue"/>
                <a:cs typeface="Helvetica Neue"/>
              </a:defRPr>
            </a:lvl1pPr>
            <a:lvl2pPr>
              <a:defRPr sz="1350" b="1">
                <a:solidFill>
                  <a:srgbClr val="CFEA79"/>
                </a:solidFill>
                <a:latin typeface="Helvetica Neue"/>
                <a:ea typeface="Helvetica Neue"/>
                <a:cs typeface="Helvetica Neue"/>
              </a:defRPr>
            </a:lvl2pPr>
            <a:lvl3pPr>
              <a:defRPr sz="1350" b="1">
                <a:solidFill>
                  <a:srgbClr val="CFEA79"/>
                </a:solidFill>
                <a:latin typeface="Helvetica Neue"/>
                <a:ea typeface="Helvetica Neue"/>
                <a:cs typeface="Helvetica Neue"/>
              </a:defRPr>
            </a:lvl3pPr>
            <a:lvl4pPr>
              <a:defRPr sz="1350" b="1">
                <a:solidFill>
                  <a:srgbClr val="CFEA79"/>
                </a:solidFill>
                <a:latin typeface="Helvetica Neue"/>
                <a:ea typeface="Helvetica Neue"/>
                <a:cs typeface="Helvetica Neue"/>
              </a:defRPr>
            </a:lvl4pPr>
            <a:lvl5pPr>
              <a:defRPr sz="1350" b="1">
                <a:solidFill>
                  <a:srgbClr val="CFEA79"/>
                </a:solidFill>
                <a:latin typeface="Helvetica Neue"/>
                <a:ea typeface="Helvetica Neue"/>
                <a:cs typeface="Helvetica Neue"/>
              </a:defRPr>
            </a:lvl5pPr>
            <a:lvl6pPr>
              <a:defRPr sz="1350" b="1">
                <a:solidFill>
                  <a:srgbClr val="CFEA79"/>
                </a:solidFill>
                <a:latin typeface="Helvetica Neue"/>
                <a:ea typeface="Helvetica Neue"/>
                <a:cs typeface="Helvetica Neue"/>
              </a:defRPr>
            </a:lvl6pPr>
            <a:lvl7pPr>
              <a:defRPr sz="1350" b="1">
                <a:solidFill>
                  <a:srgbClr val="CFEA79"/>
                </a:solidFill>
                <a:latin typeface="Helvetica Neue"/>
                <a:ea typeface="Helvetica Neue"/>
                <a:cs typeface="Helvetica Neue"/>
              </a:defRPr>
            </a:lvl7pPr>
            <a:lvl8pPr>
              <a:defRPr sz="1350" b="1">
                <a:solidFill>
                  <a:srgbClr val="CFEA79"/>
                </a:solidFill>
                <a:latin typeface="Helvetica Neue"/>
                <a:ea typeface="Helvetica Neue"/>
                <a:cs typeface="Helvetica Neue"/>
              </a:defRPr>
            </a:lvl8pPr>
            <a:lvl9pPr>
              <a:defRPr sz="1350" b="1">
                <a:solidFill>
                  <a:srgbClr val="CFEA79"/>
                </a:solidFill>
                <a:latin typeface="Helvetica Neue"/>
                <a:ea typeface="Helvetica Neue"/>
                <a:cs typeface="Helvetica Neue"/>
              </a:defRPr>
            </a:lvl9pPr>
          </a:lstStyle>
          <a:p xmlns:a="http://schemas.openxmlformats.org/drawingml/2006/main">
            <a:pPr>
              <a:defRPr sz="1350" b="1">
                <a:solidFill>
                  <a:srgbClr val="CFEA79"/>
                </a:solidFill>
                <a:latin typeface="Helvetica Neue"/>
                <a:ea typeface="Helvetica Neue"/>
                <a:cs typeface="Helvetica Neue"/>
              </a:defRPr>
            </a:pPr>
            <a:r>
              <a:rPr sz="1350" b="1">
                <a:solidFill>
                  <a:srgbClr val="CFEA79"/>
                </a:solidFill>
                <a:latin typeface="Helvetica Neue"/>
                <a:ea typeface="Helvetica Neue"/>
                <a:cs typeface="Helvetica Neue"/>
              </a:rPr>
              <a:t>PROGRESS REPORT 2</a:t>
            </a:r>
          </a:p>
        </p:txBody>
      </p:sp>
      <p:sp>
        <p:nvSpPr>
          <p:cNvPr id="9" name="text">
            <a:extLst xmlns:a="http://schemas.openxmlformats.org/drawingml/2006/main">
              <a:ext uri="{FF2B5EF4-FFF2-40B4-BE49-F238E27FC236}">
                <a16:creationId xmlns:a16="http://schemas.microsoft.com/office/drawing/2014/main" id="{DB111BD9-ACDF-41C7-BC0A-10609D9032C5}"/>
              </a:ext>
            </a:extLst>
          </p:cNvPr>
          <p:cNvSpPr>
            <a:spLocks xmlns:a="http://schemas.openxmlformats.org/drawingml/2006/main" noGrp="1"/>
          </p:cNvSpPr>
          <p:nvPr/>
        </p:nvSpPr>
        <p:spPr>
          <a:xfrm xmlns:a="http://schemas.openxmlformats.org/drawingml/2006/main">
            <a:off x="7143750" y="6219825"/>
            <a:ext cx="4191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D8D1C5"/>
                </a:solidFill>
                <a:latin typeface="Helvetica Neue"/>
                <a:ea typeface="Helvetica Neue"/>
                <a:cs typeface="Helvetica Neue"/>
              </a:defRPr>
            </a:defPPr>
            <a:lvl1pPr>
              <a:defRPr sz="1275" b="0">
                <a:solidFill>
                  <a:srgbClr val="D8D1C5"/>
                </a:solidFill>
                <a:latin typeface="Helvetica Neue"/>
                <a:ea typeface="Helvetica Neue"/>
                <a:cs typeface="Helvetica Neue"/>
              </a:defRPr>
            </a:lvl1pPr>
            <a:lvl2pPr>
              <a:defRPr sz="1275" b="0">
                <a:solidFill>
                  <a:srgbClr val="D8D1C5"/>
                </a:solidFill>
                <a:latin typeface="Helvetica Neue"/>
                <a:ea typeface="Helvetica Neue"/>
                <a:cs typeface="Helvetica Neue"/>
              </a:defRPr>
            </a:lvl2pPr>
            <a:lvl3pPr>
              <a:defRPr sz="1275" b="0">
                <a:solidFill>
                  <a:srgbClr val="D8D1C5"/>
                </a:solidFill>
                <a:latin typeface="Helvetica Neue"/>
                <a:ea typeface="Helvetica Neue"/>
                <a:cs typeface="Helvetica Neue"/>
              </a:defRPr>
            </a:lvl3pPr>
            <a:lvl4pPr>
              <a:defRPr sz="1275" b="0">
                <a:solidFill>
                  <a:srgbClr val="D8D1C5"/>
                </a:solidFill>
                <a:latin typeface="Helvetica Neue"/>
                <a:ea typeface="Helvetica Neue"/>
                <a:cs typeface="Helvetica Neue"/>
              </a:defRPr>
            </a:lvl4pPr>
            <a:lvl5pPr>
              <a:defRPr sz="1275" b="0">
                <a:solidFill>
                  <a:srgbClr val="D8D1C5"/>
                </a:solidFill>
                <a:latin typeface="Helvetica Neue"/>
                <a:ea typeface="Helvetica Neue"/>
                <a:cs typeface="Helvetica Neue"/>
              </a:defRPr>
            </a:lvl5pPr>
            <a:lvl6pPr>
              <a:defRPr sz="1275" b="0">
                <a:solidFill>
                  <a:srgbClr val="D8D1C5"/>
                </a:solidFill>
                <a:latin typeface="Helvetica Neue"/>
                <a:ea typeface="Helvetica Neue"/>
                <a:cs typeface="Helvetica Neue"/>
              </a:defRPr>
            </a:lvl6pPr>
            <a:lvl7pPr>
              <a:defRPr sz="1275" b="0">
                <a:solidFill>
                  <a:srgbClr val="D8D1C5"/>
                </a:solidFill>
                <a:latin typeface="Helvetica Neue"/>
                <a:ea typeface="Helvetica Neue"/>
                <a:cs typeface="Helvetica Neue"/>
              </a:defRPr>
            </a:lvl7pPr>
            <a:lvl8pPr>
              <a:defRPr sz="1275" b="0">
                <a:solidFill>
                  <a:srgbClr val="D8D1C5"/>
                </a:solidFill>
                <a:latin typeface="Helvetica Neue"/>
                <a:ea typeface="Helvetica Neue"/>
                <a:cs typeface="Helvetica Neue"/>
              </a:defRPr>
            </a:lvl8pPr>
            <a:lvl9pPr>
              <a:defRPr sz="1275" b="0">
                <a:solidFill>
                  <a:srgbClr val="D8D1C5"/>
                </a:solidFill>
                <a:latin typeface="Helvetica Neue"/>
                <a:ea typeface="Helvetica Neue"/>
                <a:cs typeface="Helvetica Neue"/>
              </a:defRPr>
            </a:lvl9pPr>
          </a:lstStyle>
          <a:p xmlns:a="http://schemas.openxmlformats.org/drawingml/2006/main">
            <a:pPr>
              <a:defRPr sz="1275" b="0">
                <a:solidFill>
                  <a:srgbClr val="D8D1C5"/>
                </a:solidFill>
                <a:latin typeface="Helvetica Neue"/>
                <a:ea typeface="Helvetica Neue"/>
                <a:cs typeface="Helvetica Neue"/>
              </a:defRPr>
            </a:pPr>
            <a:r>
              <a:rPr sz="1275" b="0">
                <a:solidFill>
                  <a:srgbClr val="D8D1C5"/>
                </a:solidFill>
                <a:latin typeface="Helvetica Neue"/>
                <a:ea typeface="Helvetica Neue"/>
                <a:cs typeface="Helvetica Neue"/>
              </a:rPr>
              <a:t>MTEC-498 Peer Review</a:t>
            </a:r>
          </a:p>
          <a:p xmlns:a="http://schemas.openxmlformats.org/drawingml/2006/main">
            <a:pPr>
              <a:defRPr sz="1275" b="0">
                <a:solidFill>
                  <a:srgbClr val="D8D1C5"/>
                </a:solidFill>
                <a:latin typeface="Helvetica Neue"/>
                <a:ea typeface="Helvetica Neue"/>
                <a:cs typeface="Helvetica Neue"/>
              </a:defRPr>
            </a:pPr>
            <a:r>
              <a:rPr sz="1275" b="0">
                <a:solidFill>
                  <a:srgbClr val="D8D1C5"/>
                </a:solidFill>
                <a:latin typeface="Helvetica Neue"/>
                <a:ea typeface="Helvetica Neue"/>
                <a:cs typeface="Helvetica Neue"/>
              </a:rPr>
              <a:t>October 2026</a:t>
            </a:r>
          </a:p>
        </p:txBody>
      </p:sp>
    </p:spTree>
    <p:extLst>
      <p:ext uri="{BB962C8B-B14F-4D97-AF65-F5344CB8AC3E}">
        <p14:creationId xmlns:p14="http://schemas.microsoft.com/office/powerpoint/2010/main" val="1919888438"/>
      </p:ext>
    </p:extLst>
  </p:cSld>
  <p:extLst>
    <p:ext uri="{6950BFC3-D8DA-4A85-94F7-54DA5524770B}">
      <p188:commentRel xmlns:r="http://schemas.openxmlformats.org/officeDocument/2006/relationships" xmlns:p188="http://schemas.microsoft.com/office/powerpoint/2018/8/main" r:id="R748bbac7faa44c63"/>
    </p:ext>
  </p:extLst>
</p:sld>
</file>

<file path=ppt/slides/slide2.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F1C9073E-0A55-4E2C-9AB5-6EA7A94EB2E9}"/>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xmlns:a="http://schemas.openxmlformats.org/drawingml/2006/main">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Since the last report</a:t>
            </a:r>
          </a:p>
        </p:txBody>
      </p:sp>
      <p:sp>
        <p:nvSpPr>
          <p:cNvPr id="2" name="accent">
            <a:extLst xmlns:a="http://schemas.openxmlformats.org/drawingml/2006/main">
              <a:ext uri="{FF2B5EF4-FFF2-40B4-BE49-F238E27FC236}">
                <a16:creationId xmlns:a16="http://schemas.microsoft.com/office/drawing/2014/main" id="{DD600A24-8705-49A1-BDEA-E706F894B300}"/>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90495F72-96F2-4B88-8072-2CA53D68DBCA}"/>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xmlns:a="http://schemas.openxmlformats.org/drawingml/2006/main">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02</a:t>
            </a:r>
          </a:p>
        </p:txBody>
      </p:sp>
      <p:graphicFrame>
        <p:nvGraphicFramePr>
          <p:cNvPr id="4" name="">
            <a:extLst xmlns:a="http://schemas.openxmlformats.org/drawingml/2006/main">
              <a:ext uri="{FF2B5EF4-FFF2-40B4-BE49-F238E27FC236}">
                <a16:creationId xmlns:a16="http://schemas.microsoft.com/office/drawing/2014/main" id="{79C4F520-B8CD-4CE6-95CD-95718F5DE139}"/>
              </a:ext>
            </a:extLst>
          </p:cNvPr>
          <p:cNvGraphicFramePr/>
          <p:nvPr/>
        </p:nvGraphicFramePr>
        <p:xfrm>
          <a:off xmlns:a="http://schemas.openxmlformats.org/drawingml/2006/main" x="685800" y="1714500"/>
          <a:ext xmlns:a="http://schemas.openxmlformats.org/drawingml/2006/main" cx="10820400" cy="3429000"/>
        </p:xfrm>
        <a:graphic xmlns:a="http://schemas.openxmlformats.org/drawingml/2006/main">
          <a:graphicData uri="http://schemas.openxmlformats.org/drawingml/2006/table">
            <a:tbl>
              <a:tblPr firstRow="0" bandRow="0"/>
              <a:tblGrid>
                <a:gridCol w="2838450"/>
                <a:gridCol w="3333750"/>
                <a:gridCol w="4648200"/>
              </a:tblGrid>
              <a:tr h="685800">
                <a:tc>
                  <a:txBody>
                    <a:bodyPr/>
                    <a:lstStyle/>
                    <a:p>
                      <a:r>
                        <a:rPr sz="1575" b="1">
                          <a:solidFill>
                            <a:srgbClr val="FFFFFF"/>
                          </a:solidFill>
                          <a:latin typeface="Helvetica Neue"/>
                          <a:ea typeface="Helvetica Neue"/>
                          <a:cs typeface="Helvetica Neue"/>
                        </a:rPr>
                        <a:t>Area</a:t>
                      </a:r>
                    </a:p>
                  </a:txBody>
                  <a:tcPr marL="152400" marR="152400" marT="133350" marB="95250" anchor="ctr">
                    <a:lnL w="5715">
                      <a:solidFill>
                        <a:srgbClr val="D8D1C5"/>
                      </a:solidFill>
                      <a:prstDash val="solid"/>
                    </a:lnL>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c>
                  <a:txBody>
                    <a:bodyPr/>
                    <a:lstStyle/>
                    <a:p>
                      <a:r>
                        <a:rPr sz="1575" b="1">
                          <a:solidFill>
                            <a:srgbClr val="FFFFFF"/>
                          </a:solidFill>
                          <a:latin typeface="Helvetica Neue"/>
                          <a:ea typeface="Helvetica Neue"/>
                          <a:cs typeface="Helvetica Neue"/>
                        </a:rPr>
                        <a:t>Previous report</a:t>
                      </a:r>
                    </a:p>
                  </a:txBody>
                  <a:tcPr marL="152400" marR="152400" marT="133350" marB="95250" anchor="ctr">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c>
                  <a:txBody>
                    <a:bodyPr/>
                    <a:lstStyle/>
                    <a:p>
                      <a:r>
                        <a:rPr sz="1575" b="1">
                          <a:solidFill>
                            <a:srgbClr val="FFFFFF"/>
                          </a:solidFill>
                          <a:latin typeface="Helvetica Neue"/>
                          <a:ea typeface="Helvetica Neue"/>
                          <a:cs typeface="Helvetica Neue"/>
                        </a:rPr>
                        <a:t>Current prototype</a:t>
                      </a:r>
                    </a:p>
                  </a:txBody>
                  <a:tcPr marL="152400" marR="152400" marT="133350" marB="95250" anchor="ctr">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r>
              <a:tr h="685800">
                <a:tc>
                  <a:txBody>
                    <a:bodyPr/>
                    <a:lstStyle/>
                    <a:p>
                      <a:r>
                        <a:rPr sz="1875" b="1">
                          <a:solidFill>
                            <a:srgbClr val="171A1D"/>
                          </a:solidFill>
                          <a:latin typeface="Helvetica Neue"/>
                          <a:ea typeface="Helvetica Neue"/>
                          <a:cs typeface="Helvetica Neue"/>
                        </a:rPr>
                        <a:t>Voice-selected instruments</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Planned</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Connected to Max playback</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r h="685800">
                <a:tc>
                  <a:txBody>
                    <a:bodyPr/>
                    <a:lstStyle/>
                    <a:p>
                      <a:r>
                        <a:rPr sz="1875" b="1">
                          <a:solidFill>
                            <a:srgbClr val="171A1D"/>
                          </a:solidFill>
                          <a:latin typeface="Helvetica Neue"/>
                          <a:ea typeface="Helvetica Neue"/>
                          <a:cs typeface="Helvetica Neue"/>
                        </a:rPr>
                        <a:t>Physical controls</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Proposed after demo</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RECORD, PLAY and STOP</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r h="685800">
                <a:tc>
                  <a:txBody>
                    <a:bodyPr/>
                    <a:lstStyle/>
                    <a:p>
                      <a:r>
                        <a:rPr sz="1875" b="1">
                          <a:solidFill>
                            <a:srgbClr val="171A1D"/>
                          </a:solidFill>
                          <a:latin typeface="Helvetica Neue"/>
                          <a:ea typeface="Helvetica Neue"/>
                          <a:cs typeface="Helvetica Neue"/>
                        </a:rPr>
                        <a:t>Spoken feedback</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Needed</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Clarification and some errors</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r h="685800">
                <a:tc>
                  <a:txBody>
                    <a:bodyPr/>
                    <a:lstStyle/>
                    <a:p>
                      <a:r>
                        <a:rPr sz="1875" b="1">
                          <a:solidFill>
                            <a:srgbClr val="171A1D"/>
                          </a:solidFill>
                          <a:latin typeface="Helvetica Neue"/>
                          <a:ea typeface="Helvetica Neue"/>
                          <a:cs typeface="Helvetica Neue"/>
                        </a:rPr>
                        <a:t>Reader evaluation</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Not yet validated</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Research protocol drafted</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bl>
          </a:graphicData>
        </a:graphic>
      </p:graphicFrame>
      <p:sp>
        <p:nvSpPr>
          <p:cNvPr id="5" name="text">
            <a:extLst xmlns:a="http://schemas.openxmlformats.org/drawingml/2006/main">
              <a:ext uri="{FF2B5EF4-FFF2-40B4-BE49-F238E27FC236}">
                <a16:creationId xmlns:a16="http://schemas.microsoft.com/office/drawing/2014/main" id="{8EABDB3F-6686-41EC-8FB3-42A5BCC531A3}"/>
              </a:ext>
            </a:extLst>
          </p:cNvPr>
          <p:cNvSpPr>
            <a:spLocks xmlns:a="http://schemas.openxmlformats.org/drawingml/2006/main" noGrp="1"/>
          </p:cNvSpPr>
          <p:nvPr/>
        </p:nvSpPr>
        <p:spPr>
          <a:xfrm xmlns:a="http://schemas.openxmlformats.org/drawingml/2006/main">
            <a:off x="714375" y="557212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7C776F"/>
                </a:solidFill>
                <a:latin typeface="Helvetica Neue"/>
                <a:ea typeface="Helvetica Neue"/>
                <a:cs typeface="Helvetica Neue"/>
              </a:defRPr>
            </a:defPPr>
            <a:lvl1pPr>
              <a:defRPr sz="1875" b="0">
                <a:solidFill>
                  <a:srgbClr val="7C776F"/>
                </a:solidFill>
                <a:latin typeface="Helvetica Neue"/>
                <a:ea typeface="Helvetica Neue"/>
                <a:cs typeface="Helvetica Neue"/>
              </a:defRPr>
            </a:lvl1pPr>
            <a:lvl2pPr>
              <a:defRPr sz="1875" b="0">
                <a:solidFill>
                  <a:srgbClr val="7C776F"/>
                </a:solidFill>
                <a:latin typeface="Helvetica Neue"/>
                <a:ea typeface="Helvetica Neue"/>
                <a:cs typeface="Helvetica Neue"/>
              </a:defRPr>
            </a:lvl2pPr>
            <a:lvl3pPr>
              <a:defRPr sz="1875" b="0">
                <a:solidFill>
                  <a:srgbClr val="7C776F"/>
                </a:solidFill>
                <a:latin typeface="Helvetica Neue"/>
                <a:ea typeface="Helvetica Neue"/>
                <a:cs typeface="Helvetica Neue"/>
              </a:defRPr>
            </a:lvl3pPr>
            <a:lvl4pPr>
              <a:defRPr sz="1875" b="0">
                <a:solidFill>
                  <a:srgbClr val="7C776F"/>
                </a:solidFill>
                <a:latin typeface="Helvetica Neue"/>
                <a:ea typeface="Helvetica Neue"/>
                <a:cs typeface="Helvetica Neue"/>
              </a:defRPr>
            </a:lvl4pPr>
            <a:lvl5pPr>
              <a:defRPr sz="1875" b="0">
                <a:solidFill>
                  <a:srgbClr val="7C776F"/>
                </a:solidFill>
                <a:latin typeface="Helvetica Neue"/>
                <a:ea typeface="Helvetica Neue"/>
                <a:cs typeface="Helvetica Neue"/>
              </a:defRPr>
            </a:lvl5pPr>
            <a:lvl6pPr>
              <a:defRPr sz="1875" b="0">
                <a:solidFill>
                  <a:srgbClr val="7C776F"/>
                </a:solidFill>
                <a:latin typeface="Helvetica Neue"/>
                <a:ea typeface="Helvetica Neue"/>
                <a:cs typeface="Helvetica Neue"/>
              </a:defRPr>
            </a:lvl6pPr>
            <a:lvl7pPr>
              <a:defRPr sz="1875" b="0">
                <a:solidFill>
                  <a:srgbClr val="7C776F"/>
                </a:solidFill>
                <a:latin typeface="Helvetica Neue"/>
                <a:ea typeface="Helvetica Neue"/>
                <a:cs typeface="Helvetica Neue"/>
              </a:defRPr>
            </a:lvl7pPr>
            <a:lvl8pPr>
              <a:defRPr sz="1875" b="0">
                <a:solidFill>
                  <a:srgbClr val="7C776F"/>
                </a:solidFill>
                <a:latin typeface="Helvetica Neue"/>
                <a:ea typeface="Helvetica Neue"/>
                <a:cs typeface="Helvetica Neue"/>
              </a:defRPr>
            </a:lvl8pPr>
            <a:lvl9pPr>
              <a:defRPr sz="1875" b="0">
                <a:solidFill>
                  <a:srgbClr val="7C776F"/>
                </a:solidFill>
                <a:latin typeface="Helvetica Neue"/>
                <a:ea typeface="Helvetica Neue"/>
                <a:cs typeface="Helvetica Neue"/>
              </a:defRPr>
            </a:lvl9pPr>
          </a:lstStyle>
          <a:p xmlns:a="http://schemas.openxmlformats.org/drawingml/2006/main">
            <a:pPr>
              <a:defRPr sz="1875" b="0">
                <a:solidFill>
                  <a:srgbClr val="7C776F"/>
                </a:solidFill>
                <a:latin typeface="Helvetica Neue"/>
                <a:ea typeface="Helvetica Neue"/>
                <a:cs typeface="Helvetica Neue"/>
              </a:defRPr>
            </a:pPr>
            <a:r>
              <a:rPr sz="1875" b="0">
                <a:solidFill>
                  <a:srgbClr val="7C776F"/>
                </a:solidFill>
                <a:latin typeface="Helvetica Neue"/>
                <a:ea typeface="Helvetica Neue"/>
                <a:cs typeface="Helvetica Neue"/>
              </a:rPr>
              <a:t>The score, page map, camera tracking and Max playback remain the starting point.</a:t>
            </a:r>
          </a:p>
        </p:txBody>
      </p:sp>
    </p:spTree>
    <p:extLst>
      <p:ext uri="{BB962C8B-B14F-4D97-AF65-F5344CB8AC3E}">
        <p14:creationId xmlns:p14="http://schemas.microsoft.com/office/powerpoint/2010/main" val="1972717628"/>
      </p:ext>
    </p:extLst>
  </p:cSld>
  <p:extLst>
    <p:ext uri="{6950BFC3-D8DA-4A85-94F7-54DA5524770B}">
      <p188:commentRel xmlns:r="http://schemas.openxmlformats.org/officeDocument/2006/relationships" xmlns:p188="http://schemas.microsoft.com/office/powerpoint/2018/8/main" r:id="R9afc5460e94b49e8"/>
    </p:ext>
  </p:extLst>
</p:sld>
</file>

<file path=ppt/slides/slide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38FFCF22-531B-44DB-A5AF-FCBA1D707040}"/>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xmlns:a="http://schemas.openxmlformats.org/drawingml/2006/main">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Physical controls</a:t>
            </a:r>
          </a:p>
        </p:txBody>
      </p:sp>
      <p:sp>
        <p:nvSpPr>
          <p:cNvPr id="2" name="accent">
            <a:extLst xmlns:a="http://schemas.openxmlformats.org/drawingml/2006/main">
              <a:ext uri="{FF2B5EF4-FFF2-40B4-BE49-F238E27FC236}">
                <a16:creationId xmlns:a16="http://schemas.microsoft.com/office/drawing/2014/main" id="{A5F63DEE-8C63-4059-87D3-D0AF8E246880}"/>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1DEF72A0-8C7D-42AA-83BE-FC33FE6DBF22}"/>
              </a:ext>
            </a:extLst>
          </p:cNvPr>
          <p:cNvPicPr>
            <a:picLocks xmlns:a="http://schemas.openxmlformats.org/drawingml/2006/main" noChangeAspect="1"/>
          </p:cNvPicPr>
          <p:nvPr/>
        </p:nvPicPr>
        <p:blipFill>
          <a:blip xmlns:r="http://schemas.openxmlformats.org/officeDocument/2006/relationships" xmlns:a="http://schemas.openxmlformats.org/drawingml/2006/main" r:embed="R445c4a40779b4ff2"/>
          <a:srcRect xmlns:a="http://schemas.openxmlformats.org/drawingml/2006/main" l="0" t="3977" r="0" b="3977"/>
          <a:stretch xmlns:a="http://schemas.openxmlformats.org/drawingml/2006/main">
            <a:fillRect l="0" t="0" r="0" b="0"/>
          </a:stretch>
        </p:blipFill>
        <p:spPr>
          <a:xfrm xmlns:a="http://schemas.openxmlformats.org/drawingml/2006/main">
            <a:off x="8001000" y="0"/>
            <a:ext cx="4191000" cy="6858000"/>
          </a:xfrm>
          <a:prstGeom xmlns:a="http://schemas.openxmlformats.org/drawingml/2006/main" prst="rect">
            <a:avLst/>
          </a:prstGeom>
        </p:spPr>
      </p:pic>
      <p:sp>
        <p:nvSpPr>
          <p:cNvPr id="4" name="accent">
            <a:extLst xmlns:a="http://schemas.openxmlformats.org/drawingml/2006/main">
              <a:ext uri="{FF2B5EF4-FFF2-40B4-BE49-F238E27FC236}">
                <a16:creationId xmlns:a16="http://schemas.microsoft.com/office/drawing/2014/main" id="{21DA1B66-51A9-4CDF-99E1-708C2091406F}"/>
              </a:ext>
            </a:extLst>
          </p:cNvPr>
          <p:cNvSpPr>
            <a:spLocks xmlns:a="http://schemas.openxmlformats.org/drawingml/2006/main" noGrp="1"/>
          </p:cNvSpPr>
          <p:nvPr/>
        </p:nvSpPr>
        <p:spPr>
          <a:xfrm xmlns:a="http://schemas.openxmlformats.org/drawingml/2006/main">
            <a:off x="7905750" y="0"/>
            <a:ext cx="76200" cy="6858000"/>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5" name="photo-page-number">
            <a:extLst xmlns:a="http://schemas.openxmlformats.org/drawingml/2006/main">
              <a:ext uri="{FF2B5EF4-FFF2-40B4-BE49-F238E27FC236}">
                <a16:creationId xmlns:a16="http://schemas.microsoft.com/office/drawing/2014/main" id="{B85DEDEB-8015-4000-BC1D-B2D519F2442B}"/>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171A1D"/>
                </a:solidFill>
                <a:latin typeface="Helvetica Neue"/>
                <a:ea typeface="Helvetica Neue"/>
                <a:cs typeface="Helvetica Neue"/>
              </a:defRPr>
            </a:defPPr>
            <a:lvl1pPr>
              <a:defRPr sz="1275" b="1">
                <a:solidFill>
                  <a:srgbClr val="171A1D"/>
                </a:solidFill>
                <a:latin typeface="Helvetica Neue"/>
                <a:ea typeface="Helvetica Neue"/>
                <a:cs typeface="Helvetica Neue"/>
              </a:defRPr>
            </a:lvl1pPr>
            <a:lvl2pPr>
              <a:defRPr sz="1275" b="1">
                <a:solidFill>
                  <a:srgbClr val="171A1D"/>
                </a:solidFill>
                <a:latin typeface="Helvetica Neue"/>
                <a:ea typeface="Helvetica Neue"/>
                <a:cs typeface="Helvetica Neue"/>
              </a:defRPr>
            </a:lvl2pPr>
            <a:lvl3pPr>
              <a:defRPr sz="1275" b="1">
                <a:solidFill>
                  <a:srgbClr val="171A1D"/>
                </a:solidFill>
                <a:latin typeface="Helvetica Neue"/>
                <a:ea typeface="Helvetica Neue"/>
                <a:cs typeface="Helvetica Neue"/>
              </a:defRPr>
            </a:lvl3pPr>
            <a:lvl4pPr>
              <a:defRPr sz="1275" b="1">
                <a:solidFill>
                  <a:srgbClr val="171A1D"/>
                </a:solidFill>
                <a:latin typeface="Helvetica Neue"/>
                <a:ea typeface="Helvetica Neue"/>
                <a:cs typeface="Helvetica Neue"/>
              </a:defRPr>
            </a:lvl4pPr>
            <a:lvl5pPr>
              <a:defRPr sz="1275" b="1">
                <a:solidFill>
                  <a:srgbClr val="171A1D"/>
                </a:solidFill>
                <a:latin typeface="Helvetica Neue"/>
                <a:ea typeface="Helvetica Neue"/>
                <a:cs typeface="Helvetica Neue"/>
              </a:defRPr>
            </a:lvl5pPr>
            <a:lvl6pPr>
              <a:defRPr sz="1275" b="1">
                <a:solidFill>
                  <a:srgbClr val="171A1D"/>
                </a:solidFill>
                <a:latin typeface="Helvetica Neue"/>
                <a:ea typeface="Helvetica Neue"/>
                <a:cs typeface="Helvetica Neue"/>
              </a:defRPr>
            </a:lvl6pPr>
            <a:lvl7pPr>
              <a:defRPr sz="1275" b="1">
                <a:solidFill>
                  <a:srgbClr val="171A1D"/>
                </a:solidFill>
                <a:latin typeface="Helvetica Neue"/>
                <a:ea typeface="Helvetica Neue"/>
                <a:cs typeface="Helvetica Neue"/>
              </a:defRPr>
            </a:lvl7pPr>
            <a:lvl8pPr>
              <a:defRPr sz="1275" b="1">
                <a:solidFill>
                  <a:srgbClr val="171A1D"/>
                </a:solidFill>
                <a:latin typeface="Helvetica Neue"/>
                <a:ea typeface="Helvetica Neue"/>
                <a:cs typeface="Helvetica Neue"/>
              </a:defRPr>
            </a:lvl8pPr>
            <a:lvl9pPr>
              <a:defRPr sz="1275" b="1">
                <a:solidFill>
                  <a:srgbClr val="171A1D"/>
                </a:solidFill>
                <a:latin typeface="Helvetica Neue"/>
                <a:ea typeface="Helvetica Neue"/>
                <a:cs typeface="Helvetica Neue"/>
              </a:defRPr>
            </a:lvl9pPr>
          </a:lstStyle>
          <a:p xmlns:a="http://schemas.openxmlformats.org/drawingml/2006/main">
            <a:pPr>
              <a:defRPr sz="1275" b="1">
                <a:solidFill>
                  <a:srgbClr val="171A1D"/>
                </a:solidFill>
                <a:latin typeface="Helvetica Neue"/>
                <a:ea typeface="Helvetica Neue"/>
                <a:cs typeface="Helvetica Neue"/>
              </a:defRPr>
            </a:pPr>
            <a:r>
              <a:rPr sz="1275" b="1">
                <a:solidFill>
                  <a:srgbClr val="171A1D"/>
                </a:solidFill>
                <a:latin typeface="Helvetica Neue"/>
                <a:ea typeface="Helvetica Neue"/>
                <a:cs typeface="Helvetica Neue"/>
              </a:rPr>
              <a:t>03</a:t>
            </a:r>
          </a:p>
        </p:txBody>
      </p:sp>
      <p:sp>
        <p:nvSpPr>
          <p:cNvPr id="6" name="text">
            <a:extLst xmlns:a="http://schemas.openxmlformats.org/drawingml/2006/main">
              <a:ext uri="{FF2B5EF4-FFF2-40B4-BE49-F238E27FC236}">
                <a16:creationId xmlns:a16="http://schemas.microsoft.com/office/drawing/2014/main" id="{8C392159-B1D7-44B6-A4E0-4BD541ED3EA1}"/>
              </a:ext>
            </a:extLst>
          </p:cNvPr>
          <p:cNvSpPr>
            <a:spLocks xmlns:a="http://schemas.openxmlformats.org/drawingml/2006/main" noGrp="1"/>
          </p:cNvSpPr>
          <p:nvPr/>
        </p:nvSpPr>
        <p:spPr>
          <a:xfrm xmlns:a="http://schemas.openxmlformats.org/drawingml/2006/main">
            <a:off x="704850" y="1790700"/>
            <a:ext cx="1762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1A1D"/>
                </a:solidFill>
                <a:latin typeface="Helvetica Neue"/>
                <a:ea typeface="Helvetica Neue"/>
                <a:cs typeface="Helvetica Neue"/>
              </a:defRPr>
            </a:defPPr>
            <a:lvl1pPr>
              <a:defRPr sz="2175" b="1">
                <a:solidFill>
                  <a:srgbClr val="171A1D"/>
                </a:solidFill>
                <a:latin typeface="Helvetica Neue"/>
                <a:ea typeface="Helvetica Neue"/>
                <a:cs typeface="Helvetica Neue"/>
              </a:defRPr>
            </a:lvl1pPr>
            <a:lvl2pPr>
              <a:defRPr sz="2175" b="1">
                <a:solidFill>
                  <a:srgbClr val="171A1D"/>
                </a:solidFill>
                <a:latin typeface="Helvetica Neue"/>
                <a:ea typeface="Helvetica Neue"/>
                <a:cs typeface="Helvetica Neue"/>
              </a:defRPr>
            </a:lvl2pPr>
            <a:lvl3pPr>
              <a:defRPr sz="2175" b="1">
                <a:solidFill>
                  <a:srgbClr val="171A1D"/>
                </a:solidFill>
                <a:latin typeface="Helvetica Neue"/>
                <a:ea typeface="Helvetica Neue"/>
                <a:cs typeface="Helvetica Neue"/>
              </a:defRPr>
            </a:lvl3pPr>
            <a:lvl4pPr>
              <a:defRPr sz="2175" b="1">
                <a:solidFill>
                  <a:srgbClr val="171A1D"/>
                </a:solidFill>
                <a:latin typeface="Helvetica Neue"/>
                <a:ea typeface="Helvetica Neue"/>
                <a:cs typeface="Helvetica Neue"/>
              </a:defRPr>
            </a:lvl4pPr>
            <a:lvl5pPr>
              <a:defRPr sz="2175" b="1">
                <a:solidFill>
                  <a:srgbClr val="171A1D"/>
                </a:solidFill>
                <a:latin typeface="Helvetica Neue"/>
                <a:ea typeface="Helvetica Neue"/>
                <a:cs typeface="Helvetica Neue"/>
              </a:defRPr>
            </a:lvl5pPr>
            <a:lvl6pPr>
              <a:defRPr sz="2175" b="1">
                <a:solidFill>
                  <a:srgbClr val="171A1D"/>
                </a:solidFill>
                <a:latin typeface="Helvetica Neue"/>
                <a:ea typeface="Helvetica Neue"/>
                <a:cs typeface="Helvetica Neue"/>
              </a:defRPr>
            </a:lvl6pPr>
            <a:lvl7pPr>
              <a:defRPr sz="2175" b="1">
                <a:solidFill>
                  <a:srgbClr val="171A1D"/>
                </a:solidFill>
                <a:latin typeface="Helvetica Neue"/>
                <a:ea typeface="Helvetica Neue"/>
                <a:cs typeface="Helvetica Neue"/>
              </a:defRPr>
            </a:lvl7pPr>
            <a:lvl8pPr>
              <a:defRPr sz="2175" b="1">
                <a:solidFill>
                  <a:srgbClr val="171A1D"/>
                </a:solidFill>
                <a:latin typeface="Helvetica Neue"/>
                <a:ea typeface="Helvetica Neue"/>
                <a:cs typeface="Helvetica Neue"/>
              </a:defRPr>
            </a:lvl8pPr>
            <a:lvl9pPr>
              <a:defRPr sz="2175" b="1">
                <a:solidFill>
                  <a:srgbClr val="171A1D"/>
                </a:solidFill>
                <a:latin typeface="Helvetica Neue"/>
                <a:ea typeface="Helvetica Neue"/>
                <a:cs typeface="Helvetica Neue"/>
              </a:defRPr>
            </a:lvl9pPr>
          </a:lstStyle>
          <a:p xmlns:a="http://schemas.openxmlformats.org/drawingml/2006/main">
            <a:pPr>
              <a:defRPr sz="2175" b="1">
                <a:solidFill>
                  <a:srgbClr val="171A1D"/>
                </a:solidFill>
                <a:latin typeface="Helvetica Neue"/>
                <a:ea typeface="Helvetica Neue"/>
                <a:cs typeface="Helvetica Neue"/>
              </a:defRPr>
            </a:pPr>
            <a:r>
              <a:rPr sz="2175" b="1">
                <a:solidFill>
                  <a:srgbClr val="171A1D"/>
                </a:solidFill>
                <a:latin typeface="Helvetica Neue"/>
                <a:ea typeface="Helvetica Neue"/>
                <a:cs typeface="Helvetica Neue"/>
              </a:rPr>
              <a:t>RECORD</a:t>
            </a:r>
          </a:p>
        </p:txBody>
      </p:sp>
      <p:sp>
        <p:nvSpPr>
          <p:cNvPr id="7" name="text">
            <a:extLst xmlns:a="http://schemas.openxmlformats.org/drawingml/2006/main">
              <a:ext uri="{FF2B5EF4-FFF2-40B4-BE49-F238E27FC236}">
                <a16:creationId xmlns:a16="http://schemas.microsoft.com/office/drawing/2014/main" id="{3A17A1BA-EAEF-4E9B-AA9A-66EDA15862D0}"/>
              </a:ext>
            </a:extLst>
          </p:cNvPr>
          <p:cNvSpPr>
            <a:spLocks xmlns:a="http://schemas.openxmlformats.org/drawingml/2006/main" noGrp="1"/>
          </p:cNvSpPr>
          <p:nvPr/>
        </p:nvSpPr>
        <p:spPr>
          <a:xfrm xmlns:a="http://schemas.openxmlformats.org/drawingml/2006/main">
            <a:off x="2571750" y="1800225"/>
            <a:ext cx="4905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1A1D"/>
                </a:solidFill>
                <a:latin typeface="Helvetica Neue"/>
                <a:ea typeface="Helvetica Neue"/>
                <a:cs typeface="Helvetica Neue"/>
              </a:defRPr>
            </a:defPPr>
            <a:lvl1pPr>
              <a:defRPr sz="2025" b="0">
                <a:solidFill>
                  <a:srgbClr val="171A1D"/>
                </a:solidFill>
                <a:latin typeface="Helvetica Neue"/>
                <a:ea typeface="Helvetica Neue"/>
                <a:cs typeface="Helvetica Neue"/>
              </a:defRPr>
            </a:lvl1pPr>
            <a:lvl2pPr>
              <a:defRPr sz="2025" b="0">
                <a:solidFill>
                  <a:srgbClr val="171A1D"/>
                </a:solidFill>
                <a:latin typeface="Helvetica Neue"/>
                <a:ea typeface="Helvetica Neue"/>
                <a:cs typeface="Helvetica Neue"/>
              </a:defRPr>
            </a:lvl2pPr>
            <a:lvl3pPr>
              <a:defRPr sz="2025" b="0">
                <a:solidFill>
                  <a:srgbClr val="171A1D"/>
                </a:solidFill>
                <a:latin typeface="Helvetica Neue"/>
                <a:ea typeface="Helvetica Neue"/>
                <a:cs typeface="Helvetica Neue"/>
              </a:defRPr>
            </a:lvl3pPr>
            <a:lvl4pPr>
              <a:defRPr sz="2025" b="0">
                <a:solidFill>
                  <a:srgbClr val="171A1D"/>
                </a:solidFill>
                <a:latin typeface="Helvetica Neue"/>
                <a:ea typeface="Helvetica Neue"/>
                <a:cs typeface="Helvetica Neue"/>
              </a:defRPr>
            </a:lvl4pPr>
            <a:lvl5pPr>
              <a:defRPr sz="2025" b="0">
                <a:solidFill>
                  <a:srgbClr val="171A1D"/>
                </a:solidFill>
                <a:latin typeface="Helvetica Neue"/>
                <a:ea typeface="Helvetica Neue"/>
                <a:cs typeface="Helvetica Neue"/>
              </a:defRPr>
            </a:lvl5pPr>
            <a:lvl6pPr>
              <a:defRPr sz="2025" b="0">
                <a:solidFill>
                  <a:srgbClr val="171A1D"/>
                </a:solidFill>
                <a:latin typeface="Helvetica Neue"/>
                <a:ea typeface="Helvetica Neue"/>
                <a:cs typeface="Helvetica Neue"/>
              </a:defRPr>
            </a:lvl6pPr>
            <a:lvl7pPr>
              <a:defRPr sz="2025" b="0">
                <a:solidFill>
                  <a:srgbClr val="171A1D"/>
                </a:solidFill>
                <a:latin typeface="Helvetica Neue"/>
                <a:ea typeface="Helvetica Neue"/>
                <a:cs typeface="Helvetica Neue"/>
              </a:defRPr>
            </a:lvl7pPr>
            <a:lvl8pPr>
              <a:defRPr sz="2025" b="0">
                <a:solidFill>
                  <a:srgbClr val="171A1D"/>
                </a:solidFill>
                <a:latin typeface="Helvetica Neue"/>
                <a:ea typeface="Helvetica Neue"/>
                <a:cs typeface="Helvetica Neue"/>
              </a:defRPr>
            </a:lvl8pPr>
            <a:lvl9pPr>
              <a:defRPr sz="2025" b="0">
                <a:solidFill>
                  <a:srgbClr val="171A1D"/>
                </a:solidFill>
                <a:latin typeface="Helvetica Neue"/>
                <a:ea typeface="Helvetica Neue"/>
                <a:cs typeface="Helvetica Neue"/>
              </a:defRPr>
            </a:lvl9pPr>
          </a:lstStyle>
          <a:p xmlns:a="http://schemas.openxmlformats.org/drawingml/2006/main">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Hold to speak</a:t>
            </a:r>
          </a:p>
          <a:p xmlns:a="http://schemas.openxmlformats.org/drawingml/2006/main">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Release to submit</a:t>
            </a:r>
          </a:p>
        </p:txBody>
      </p:sp>
      <p:sp>
        <p:nvSpPr>
          <p:cNvPr id="8" name="accent">
            <a:extLst xmlns:a="http://schemas.openxmlformats.org/drawingml/2006/main">
              <a:ext uri="{FF2B5EF4-FFF2-40B4-BE49-F238E27FC236}">
                <a16:creationId xmlns:a16="http://schemas.microsoft.com/office/drawing/2014/main" id="{C19F7FC1-3BAD-43F2-B8C5-B9E2919ADCA9}"/>
              </a:ext>
            </a:extLst>
          </p:cNvPr>
          <p:cNvSpPr>
            <a:spLocks xmlns:a="http://schemas.openxmlformats.org/drawingml/2006/main" noGrp="1"/>
          </p:cNvSpPr>
          <p:nvPr/>
        </p:nvSpPr>
        <p:spPr>
          <a:xfrm xmlns:a="http://schemas.openxmlformats.org/drawingml/2006/main">
            <a:off x="704850" y="2914650"/>
            <a:ext cx="6667500" cy="9525"/>
          </a:xfrm>
          <a:prstGeom xmlns:a="http://schemas.openxmlformats.org/drawingml/2006/main" prst="rect">
            <a:avLst/>
          </a:prstGeom>
          <a:solidFill xmlns:a="http://schemas.openxmlformats.org/drawingml/2006/main">
            <a:srgbClr val="D8D1C5"/>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077F0F69-774D-471F-965A-774CDE270247}"/>
              </a:ext>
            </a:extLst>
          </p:cNvPr>
          <p:cNvSpPr>
            <a:spLocks xmlns:a="http://schemas.openxmlformats.org/drawingml/2006/main" noGrp="1"/>
          </p:cNvSpPr>
          <p:nvPr/>
        </p:nvSpPr>
        <p:spPr>
          <a:xfrm xmlns:a="http://schemas.openxmlformats.org/drawingml/2006/main">
            <a:off x="704850" y="3209925"/>
            <a:ext cx="1762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1A1D"/>
                </a:solidFill>
                <a:latin typeface="Helvetica Neue"/>
                <a:ea typeface="Helvetica Neue"/>
                <a:cs typeface="Helvetica Neue"/>
              </a:defRPr>
            </a:defPPr>
            <a:lvl1pPr>
              <a:defRPr sz="2175" b="1">
                <a:solidFill>
                  <a:srgbClr val="171A1D"/>
                </a:solidFill>
                <a:latin typeface="Helvetica Neue"/>
                <a:ea typeface="Helvetica Neue"/>
                <a:cs typeface="Helvetica Neue"/>
              </a:defRPr>
            </a:lvl1pPr>
            <a:lvl2pPr>
              <a:defRPr sz="2175" b="1">
                <a:solidFill>
                  <a:srgbClr val="171A1D"/>
                </a:solidFill>
                <a:latin typeface="Helvetica Neue"/>
                <a:ea typeface="Helvetica Neue"/>
                <a:cs typeface="Helvetica Neue"/>
              </a:defRPr>
            </a:lvl2pPr>
            <a:lvl3pPr>
              <a:defRPr sz="2175" b="1">
                <a:solidFill>
                  <a:srgbClr val="171A1D"/>
                </a:solidFill>
                <a:latin typeface="Helvetica Neue"/>
                <a:ea typeface="Helvetica Neue"/>
                <a:cs typeface="Helvetica Neue"/>
              </a:defRPr>
            </a:lvl3pPr>
            <a:lvl4pPr>
              <a:defRPr sz="2175" b="1">
                <a:solidFill>
                  <a:srgbClr val="171A1D"/>
                </a:solidFill>
                <a:latin typeface="Helvetica Neue"/>
                <a:ea typeface="Helvetica Neue"/>
                <a:cs typeface="Helvetica Neue"/>
              </a:defRPr>
            </a:lvl4pPr>
            <a:lvl5pPr>
              <a:defRPr sz="2175" b="1">
                <a:solidFill>
                  <a:srgbClr val="171A1D"/>
                </a:solidFill>
                <a:latin typeface="Helvetica Neue"/>
                <a:ea typeface="Helvetica Neue"/>
                <a:cs typeface="Helvetica Neue"/>
              </a:defRPr>
            </a:lvl5pPr>
            <a:lvl6pPr>
              <a:defRPr sz="2175" b="1">
                <a:solidFill>
                  <a:srgbClr val="171A1D"/>
                </a:solidFill>
                <a:latin typeface="Helvetica Neue"/>
                <a:ea typeface="Helvetica Neue"/>
                <a:cs typeface="Helvetica Neue"/>
              </a:defRPr>
            </a:lvl6pPr>
            <a:lvl7pPr>
              <a:defRPr sz="2175" b="1">
                <a:solidFill>
                  <a:srgbClr val="171A1D"/>
                </a:solidFill>
                <a:latin typeface="Helvetica Neue"/>
                <a:ea typeface="Helvetica Neue"/>
                <a:cs typeface="Helvetica Neue"/>
              </a:defRPr>
            </a:lvl7pPr>
            <a:lvl8pPr>
              <a:defRPr sz="2175" b="1">
                <a:solidFill>
                  <a:srgbClr val="171A1D"/>
                </a:solidFill>
                <a:latin typeface="Helvetica Neue"/>
                <a:ea typeface="Helvetica Neue"/>
                <a:cs typeface="Helvetica Neue"/>
              </a:defRPr>
            </a:lvl8pPr>
            <a:lvl9pPr>
              <a:defRPr sz="2175" b="1">
                <a:solidFill>
                  <a:srgbClr val="171A1D"/>
                </a:solidFill>
                <a:latin typeface="Helvetica Neue"/>
                <a:ea typeface="Helvetica Neue"/>
                <a:cs typeface="Helvetica Neue"/>
              </a:defRPr>
            </a:lvl9pPr>
          </a:lstStyle>
          <a:p xmlns:a="http://schemas.openxmlformats.org/drawingml/2006/main">
            <a:pPr>
              <a:defRPr sz="2175" b="1">
                <a:solidFill>
                  <a:srgbClr val="171A1D"/>
                </a:solidFill>
                <a:latin typeface="Helvetica Neue"/>
                <a:ea typeface="Helvetica Neue"/>
                <a:cs typeface="Helvetica Neue"/>
              </a:defRPr>
            </a:pPr>
            <a:r>
              <a:rPr sz="2175" b="1">
                <a:solidFill>
                  <a:srgbClr val="171A1D"/>
                </a:solidFill>
                <a:latin typeface="Helvetica Neue"/>
                <a:ea typeface="Helvetica Neue"/>
                <a:cs typeface="Helvetica Neue"/>
              </a:rPr>
              <a:t>PLAY</a:t>
            </a:r>
          </a:p>
        </p:txBody>
      </p:sp>
      <p:sp>
        <p:nvSpPr>
          <p:cNvPr id="10" name="text">
            <a:extLst xmlns:a="http://schemas.openxmlformats.org/drawingml/2006/main">
              <a:ext uri="{FF2B5EF4-FFF2-40B4-BE49-F238E27FC236}">
                <a16:creationId xmlns:a16="http://schemas.microsoft.com/office/drawing/2014/main" id="{47066FE1-5BFB-41B0-82B3-20994EBC0EA6}"/>
              </a:ext>
            </a:extLst>
          </p:cNvPr>
          <p:cNvSpPr>
            <a:spLocks xmlns:a="http://schemas.openxmlformats.org/drawingml/2006/main" noGrp="1"/>
          </p:cNvSpPr>
          <p:nvPr/>
        </p:nvSpPr>
        <p:spPr>
          <a:xfrm xmlns:a="http://schemas.openxmlformats.org/drawingml/2006/main">
            <a:off x="2571750" y="3219450"/>
            <a:ext cx="4905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1A1D"/>
                </a:solidFill>
                <a:latin typeface="Helvetica Neue"/>
                <a:ea typeface="Helvetica Neue"/>
                <a:cs typeface="Helvetica Neue"/>
              </a:defRPr>
            </a:defPPr>
            <a:lvl1pPr>
              <a:defRPr sz="2025" b="0">
                <a:solidFill>
                  <a:srgbClr val="171A1D"/>
                </a:solidFill>
                <a:latin typeface="Helvetica Neue"/>
                <a:ea typeface="Helvetica Neue"/>
                <a:cs typeface="Helvetica Neue"/>
              </a:defRPr>
            </a:lvl1pPr>
            <a:lvl2pPr>
              <a:defRPr sz="2025" b="0">
                <a:solidFill>
                  <a:srgbClr val="171A1D"/>
                </a:solidFill>
                <a:latin typeface="Helvetica Neue"/>
                <a:ea typeface="Helvetica Neue"/>
                <a:cs typeface="Helvetica Neue"/>
              </a:defRPr>
            </a:lvl2pPr>
            <a:lvl3pPr>
              <a:defRPr sz="2025" b="0">
                <a:solidFill>
                  <a:srgbClr val="171A1D"/>
                </a:solidFill>
                <a:latin typeface="Helvetica Neue"/>
                <a:ea typeface="Helvetica Neue"/>
                <a:cs typeface="Helvetica Neue"/>
              </a:defRPr>
            </a:lvl3pPr>
            <a:lvl4pPr>
              <a:defRPr sz="2025" b="0">
                <a:solidFill>
                  <a:srgbClr val="171A1D"/>
                </a:solidFill>
                <a:latin typeface="Helvetica Neue"/>
                <a:ea typeface="Helvetica Neue"/>
                <a:cs typeface="Helvetica Neue"/>
              </a:defRPr>
            </a:lvl4pPr>
            <a:lvl5pPr>
              <a:defRPr sz="2025" b="0">
                <a:solidFill>
                  <a:srgbClr val="171A1D"/>
                </a:solidFill>
                <a:latin typeface="Helvetica Neue"/>
                <a:ea typeface="Helvetica Neue"/>
                <a:cs typeface="Helvetica Neue"/>
              </a:defRPr>
            </a:lvl5pPr>
            <a:lvl6pPr>
              <a:defRPr sz="2025" b="0">
                <a:solidFill>
                  <a:srgbClr val="171A1D"/>
                </a:solidFill>
                <a:latin typeface="Helvetica Neue"/>
                <a:ea typeface="Helvetica Neue"/>
                <a:cs typeface="Helvetica Neue"/>
              </a:defRPr>
            </a:lvl6pPr>
            <a:lvl7pPr>
              <a:defRPr sz="2025" b="0">
                <a:solidFill>
                  <a:srgbClr val="171A1D"/>
                </a:solidFill>
                <a:latin typeface="Helvetica Neue"/>
                <a:ea typeface="Helvetica Neue"/>
                <a:cs typeface="Helvetica Neue"/>
              </a:defRPr>
            </a:lvl7pPr>
            <a:lvl8pPr>
              <a:defRPr sz="2025" b="0">
                <a:solidFill>
                  <a:srgbClr val="171A1D"/>
                </a:solidFill>
                <a:latin typeface="Helvetica Neue"/>
                <a:ea typeface="Helvetica Neue"/>
                <a:cs typeface="Helvetica Neue"/>
              </a:defRPr>
            </a:lvl8pPr>
            <a:lvl9pPr>
              <a:defRPr sz="2025" b="0">
                <a:solidFill>
                  <a:srgbClr val="171A1D"/>
                </a:solidFill>
                <a:latin typeface="Helvetica Neue"/>
                <a:ea typeface="Helvetica Neue"/>
                <a:cs typeface="Helvetica Neue"/>
              </a:defRPr>
            </a:lvl9pPr>
          </a:lstStyle>
          <a:p xmlns:a="http://schemas.openxmlformats.org/drawingml/2006/main">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Start the Full Mix</a:t>
            </a:r>
          </a:p>
          <a:p xmlns:a="http://schemas.openxmlformats.org/drawingml/2006/main">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from the selected measure</a:t>
            </a:r>
          </a:p>
        </p:txBody>
      </p:sp>
      <p:sp>
        <p:nvSpPr>
          <p:cNvPr id="11" name="accent">
            <a:extLst xmlns:a="http://schemas.openxmlformats.org/drawingml/2006/main">
              <a:ext uri="{FF2B5EF4-FFF2-40B4-BE49-F238E27FC236}">
                <a16:creationId xmlns:a16="http://schemas.microsoft.com/office/drawing/2014/main" id="{531F7E05-9FB8-43DF-B6B4-47EEE0398969}"/>
              </a:ext>
            </a:extLst>
          </p:cNvPr>
          <p:cNvSpPr>
            <a:spLocks xmlns:a="http://schemas.openxmlformats.org/drawingml/2006/main" noGrp="1"/>
          </p:cNvSpPr>
          <p:nvPr/>
        </p:nvSpPr>
        <p:spPr>
          <a:xfrm xmlns:a="http://schemas.openxmlformats.org/drawingml/2006/main">
            <a:off x="704850" y="4333875"/>
            <a:ext cx="6667500" cy="9525"/>
          </a:xfrm>
          <a:prstGeom xmlns:a="http://schemas.openxmlformats.org/drawingml/2006/main" prst="rect">
            <a:avLst/>
          </a:prstGeom>
          <a:solidFill xmlns:a="http://schemas.openxmlformats.org/drawingml/2006/main">
            <a:srgbClr val="D8D1C5"/>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02A8C8B3-566C-4D84-BD46-E47C5512D359}"/>
              </a:ext>
            </a:extLst>
          </p:cNvPr>
          <p:cNvSpPr>
            <a:spLocks xmlns:a="http://schemas.openxmlformats.org/drawingml/2006/main" noGrp="1"/>
          </p:cNvSpPr>
          <p:nvPr/>
        </p:nvSpPr>
        <p:spPr>
          <a:xfrm xmlns:a="http://schemas.openxmlformats.org/drawingml/2006/main">
            <a:off x="704850" y="4629150"/>
            <a:ext cx="1762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1A1D"/>
                </a:solidFill>
                <a:latin typeface="Helvetica Neue"/>
                <a:ea typeface="Helvetica Neue"/>
                <a:cs typeface="Helvetica Neue"/>
              </a:defRPr>
            </a:defPPr>
            <a:lvl1pPr>
              <a:defRPr sz="2175" b="1">
                <a:solidFill>
                  <a:srgbClr val="171A1D"/>
                </a:solidFill>
                <a:latin typeface="Helvetica Neue"/>
                <a:ea typeface="Helvetica Neue"/>
                <a:cs typeface="Helvetica Neue"/>
              </a:defRPr>
            </a:lvl1pPr>
            <a:lvl2pPr>
              <a:defRPr sz="2175" b="1">
                <a:solidFill>
                  <a:srgbClr val="171A1D"/>
                </a:solidFill>
                <a:latin typeface="Helvetica Neue"/>
                <a:ea typeface="Helvetica Neue"/>
                <a:cs typeface="Helvetica Neue"/>
              </a:defRPr>
            </a:lvl2pPr>
            <a:lvl3pPr>
              <a:defRPr sz="2175" b="1">
                <a:solidFill>
                  <a:srgbClr val="171A1D"/>
                </a:solidFill>
                <a:latin typeface="Helvetica Neue"/>
                <a:ea typeface="Helvetica Neue"/>
                <a:cs typeface="Helvetica Neue"/>
              </a:defRPr>
            </a:lvl3pPr>
            <a:lvl4pPr>
              <a:defRPr sz="2175" b="1">
                <a:solidFill>
                  <a:srgbClr val="171A1D"/>
                </a:solidFill>
                <a:latin typeface="Helvetica Neue"/>
                <a:ea typeface="Helvetica Neue"/>
                <a:cs typeface="Helvetica Neue"/>
              </a:defRPr>
            </a:lvl4pPr>
            <a:lvl5pPr>
              <a:defRPr sz="2175" b="1">
                <a:solidFill>
                  <a:srgbClr val="171A1D"/>
                </a:solidFill>
                <a:latin typeface="Helvetica Neue"/>
                <a:ea typeface="Helvetica Neue"/>
                <a:cs typeface="Helvetica Neue"/>
              </a:defRPr>
            </a:lvl5pPr>
            <a:lvl6pPr>
              <a:defRPr sz="2175" b="1">
                <a:solidFill>
                  <a:srgbClr val="171A1D"/>
                </a:solidFill>
                <a:latin typeface="Helvetica Neue"/>
                <a:ea typeface="Helvetica Neue"/>
                <a:cs typeface="Helvetica Neue"/>
              </a:defRPr>
            </a:lvl6pPr>
            <a:lvl7pPr>
              <a:defRPr sz="2175" b="1">
                <a:solidFill>
                  <a:srgbClr val="171A1D"/>
                </a:solidFill>
                <a:latin typeface="Helvetica Neue"/>
                <a:ea typeface="Helvetica Neue"/>
                <a:cs typeface="Helvetica Neue"/>
              </a:defRPr>
            </a:lvl7pPr>
            <a:lvl8pPr>
              <a:defRPr sz="2175" b="1">
                <a:solidFill>
                  <a:srgbClr val="171A1D"/>
                </a:solidFill>
                <a:latin typeface="Helvetica Neue"/>
                <a:ea typeface="Helvetica Neue"/>
                <a:cs typeface="Helvetica Neue"/>
              </a:defRPr>
            </a:lvl8pPr>
            <a:lvl9pPr>
              <a:defRPr sz="2175" b="1">
                <a:solidFill>
                  <a:srgbClr val="171A1D"/>
                </a:solidFill>
                <a:latin typeface="Helvetica Neue"/>
                <a:ea typeface="Helvetica Neue"/>
                <a:cs typeface="Helvetica Neue"/>
              </a:defRPr>
            </a:lvl9pPr>
          </a:lstStyle>
          <a:p xmlns:a="http://schemas.openxmlformats.org/drawingml/2006/main">
            <a:pPr>
              <a:defRPr sz="2175" b="1">
                <a:solidFill>
                  <a:srgbClr val="171A1D"/>
                </a:solidFill>
                <a:latin typeface="Helvetica Neue"/>
                <a:ea typeface="Helvetica Neue"/>
                <a:cs typeface="Helvetica Neue"/>
              </a:defRPr>
            </a:pPr>
            <a:r>
              <a:rPr sz="2175" b="1">
                <a:solidFill>
                  <a:srgbClr val="171A1D"/>
                </a:solidFill>
                <a:latin typeface="Helvetica Neue"/>
                <a:ea typeface="Helvetica Neue"/>
                <a:cs typeface="Helvetica Neue"/>
              </a:rPr>
              <a:t>STOP</a:t>
            </a:r>
          </a:p>
        </p:txBody>
      </p:sp>
      <p:sp>
        <p:nvSpPr>
          <p:cNvPr id="13" name="text">
            <a:extLst xmlns:a="http://schemas.openxmlformats.org/drawingml/2006/main">
              <a:ext uri="{FF2B5EF4-FFF2-40B4-BE49-F238E27FC236}">
                <a16:creationId xmlns:a16="http://schemas.microsoft.com/office/drawing/2014/main" id="{12B06214-B51C-48DF-B127-3DA980AAF2B0}"/>
              </a:ext>
            </a:extLst>
          </p:cNvPr>
          <p:cNvSpPr>
            <a:spLocks xmlns:a="http://schemas.openxmlformats.org/drawingml/2006/main" noGrp="1"/>
          </p:cNvSpPr>
          <p:nvPr/>
        </p:nvSpPr>
        <p:spPr>
          <a:xfrm xmlns:a="http://schemas.openxmlformats.org/drawingml/2006/main">
            <a:off x="2571750" y="4638675"/>
            <a:ext cx="4905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1A1D"/>
                </a:solidFill>
                <a:latin typeface="Helvetica Neue"/>
                <a:ea typeface="Helvetica Neue"/>
                <a:cs typeface="Helvetica Neue"/>
              </a:defRPr>
            </a:defPPr>
            <a:lvl1pPr>
              <a:defRPr sz="2025" b="0">
                <a:solidFill>
                  <a:srgbClr val="171A1D"/>
                </a:solidFill>
                <a:latin typeface="Helvetica Neue"/>
                <a:ea typeface="Helvetica Neue"/>
                <a:cs typeface="Helvetica Neue"/>
              </a:defRPr>
            </a:lvl1pPr>
            <a:lvl2pPr>
              <a:defRPr sz="2025" b="0">
                <a:solidFill>
                  <a:srgbClr val="171A1D"/>
                </a:solidFill>
                <a:latin typeface="Helvetica Neue"/>
                <a:ea typeface="Helvetica Neue"/>
                <a:cs typeface="Helvetica Neue"/>
              </a:defRPr>
            </a:lvl2pPr>
            <a:lvl3pPr>
              <a:defRPr sz="2025" b="0">
                <a:solidFill>
                  <a:srgbClr val="171A1D"/>
                </a:solidFill>
                <a:latin typeface="Helvetica Neue"/>
                <a:ea typeface="Helvetica Neue"/>
                <a:cs typeface="Helvetica Neue"/>
              </a:defRPr>
            </a:lvl3pPr>
            <a:lvl4pPr>
              <a:defRPr sz="2025" b="0">
                <a:solidFill>
                  <a:srgbClr val="171A1D"/>
                </a:solidFill>
                <a:latin typeface="Helvetica Neue"/>
                <a:ea typeface="Helvetica Neue"/>
                <a:cs typeface="Helvetica Neue"/>
              </a:defRPr>
            </a:lvl4pPr>
            <a:lvl5pPr>
              <a:defRPr sz="2025" b="0">
                <a:solidFill>
                  <a:srgbClr val="171A1D"/>
                </a:solidFill>
                <a:latin typeface="Helvetica Neue"/>
                <a:ea typeface="Helvetica Neue"/>
                <a:cs typeface="Helvetica Neue"/>
              </a:defRPr>
            </a:lvl5pPr>
            <a:lvl6pPr>
              <a:defRPr sz="2025" b="0">
                <a:solidFill>
                  <a:srgbClr val="171A1D"/>
                </a:solidFill>
                <a:latin typeface="Helvetica Neue"/>
                <a:ea typeface="Helvetica Neue"/>
                <a:cs typeface="Helvetica Neue"/>
              </a:defRPr>
            </a:lvl6pPr>
            <a:lvl7pPr>
              <a:defRPr sz="2025" b="0">
                <a:solidFill>
                  <a:srgbClr val="171A1D"/>
                </a:solidFill>
                <a:latin typeface="Helvetica Neue"/>
                <a:ea typeface="Helvetica Neue"/>
                <a:cs typeface="Helvetica Neue"/>
              </a:defRPr>
            </a:lvl7pPr>
            <a:lvl8pPr>
              <a:defRPr sz="2025" b="0">
                <a:solidFill>
                  <a:srgbClr val="171A1D"/>
                </a:solidFill>
                <a:latin typeface="Helvetica Neue"/>
                <a:ea typeface="Helvetica Neue"/>
                <a:cs typeface="Helvetica Neue"/>
              </a:defRPr>
            </a:lvl8pPr>
            <a:lvl9pPr>
              <a:defRPr sz="2025" b="0">
                <a:solidFill>
                  <a:srgbClr val="171A1D"/>
                </a:solidFill>
                <a:latin typeface="Helvetica Neue"/>
                <a:ea typeface="Helvetica Neue"/>
                <a:cs typeface="Helvetica Neue"/>
              </a:defRPr>
            </a:lvl9pPr>
          </a:lstStyle>
          <a:p xmlns:a="http://schemas.openxmlformats.org/drawingml/2006/main">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Stop playback</a:t>
            </a:r>
          </a:p>
          <a:p xmlns:a="http://schemas.openxmlformats.org/drawingml/2006/main">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Cancel a pending request</a:t>
            </a:r>
          </a:p>
        </p:txBody>
      </p:sp>
      <p:sp>
        <p:nvSpPr>
          <p:cNvPr id="14" name="text">
            <a:extLst xmlns:a="http://schemas.openxmlformats.org/drawingml/2006/main">
              <a:ext uri="{FF2B5EF4-FFF2-40B4-BE49-F238E27FC236}">
                <a16:creationId xmlns:a16="http://schemas.microsoft.com/office/drawing/2014/main" id="{17124C4B-CB3B-4568-855E-F2C97A2321E3}"/>
              </a:ext>
            </a:extLst>
          </p:cNvPr>
          <p:cNvSpPr>
            <a:spLocks xmlns:a="http://schemas.openxmlformats.org/drawingml/2006/main" noGrp="1"/>
          </p:cNvSpPr>
          <p:nvPr/>
        </p:nvSpPr>
        <p:spPr>
          <a:xfrm xmlns:a="http://schemas.openxmlformats.org/drawingml/2006/main">
            <a:off x="704850" y="6219825"/>
            <a:ext cx="685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7C776F"/>
                </a:solidFill>
                <a:latin typeface="Helvetica Neue"/>
                <a:ea typeface="Helvetica Neue"/>
                <a:cs typeface="Helvetica Neue"/>
              </a:defRPr>
            </a:defPPr>
            <a:lvl1pPr>
              <a:defRPr sz="1575" b="0">
                <a:solidFill>
                  <a:srgbClr val="7C776F"/>
                </a:solidFill>
                <a:latin typeface="Helvetica Neue"/>
                <a:ea typeface="Helvetica Neue"/>
                <a:cs typeface="Helvetica Neue"/>
              </a:defRPr>
            </a:lvl1pPr>
            <a:lvl2pPr>
              <a:defRPr sz="1575" b="0">
                <a:solidFill>
                  <a:srgbClr val="7C776F"/>
                </a:solidFill>
                <a:latin typeface="Helvetica Neue"/>
                <a:ea typeface="Helvetica Neue"/>
                <a:cs typeface="Helvetica Neue"/>
              </a:defRPr>
            </a:lvl2pPr>
            <a:lvl3pPr>
              <a:defRPr sz="1575" b="0">
                <a:solidFill>
                  <a:srgbClr val="7C776F"/>
                </a:solidFill>
                <a:latin typeface="Helvetica Neue"/>
                <a:ea typeface="Helvetica Neue"/>
                <a:cs typeface="Helvetica Neue"/>
              </a:defRPr>
            </a:lvl3pPr>
            <a:lvl4pPr>
              <a:defRPr sz="1575" b="0">
                <a:solidFill>
                  <a:srgbClr val="7C776F"/>
                </a:solidFill>
                <a:latin typeface="Helvetica Neue"/>
                <a:ea typeface="Helvetica Neue"/>
                <a:cs typeface="Helvetica Neue"/>
              </a:defRPr>
            </a:lvl4pPr>
            <a:lvl5pPr>
              <a:defRPr sz="1575" b="0">
                <a:solidFill>
                  <a:srgbClr val="7C776F"/>
                </a:solidFill>
                <a:latin typeface="Helvetica Neue"/>
                <a:ea typeface="Helvetica Neue"/>
                <a:cs typeface="Helvetica Neue"/>
              </a:defRPr>
            </a:lvl5pPr>
            <a:lvl6pPr>
              <a:defRPr sz="1575" b="0">
                <a:solidFill>
                  <a:srgbClr val="7C776F"/>
                </a:solidFill>
                <a:latin typeface="Helvetica Neue"/>
                <a:ea typeface="Helvetica Neue"/>
                <a:cs typeface="Helvetica Neue"/>
              </a:defRPr>
            </a:lvl6pPr>
            <a:lvl7pPr>
              <a:defRPr sz="1575" b="0">
                <a:solidFill>
                  <a:srgbClr val="7C776F"/>
                </a:solidFill>
                <a:latin typeface="Helvetica Neue"/>
                <a:ea typeface="Helvetica Neue"/>
                <a:cs typeface="Helvetica Neue"/>
              </a:defRPr>
            </a:lvl7pPr>
            <a:lvl8pPr>
              <a:defRPr sz="1575" b="0">
                <a:solidFill>
                  <a:srgbClr val="7C776F"/>
                </a:solidFill>
                <a:latin typeface="Helvetica Neue"/>
                <a:ea typeface="Helvetica Neue"/>
                <a:cs typeface="Helvetica Neue"/>
              </a:defRPr>
            </a:lvl8pPr>
            <a:lvl9pPr>
              <a:defRPr sz="1575" b="0">
                <a:solidFill>
                  <a:srgbClr val="7C776F"/>
                </a:solidFill>
                <a:latin typeface="Helvetica Neue"/>
                <a:ea typeface="Helvetica Neue"/>
                <a:cs typeface="Helvetica Neue"/>
              </a:defRPr>
            </a:lvl9pPr>
          </a:lstStyle>
          <a:p xmlns:a="http://schemas.openxmlformats.org/drawingml/2006/main">
            <a:pPr>
              <a:defRPr sz="1575" b="0">
                <a:solidFill>
                  <a:srgbClr val="7C776F"/>
                </a:solidFill>
                <a:latin typeface="Helvetica Neue"/>
                <a:ea typeface="Helvetica Neue"/>
                <a:cs typeface="Helvetica Neue"/>
              </a:defRPr>
            </a:pPr>
            <a:r>
              <a:rPr sz="1575" b="0">
                <a:solidFill>
                  <a:srgbClr val="7C776F"/>
                </a:solidFill>
                <a:latin typeface="Helvetica Neue"/>
                <a:ea typeface="Helvetica Neue"/>
                <a:cs typeface="Helvetica Neue"/>
              </a:rPr>
              <a:t>Teensy 4.0 with three push buttons</a:t>
            </a:r>
          </a:p>
        </p:txBody>
      </p:sp>
    </p:spTree>
    <p:extLst>
      <p:ext uri="{BB962C8B-B14F-4D97-AF65-F5344CB8AC3E}">
        <p14:creationId xmlns:p14="http://schemas.microsoft.com/office/powerpoint/2010/main" val="1305251475"/>
      </p:ext>
    </p:extLst>
  </p:cSld>
  <p:extLst>
    <p:ext uri="{6950BFC3-D8DA-4A85-94F7-54DA5524770B}">
      <p188:commentRel xmlns:r="http://schemas.openxmlformats.org/officeDocument/2006/relationships" xmlns:p188="http://schemas.microsoft.com/office/powerpoint/2018/8/main" r:id="Rd9c1bef5b61749f9"/>
    </p:ext>
  </p:extLst>
</p:sld>
</file>

<file path=ppt/slides/slide4.xml><?xml version="1.0" encoding="utf-8"?>
<p:sld xmlns:p="http://schemas.openxmlformats.org/presentationml/2006/main">
  <p:cSld>
    <p:bg>
      <p:bgPr>
        <a:solidFill xmlns:a="http://schemas.openxmlformats.org/drawingml/2006/main">
          <a:srgbClr val="171A1D"/>
        </a:solidFill>
      </p:bgPr>
    </p:bg>
    <p:spTree>
      <p:nvGrpSpPr>
        <p:cNvPr id="1" name=""/>
        <p:cNvGrpSpPr/>
        <p:nvPr/>
      </p:nvGrpSpPr>
      <p:grpSpPr>
        <a:xfrm xmlns:a="http://schemas.openxmlformats.org/drawingml/2006/main"/>
      </p:grpSpPr>
      <p:sp>
        <p:nvSpPr>
          <p:cNvPr id="21" name="slide-title">
            <a:extLst xmlns:a="http://schemas.openxmlformats.org/drawingml/2006/main">
              <a:ext uri="{FF2B5EF4-FFF2-40B4-BE49-F238E27FC236}">
                <a16:creationId xmlns:a16="http://schemas.microsoft.com/office/drawing/2014/main" id="{9350F53A-2664-4E12-9DBC-002B7F602DF0}"/>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FFFFFF"/>
                </a:solidFill>
                <a:latin typeface="Helvetica Neue"/>
                <a:ea typeface="Helvetica Neue"/>
                <a:cs typeface="Helvetica Neue"/>
              </a:defRPr>
            </a:defPPr>
            <a:lvl1pPr>
              <a:defRPr sz="3375" b="1">
                <a:solidFill>
                  <a:srgbClr val="FFFFFF"/>
                </a:solidFill>
                <a:latin typeface="Helvetica Neue"/>
                <a:ea typeface="Helvetica Neue"/>
                <a:cs typeface="Helvetica Neue"/>
              </a:defRPr>
            </a:lvl1pPr>
            <a:lvl2pPr>
              <a:defRPr sz="3375" b="1">
                <a:solidFill>
                  <a:srgbClr val="FFFFFF"/>
                </a:solidFill>
                <a:latin typeface="Helvetica Neue"/>
                <a:ea typeface="Helvetica Neue"/>
                <a:cs typeface="Helvetica Neue"/>
              </a:defRPr>
            </a:lvl2pPr>
            <a:lvl3pPr>
              <a:defRPr sz="3375" b="1">
                <a:solidFill>
                  <a:srgbClr val="FFFFFF"/>
                </a:solidFill>
                <a:latin typeface="Helvetica Neue"/>
                <a:ea typeface="Helvetica Neue"/>
                <a:cs typeface="Helvetica Neue"/>
              </a:defRPr>
            </a:lvl3pPr>
            <a:lvl4pPr>
              <a:defRPr sz="3375" b="1">
                <a:solidFill>
                  <a:srgbClr val="FFFFFF"/>
                </a:solidFill>
                <a:latin typeface="Helvetica Neue"/>
                <a:ea typeface="Helvetica Neue"/>
                <a:cs typeface="Helvetica Neue"/>
              </a:defRPr>
            </a:lvl4pPr>
            <a:lvl5pPr>
              <a:defRPr sz="3375" b="1">
                <a:solidFill>
                  <a:srgbClr val="FFFFFF"/>
                </a:solidFill>
                <a:latin typeface="Helvetica Neue"/>
                <a:ea typeface="Helvetica Neue"/>
                <a:cs typeface="Helvetica Neue"/>
              </a:defRPr>
            </a:lvl5pPr>
            <a:lvl6pPr>
              <a:defRPr sz="3375" b="1">
                <a:solidFill>
                  <a:srgbClr val="FFFFFF"/>
                </a:solidFill>
                <a:latin typeface="Helvetica Neue"/>
                <a:ea typeface="Helvetica Neue"/>
                <a:cs typeface="Helvetica Neue"/>
              </a:defRPr>
            </a:lvl6pPr>
            <a:lvl7pPr>
              <a:defRPr sz="3375" b="1">
                <a:solidFill>
                  <a:srgbClr val="FFFFFF"/>
                </a:solidFill>
                <a:latin typeface="Helvetica Neue"/>
                <a:ea typeface="Helvetica Neue"/>
                <a:cs typeface="Helvetica Neue"/>
              </a:defRPr>
            </a:lvl7pPr>
            <a:lvl8pPr>
              <a:defRPr sz="3375" b="1">
                <a:solidFill>
                  <a:srgbClr val="FFFFFF"/>
                </a:solidFill>
                <a:latin typeface="Helvetica Neue"/>
                <a:ea typeface="Helvetica Neue"/>
                <a:cs typeface="Helvetica Neue"/>
              </a:defRPr>
            </a:lvl8pPr>
            <a:lvl9pPr>
              <a:defRPr sz="3375" b="1">
                <a:solidFill>
                  <a:srgbClr val="FFFFFF"/>
                </a:solidFill>
                <a:latin typeface="Helvetica Neue"/>
                <a:ea typeface="Helvetica Neue"/>
                <a:cs typeface="Helvetica Neue"/>
              </a:defRPr>
            </a:lvl9pPr>
          </a:lstStyle>
          <a:p xmlns:a="http://schemas.openxmlformats.org/drawingml/2006/main">
            <a:pPr>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Current system</a:t>
            </a:r>
          </a:p>
        </p:txBody>
      </p:sp>
      <p:sp>
        <p:nvSpPr>
          <p:cNvPr id="2" name="accent">
            <a:extLst xmlns:a="http://schemas.openxmlformats.org/drawingml/2006/main">
              <a:ext uri="{FF2B5EF4-FFF2-40B4-BE49-F238E27FC236}">
                <a16:creationId xmlns:a16="http://schemas.microsoft.com/office/drawing/2014/main" id="{73FA3A5A-522A-4D64-B707-B30D93AEDC6A}"/>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74D3D0A5-834B-4F59-B733-5B009A54ACD3}"/>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D8D1C5"/>
                </a:solidFill>
                <a:latin typeface="Helvetica Neue"/>
                <a:ea typeface="Helvetica Neue"/>
                <a:cs typeface="Helvetica Neue"/>
              </a:defRPr>
            </a:defPPr>
            <a:lvl1pPr>
              <a:defRPr sz="1275" b="1">
                <a:solidFill>
                  <a:srgbClr val="D8D1C5"/>
                </a:solidFill>
                <a:latin typeface="Helvetica Neue"/>
                <a:ea typeface="Helvetica Neue"/>
                <a:cs typeface="Helvetica Neue"/>
              </a:defRPr>
            </a:lvl1pPr>
            <a:lvl2pPr>
              <a:defRPr sz="1275" b="1">
                <a:solidFill>
                  <a:srgbClr val="D8D1C5"/>
                </a:solidFill>
                <a:latin typeface="Helvetica Neue"/>
                <a:ea typeface="Helvetica Neue"/>
                <a:cs typeface="Helvetica Neue"/>
              </a:defRPr>
            </a:lvl2pPr>
            <a:lvl3pPr>
              <a:defRPr sz="1275" b="1">
                <a:solidFill>
                  <a:srgbClr val="D8D1C5"/>
                </a:solidFill>
                <a:latin typeface="Helvetica Neue"/>
                <a:ea typeface="Helvetica Neue"/>
                <a:cs typeface="Helvetica Neue"/>
              </a:defRPr>
            </a:lvl3pPr>
            <a:lvl4pPr>
              <a:defRPr sz="1275" b="1">
                <a:solidFill>
                  <a:srgbClr val="D8D1C5"/>
                </a:solidFill>
                <a:latin typeface="Helvetica Neue"/>
                <a:ea typeface="Helvetica Neue"/>
                <a:cs typeface="Helvetica Neue"/>
              </a:defRPr>
            </a:lvl4pPr>
            <a:lvl5pPr>
              <a:defRPr sz="1275" b="1">
                <a:solidFill>
                  <a:srgbClr val="D8D1C5"/>
                </a:solidFill>
                <a:latin typeface="Helvetica Neue"/>
                <a:ea typeface="Helvetica Neue"/>
                <a:cs typeface="Helvetica Neue"/>
              </a:defRPr>
            </a:lvl5pPr>
            <a:lvl6pPr>
              <a:defRPr sz="1275" b="1">
                <a:solidFill>
                  <a:srgbClr val="D8D1C5"/>
                </a:solidFill>
                <a:latin typeface="Helvetica Neue"/>
                <a:ea typeface="Helvetica Neue"/>
                <a:cs typeface="Helvetica Neue"/>
              </a:defRPr>
            </a:lvl6pPr>
            <a:lvl7pPr>
              <a:defRPr sz="1275" b="1">
                <a:solidFill>
                  <a:srgbClr val="D8D1C5"/>
                </a:solidFill>
                <a:latin typeface="Helvetica Neue"/>
                <a:ea typeface="Helvetica Neue"/>
                <a:cs typeface="Helvetica Neue"/>
              </a:defRPr>
            </a:lvl7pPr>
            <a:lvl8pPr>
              <a:defRPr sz="1275" b="1">
                <a:solidFill>
                  <a:srgbClr val="D8D1C5"/>
                </a:solidFill>
                <a:latin typeface="Helvetica Neue"/>
                <a:ea typeface="Helvetica Neue"/>
                <a:cs typeface="Helvetica Neue"/>
              </a:defRPr>
            </a:lvl8pPr>
            <a:lvl9pPr>
              <a:defRPr sz="1275" b="1">
                <a:solidFill>
                  <a:srgbClr val="D8D1C5"/>
                </a:solidFill>
                <a:latin typeface="Helvetica Neue"/>
                <a:ea typeface="Helvetica Neue"/>
                <a:cs typeface="Helvetica Neue"/>
              </a:defRPr>
            </a:lvl9pPr>
          </a:lstStyle>
          <a:p xmlns:a="http://schemas.openxmlformats.org/drawingml/2006/main">
            <a:pPr>
              <a:defRPr sz="1275" b="1">
                <a:solidFill>
                  <a:srgbClr val="D8D1C5"/>
                </a:solidFill>
                <a:latin typeface="Helvetica Neue"/>
                <a:ea typeface="Helvetica Neue"/>
                <a:cs typeface="Helvetica Neue"/>
              </a:defRPr>
            </a:pPr>
            <a:r>
              <a:rPr sz="1275" b="1">
                <a:solidFill>
                  <a:srgbClr val="D8D1C5"/>
                </a:solidFill>
                <a:latin typeface="Helvetica Neue"/>
                <a:ea typeface="Helvetica Neue"/>
                <a:cs typeface="Helvetica Neue"/>
              </a:rPr>
              <a:t>04</a:t>
            </a:r>
          </a:p>
        </p:txBody>
      </p:sp>
      <p:sp>
        <p:nvSpPr>
          <p:cNvPr id="4" name="text">
            <a:extLst xmlns:a="http://schemas.openxmlformats.org/drawingml/2006/main">
              <a:ext uri="{FF2B5EF4-FFF2-40B4-BE49-F238E27FC236}">
                <a16:creationId xmlns:a16="http://schemas.microsoft.com/office/drawing/2014/main" id="{709F0405-9777-40AF-A8CA-46F5B53EF720}"/>
              </a:ext>
            </a:extLst>
          </p:cNvPr>
          <p:cNvSpPr>
            <a:spLocks xmlns:a="http://schemas.openxmlformats.org/drawingml/2006/main" noGrp="1"/>
          </p:cNvSpPr>
          <p:nvPr/>
        </p:nvSpPr>
        <p:spPr>
          <a:xfrm xmlns:a="http://schemas.openxmlformats.org/drawingml/2006/main">
            <a:off x="704850" y="1905000"/>
            <a:ext cx="200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F06C5B"/>
                </a:solidFill>
                <a:latin typeface="Helvetica Neue"/>
                <a:ea typeface="Helvetica Neue"/>
                <a:cs typeface="Helvetica Neue"/>
              </a:defRPr>
            </a:defPPr>
            <a:lvl1pPr>
              <a:defRPr sz="4350" b="1">
                <a:solidFill>
                  <a:srgbClr val="F06C5B"/>
                </a:solidFill>
                <a:latin typeface="Helvetica Neue"/>
                <a:ea typeface="Helvetica Neue"/>
                <a:cs typeface="Helvetica Neue"/>
              </a:defRPr>
            </a:lvl1pPr>
            <a:lvl2pPr>
              <a:defRPr sz="4350" b="1">
                <a:solidFill>
                  <a:srgbClr val="F06C5B"/>
                </a:solidFill>
                <a:latin typeface="Helvetica Neue"/>
                <a:ea typeface="Helvetica Neue"/>
                <a:cs typeface="Helvetica Neue"/>
              </a:defRPr>
            </a:lvl2pPr>
            <a:lvl3pPr>
              <a:defRPr sz="4350" b="1">
                <a:solidFill>
                  <a:srgbClr val="F06C5B"/>
                </a:solidFill>
                <a:latin typeface="Helvetica Neue"/>
                <a:ea typeface="Helvetica Neue"/>
                <a:cs typeface="Helvetica Neue"/>
              </a:defRPr>
            </a:lvl3pPr>
            <a:lvl4pPr>
              <a:defRPr sz="4350" b="1">
                <a:solidFill>
                  <a:srgbClr val="F06C5B"/>
                </a:solidFill>
                <a:latin typeface="Helvetica Neue"/>
                <a:ea typeface="Helvetica Neue"/>
                <a:cs typeface="Helvetica Neue"/>
              </a:defRPr>
            </a:lvl4pPr>
            <a:lvl5pPr>
              <a:defRPr sz="4350" b="1">
                <a:solidFill>
                  <a:srgbClr val="F06C5B"/>
                </a:solidFill>
                <a:latin typeface="Helvetica Neue"/>
                <a:ea typeface="Helvetica Neue"/>
                <a:cs typeface="Helvetica Neue"/>
              </a:defRPr>
            </a:lvl5pPr>
            <a:lvl6pPr>
              <a:defRPr sz="4350" b="1">
                <a:solidFill>
                  <a:srgbClr val="F06C5B"/>
                </a:solidFill>
                <a:latin typeface="Helvetica Neue"/>
                <a:ea typeface="Helvetica Neue"/>
                <a:cs typeface="Helvetica Neue"/>
              </a:defRPr>
            </a:lvl6pPr>
            <a:lvl7pPr>
              <a:defRPr sz="4350" b="1">
                <a:solidFill>
                  <a:srgbClr val="F06C5B"/>
                </a:solidFill>
                <a:latin typeface="Helvetica Neue"/>
                <a:ea typeface="Helvetica Neue"/>
                <a:cs typeface="Helvetica Neue"/>
              </a:defRPr>
            </a:lvl7pPr>
            <a:lvl8pPr>
              <a:defRPr sz="4350" b="1">
                <a:solidFill>
                  <a:srgbClr val="F06C5B"/>
                </a:solidFill>
                <a:latin typeface="Helvetica Neue"/>
                <a:ea typeface="Helvetica Neue"/>
                <a:cs typeface="Helvetica Neue"/>
              </a:defRPr>
            </a:lvl8pPr>
            <a:lvl9pPr>
              <a:defRPr sz="4350" b="1">
                <a:solidFill>
                  <a:srgbClr val="F06C5B"/>
                </a:solidFill>
                <a:latin typeface="Helvetica Neue"/>
                <a:ea typeface="Helvetica Neue"/>
                <a:cs typeface="Helvetica Neue"/>
              </a:defRPr>
            </a:lvl9pPr>
          </a:lstStyle>
          <a:p xmlns:a="http://schemas.openxmlformats.org/drawingml/2006/main">
            <a:pPr>
              <a:defRPr sz="4350" b="1">
                <a:solidFill>
                  <a:srgbClr val="F06C5B"/>
                </a:solidFill>
                <a:latin typeface="Helvetica Neue"/>
                <a:ea typeface="Helvetica Neue"/>
                <a:cs typeface="Helvetica Neue"/>
              </a:defRPr>
            </a:pPr>
            <a:r>
              <a:rPr sz="4350" b="1">
                <a:solidFill>
                  <a:srgbClr val="F06C5B"/>
                </a:solidFill>
                <a:latin typeface="Helvetica Neue"/>
                <a:ea typeface="Helvetica Neue"/>
                <a:cs typeface="Helvetica Neue"/>
              </a:rPr>
              <a:t>01</a:t>
            </a:r>
          </a:p>
        </p:txBody>
      </p:sp>
      <p:sp>
        <p:nvSpPr>
          <p:cNvPr id="5" name="text">
            <a:extLst xmlns:a="http://schemas.openxmlformats.org/drawingml/2006/main">
              <a:ext uri="{FF2B5EF4-FFF2-40B4-BE49-F238E27FC236}">
                <a16:creationId xmlns:a16="http://schemas.microsoft.com/office/drawing/2014/main" id="{98C34464-6B90-46F2-872B-478D853583AA}"/>
              </a:ext>
            </a:extLst>
          </p:cNvPr>
          <p:cNvSpPr>
            <a:spLocks xmlns:a="http://schemas.openxmlformats.org/drawingml/2006/main" noGrp="1"/>
          </p:cNvSpPr>
          <p:nvPr/>
        </p:nvSpPr>
        <p:spPr>
          <a:xfrm xmlns:a="http://schemas.openxmlformats.org/drawingml/2006/main">
            <a:off x="704850" y="2809875"/>
            <a:ext cx="2343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FFFFFF"/>
                </a:solidFill>
                <a:latin typeface="Helvetica Neue"/>
                <a:ea typeface="Helvetica Neue"/>
                <a:cs typeface="Helvetica Neue"/>
              </a:defRPr>
            </a:defPPr>
            <a:lvl1pPr>
              <a:defRPr sz="2250" b="1">
                <a:solidFill>
                  <a:srgbClr val="FFFFFF"/>
                </a:solidFill>
                <a:latin typeface="Helvetica Neue"/>
                <a:ea typeface="Helvetica Neue"/>
                <a:cs typeface="Helvetica Neue"/>
              </a:defRPr>
            </a:lvl1pPr>
            <a:lvl2pPr>
              <a:defRPr sz="2250" b="1">
                <a:solidFill>
                  <a:srgbClr val="FFFFFF"/>
                </a:solidFill>
                <a:latin typeface="Helvetica Neue"/>
                <a:ea typeface="Helvetica Neue"/>
                <a:cs typeface="Helvetica Neue"/>
              </a:defRPr>
            </a:lvl2pPr>
            <a:lvl3pPr>
              <a:defRPr sz="2250" b="1">
                <a:solidFill>
                  <a:srgbClr val="FFFFFF"/>
                </a:solidFill>
                <a:latin typeface="Helvetica Neue"/>
                <a:ea typeface="Helvetica Neue"/>
                <a:cs typeface="Helvetica Neue"/>
              </a:defRPr>
            </a:lvl3pPr>
            <a:lvl4pPr>
              <a:defRPr sz="2250" b="1">
                <a:solidFill>
                  <a:srgbClr val="FFFFFF"/>
                </a:solidFill>
                <a:latin typeface="Helvetica Neue"/>
                <a:ea typeface="Helvetica Neue"/>
                <a:cs typeface="Helvetica Neue"/>
              </a:defRPr>
            </a:lvl4pPr>
            <a:lvl5pPr>
              <a:defRPr sz="2250" b="1">
                <a:solidFill>
                  <a:srgbClr val="FFFFFF"/>
                </a:solidFill>
                <a:latin typeface="Helvetica Neue"/>
                <a:ea typeface="Helvetica Neue"/>
                <a:cs typeface="Helvetica Neue"/>
              </a:defRPr>
            </a:lvl5pPr>
            <a:lvl6pPr>
              <a:defRPr sz="2250" b="1">
                <a:solidFill>
                  <a:srgbClr val="FFFFFF"/>
                </a:solidFill>
                <a:latin typeface="Helvetica Neue"/>
                <a:ea typeface="Helvetica Neue"/>
                <a:cs typeface="Helvetica Neue"/>
              </a:defRPr>
            </a:lvl6pPr>
            <a:lvl7pPr>
              <a:defRPr sz="2250" b="1">
                <a:solidFill>
                  <a:srgbClr val="FFFFFF"/>
                </a:solidFill>
                <a:latin typeface="Helvetica Neue"/>
                <a:ea typeface="Helvetica Neue"/>
                <a:cs typeface="Helvetica Neue"/>
              </a:defRPr>
            </a:lvl7pPr>
            <a:lvl8pPr>
              <a:defRPr sz="2250" b="1">
                <a:solidFill>
                  <a:srgbClr val="FFFFFF"/>
                </a:solidFill>
                <a:latin typeface="Helvetica Neue"/>
                <a:ea typeface="Helvetica Neue"/>
                <a:cs typeface="Helvetica Neue"/>
              </a:defRPr>
            </a:lvl8pPr>
            <a:lvl9pPr>
              <a:defRPr sz="2250" b="1">
                <a:solidFill>
                  <a:srgbClr val="FFFFFF"/>
                </a:solidFill>
                <a:latin typeface="Helvetica Neue"/>
                <a:ea typeface="Helvetica Neue"/>
                <a:cs typeface="Helvetica Neue"/>
              </a:defRPr>
            </a:lvl9pPr>
          </a:lstStyle>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Page and finger</a:t>
            </a:r>
          </a:p>
        </p:txBody>
      </p:sp>
      <p:sp>
        <p:nvSpPr>
          <p:cNvPr id="6" name="text">
            <a:extLst xmlns:a="http://schemas.openxmlformats.org/drawingml/2006/main">
              <a:ext uri="{FF2B5EF4-FFF2-40B4-BE49-F238E27FC236}">
                <a16:creationId xmlns:a16="http://schemas.microsoft.com/office/drawing/2014/main" id="{E7B369A6-65F7-49FF-A307-C59DAAFBF978}"/>
              </a:ext>
            </a:extLst>
          </p:cNvPr>
          <p:cNvSpPr>
            <a:spLocks xmlns:a="http://schemas.openxmlformats.org/drawingml/2006/main" noGrp="1"/>
          </p:cNvSpPr>
          <p:nvPr/>
        </p:nvSpPr>
        <p:spPr>
          <a:xfrm xmlns:a="http://schemas.openxmlformats.org/drawingml/2006/main">
            <a:off x="704850" y="3743325"/>
            <a:ext cx="23431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D8D1C5"/>
                </a:solidFill>
                <a:latin typeface="Helvetica Neue"/>
                <a:ea typeface="Helvetica Neue"/>
                <a:cs typeface="Helvetica Neue"/>
              </a:defRPr>
            </a:defPPr>
            <a:lvl1pPr>
              <a:defRPr sz="1800" b="0">
                <a:solidFill>
                  <a:srgbClr val="D8D1C5"/>
                </a:solidFill>
                <a:latin typeface="Helvetica Neue"/>
                <a:ea typeface="Helvetica Neue"/>
                <a:cs typeface="Helvetica Neue"/>
              </a:defRPr>
            </a:lvl1pPr>
            <a:lvl2pPr>
              <a:defRPr sz="1800" b="0">
                <a:solidFill>
                  <a:srgbClr val="D8D1C5"/>
                </a:solidFill>
                <a:latin typeface="Helvetica Neue"/>
                <a:ea typeface="Helvetica Neue"/>
                <a:cs typeface="Helvetica Neue"/>
              </a:defRPr>
            </a:lvl2pPr>
            <a:lvl3pPr>
              <a:defRPr sz="1800" b="0">
                <a:solidFill>
                  <a:srgbClr val="D8D1C5"/>
                </a:solidFill>
                <a:latin typeface="Helvetica Neue"/>
                <a:ea typeface="Helvetica Neue"/>
                <a:cs typeface="Helvetica Neue"/>
              </a:defRPr>
            </a:lvl3pPr>
            <a:lvl4pPr>
              <a:defRPr sz="1800" b="0">
                <a:solidFill>
                  <a:srgbClr val="D8D1C5"/>
                </a:solidFill>
                <a:latin typeface="Helvetica Neue"/>
                <a:ea typeface="Helvetica Neue"/>
                <a:cs typeface="Helvetica Neue"/>
              </a:defRPr>
            </a:lvl4pPr>
            <a:lvl5pPr>
              <a:defRPr sz="1800" b="0">
                <a:solidFill>
                  <a:srgbClr val="D8D1C5"/>
                </a:solidFill>
                <a:latin typeface="Helvetica Neue"/>
                <a:ea typeface="Helvetica Neue"/>
                <a:cs typeface="Helvetica Neue"/>
              </a:defRPr>
            </a:lvl5pPr>
            <a:lvl6pPr>
              <a:defRPr sz="1800" b="0">
                <a:solidFill>
                  <a:srgbClr val="D8D1C5"/>
                </a:solidFill>
                <a:latin typeface="Helvetica Neue"/>
                <a:ea typeface="Helvetica Neue"/>
                <a:cs typeface="Helvetica Neue"/>
              </a:defRPr>
            </a:lvl6pPr>
            <a:lvl7pPr>
              <a:defRPr sz="1800" b="0">
                <a:solidFill>
                  <a:srgbClr val="D8D1C5"/>
                </a:solidFill>
                <a:latin typeface="Helvetica Neue"/>
                <a:ea typeface="Helvetica Neue"/>
                <a:cs typeface="Helvetica Neue"/>
              </a:defRPr>
            </a:lvl7pPr>
            <a:lvl8pPr>
              <a:defRPr sz="1800" b="0">
                <a:solidFill>
                  <a:srgbClr val="D8D1C5"/>
                </a:solidFill>
                <a:latin typeface="Helvetica Neue"/>
                <a:ea typeface="Helvetica Neue"/>
                <a:cs typeface="Helvetica Neue"/>
              </a:defRPr>
            </a:lvl8pPr>
            <a:lvl9pPr>
              <a:defRPr sz="1800" b="0">
                <a:solidFill>
                  <a:srgbClr val="D8D1C5"/>
                </a:solidFill>
                <a:latin typeface="Helvetica Neue"/>
                <a:ea typeface="Helvetica Neue"/>
                <a:cs typeface="Helvetica Neue"/>
              </a:defRPr>
            </a:lvl9pPr>
          </a:lstStyle>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OpenCV and ArUco</a:t>
            </a:r>
          </a:p>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MediaPipe fingertip</a:t>
            </a:r>
          </a:p>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Page-map lookup</a:t>
            </a:r>
          </a:p>
        </p:txBody>
      </p:sp>
      <p:sp>
        <p:nvSpPr>
          <p:cNvPr id="7" name="data-flow-link">
            <a:extLst xmlns:a="http://schemas.openxmlformats.org/drawingml/2006/main">
              <a:ext uri="{FF2B5EF4-FFF2-40B4-BE49-F238E27FC236}">
                <a16:creationId xmlns:a16="http://schemas.microsoft.com/office/drawing/2014/main" id="{9E9DB97C-477D-415F-BFC2-A67E823438F5}"/>
              </a:ext>
            </a:extLst>
          </p:cNvPr>
          <p:cNvSpPr>
            <a:spLocks xmlns:a="http://schemas.openxmlformats.org/drawingml/2006/main" noGrp="1"/>
          </p:cNvSpPr>
          <p:nvPr/>
        </p:nvSpPr>
        <p:spPr>
          <a:xfrm xmlns:a="http://schemas.openxmlformats.org/drawingml/2006/main">
            <a:off x="1600200" y="2333625"/>
            <a:ext cx="1866900" cy="19050"/>
          </a:xfrm>
          <a:prstGeom xmlns:a="http://schemas.openxmlformats.org/drawingml/2006/main" prst="rect">
            <a:avLst/>
          </a:prstGeom>
          <a:solidFill xmlns:a="http://schemas.openxmlformats.org/drawingml/2006/main">
            <a:srgbClr val="62676A"/>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745E0186-311C-417B-80C3-ECAC75DF997B}"/>
              </a:ext>
            </a:extLst>
          </p:cNvPr>
          <p:cNvSpPr>
            <a:spLocks xmlns:a="http://schemas.openxmlformats.org/drawingml/2006/main" noGrp="1"/>
          </p:cNvSpPr>
          <p:nvPr/>
        </p:nvSpPr>
        <p:spPr>
          <a:xfrm xmlns:a="http://schemas.openxmlformats.org/drawingml/2006/main">
            <a:off x="3524250" y="1905000"/>
            <a:ext cx="200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CFEA79"/>
                </a:solidFill>
                <a:latin typeface="Helvetica Neue"/>
                <a:ea typeface="Helvetica Neue"/>
                <a:cs typeface="Helvetica Neue"/>
              </a:defRPr>
            </a:defPPr>
            <a:lvl1pPr>
              <a:defRPr sz="4350" b="1">
                <a:solidFill>
                  <a:srgbClr val="CFEA79"/>
                </a:solidFill>
                <a:latin typeface="Helvetica Neue"/>
                <a:ea typeface="Helvetica Neue"/>
                <a:cs typeface="Helvetica Neue"/>
              </a:defRPr>
            </a:lvl1pPr>
            <a:lvl2pPr>
              <a:defRPr sz="4350" b="1">
                <a:solidFill>
                  <a:srgbClr val="CFEA79"/>
                </a:solidFill>
                <a:latin typeface="Helvetica Neue"/>
                <a:ea typeface="Helvetica Neue"/>
                <a:cs typeface="Helvetica Neue"/>
              </a:defRPr>
            </a:lvl2pPr>
            <a:lvl3pPr>
              <a:defRPr sz="4350" b="1">
                <a:solidFill>
                  <a:srgbClr val="CFEA79"/>
                </a:solidFill>
                <a:latin typeface="Helvetica Neue"/>
                <a:ea typeface="Helvetica Neue"/>
                <a:cs typeface="Helvetica Neue"/>
              </a:defRPr>
            </a:lvl3pPr>
            <a:lvl4pPr>
              <a:defRPr sz="4350" b="1">
                <a:solidFill>
                  <a:srgbClr val="CFEA79"/>
                </a:solidFill>
                <a:latin typeface="Helvetica Neue"/>
                <a:ea typeface="Helvetica Neue"/>
                <a:cs typeface="Helvetica Neue"/>
              </a:defRPr>
            </a:lvl4pPr>
            <a:lvl5pPr>
              <a:defRPr sz="4350" b="1">
                <a:solidFill>
                  <a:srgbClr val="CFEA79"/>
                </a:solidFill>
                <a:latin typeface="Helvetica Neue"/>
                <a:ea typeface="Helvetica Neue"/>
                <a:cs typeface="Helvetica Neue"/>
              </a:defRPr>
            </a:lvl5pPr>
            <a:lvl6pPr>
              <a:defRPr sz="4350" b="1">
                <a:solidFill>
                  <a:srgbClr val="CFEA79"/>
                </a:solidFill>
                <a:latin typeface="Helvetica Neue"/>
                <a:ea typeface="Helvetica Neue"/>
                <a:cs typeface="Helvetica Neue"/>
              </a:defRPr>
            </a:lvl6pPr>
            <a:lvl7pPr>
              <a:defRPr sz="4350" b="1">
                <a:solidFill>
                  <a:srgbClr val="CFEA79"/>
                </a:solidFill>
                <a:latin typeface="Helvetica Neue"/>
                <a:ea typeface="Helvetica Neue"/>
                <a:cs typeface="Helvetica Neue"/>
              </a:defRPr>
            </a:lvl7pPr>
            <a:lvl8pPr>
              <a:defRPr sz="4350" b="1">
                <a:solidFill>
                  <a:srgbClr val="CFEA79"/>
                </a:solidFill>
                <a:latin typeface="Helvetica Neue"/>
                <a:ea typeface="Helvetica Neue"/>
                <a:cs typeface="Helvetica Neue"/>
              </a:defRPr>
            </a:lvl8pPr>
            <a:lvl9pPr>
              <a:defRPr sz="4350" b="1">
                <a:solidFill>
                  <a:srgbClr val="CFEA79"/>
                </a:solidFill>
                <a:latin typeface="Helvetica Neue"/>
                <a:ea typeface="Helvetica Neue"/>
                <a:cs typeface="Helvetica Neue"/>
              </a:defRPr>
            </a:lvl9pPr>
          </a:lstStyle>
          <a:p xmlns:a="http://schemas.openxmlformats.org/drawingml/2006/main">
            <a:pPr>
              <a:defRPr sz="4350" b="1">
                <a:solidFill>
                  <a:srgbClr val="CFEA79"/>
                </a:solidFill>
                <a:latin typeface="Helvetica Neue"/>
                <a:ea typeface="Helvetica Neue"/>
                <a:cs typeface="Helvetica Neue"/>
              </a:defRPr>
            </a:pPr>
            <a:r>
              <a:rPr sz="4350" b="1">
                <a:solidFill>
                  <a:srgbClr val="CFEA79"/>
                </a:solidFill>
                <a:latin typeface="Helvetica Neue"/>
                <a:ea typeface="Helvetica Neue"/>
                <a:cs typeface="Helvetica Neue"/>
              </a:rPr>
              <a:t>02</a:t>
            </a:r>
          </a:p>
        </p:txBody>
      </p:sp>
      <p:sp>
        <p:nvSpPr>
          <p:cNvPr id="9" name="text">
            <a:extLst xmlns:a="http://schemas.openxmlformats.org/drawingml/2006/main">
              <a:ext uri="{FF2B5EF4-FFF2-40B4-BE49-F238E27FC236}">
                <a16:creationId xmlns:a16="http://schemas.microsoft.com/office/drawing/2014/main" id="{64526603-EE69-4A67-817B-0D1685388C8C}"/>
              </a:ext>
            </a:extLst>
          </p:cNvPr>
          <p:cNvSpPr>
            <a:spLocks xmlns:a="http://schemas.openxmlformats.org/drawingml/2006/main" noGrp="1"/>
          </p:cNvSpPr>
          <p:nvPr/>
        </p:nvSpPr>
        <p:spPr>
          <a:xfrm xmlns:a="http://schemas.openxmlformats.org/drawingml/2006/main">
            <a:off x="3524250" y="2809875"/>
            <a:ext cx="2343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FFFFFF"/>
                </a:solidFill>
                <a:latin typeface="Helvetica Neue"/>
                <a:ea typeface="Helvetica Neue"/>
                <a:cs typeface="Helvetica Neue"/>
              </a:defRPr>
            </a:defPPr>
            <a:lvl1pPr>
              <a:defRPr sz="2250" b="1">
                <a:solidFill>
                  <a:srgbClr val="FFFFFF"/>
                </a:solidFill>
                <a:latin typeface="Helvetica Neue"/>
                <a:ea typeface="Helvetica Neue"/>
                <a:cs typeface="Helvetica Neue"/>
              </a:defRPr>
            </a:lvl1pPr>
            <a:lvl2pPr>
              <a:defRPr sz="2250" b="1">
                <a:solidFill>
                  <a:srgbClr val="FFFFFF"/>
                </a:solidFill>
                <a:latin typeface="Helvetica Neue"/>
                <a:ea typeface="Helvetica Neue"/>
                <a:cs typeface="Helvetica Neue"/>
              </a:defRPr>
            </a:lvl2pPr>
            <a:lvl3pPr>
              <a:defRPr sz="2250" b="1">
                <a:solidFill>
                  <a:srgbClr val="FFFFFF"/>
                </a:solidFill>
                <a:latin typeface="Helvetica Neue"/>
                <a:ea typeface="Helvetica Neue"/>
                <a:cs typeface="Helvetica Neue"/>
              </a:defRPr>
            </a:lvl3pPr>
            <a:lvl4pPr>
              <a:defRPr sz="2250" b="1">
                <a:solidFill>
                  <a:srgbClr val="FFFFFF"/>
                </a:solidFill>
                <a:latin typeface="Helvetica Neue"/>
                <a:ea typeface="Helvetica Neue"/>
                <a:cs typeface="Helvetica Neue"/>
              </a:defRPr>
            </a:lvl4pPr>
            <a:lvl5pPr>
              <a:defRPr sz="2250" b="1">
                <a:solidFill>
                  <a:srgbClr val="FFFFFF"/>
                </a:solidFill>
                <a:latin typeface="Helvetica Neue"/>
                <a:ea typeface="Helvetica Neue"/>
                <a:cs typeface="Helvetica Neue"/>
              </a:defRPr>
            </a:lvl5pPr>
            <a:lvl6pPr>
              <a:defRPr sz="2250" b="1">
                <a:solidFill>
                  <a:srgbClr val="FFFFFF"/>
                </a:solidFill>
                <a:latin typeface="Helvetica Neue"/>
                <a:ea typeface="Helvetica Neue"/>
                <a:cs typeface="Helvetica Neue"/>
              </a:defRPr>
            </a:lvl6pPr>
            <a:lvl7pPr>
              <a:defRPr sz="2250" b="1">
                <a:solidFill>
                  <a:srgbClr val="FFFFFF"/>
                </a:solidFill>
                <a:latin typeface="Helvetica Neue"/>
                <a:ea typeface="Helvetica Neue"/>
                <a:cs typeface="Helvetica Neue"/>
              </a:defRPr>
            </a:lvl7pPr>
            <a:lvl8pPr>
              <a:defRPr sz="2250" b="1">
                <a:solidFill>
                  <a:srgbClr val="FFFFFF"/>
                </a:solidFill>
                <a:latin typeface="Helvetica Neue"/>
                <a:ea typeface="Helvetica Neue"/>
                <a:cs typeface="Helvetica Neue"/>
              </a:defRPr>
            </a:lvl8pPr>
            <a:lvl9pPr>
              <a:defRPr sz="2250" b="1">
                <a:solidFill>
                  <a:srgbClr val="FFFFFF"/>
                </a:solidFill>
                <a:latin typeface="Helvetica Neue"/>
                <a:ea typeface="Helvetica Neue"/>
                <a:cs typeface="Helvetica Neue"/>
              </a:defRPr>
            </a:lvl9pPr>
          </a:lstStyle>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Record and speech</a:t>
            </a:r>
          </a:p>
        </p:txBody>
      </p:sp>
      <p:sp>
        <p:nvSpPr>
          <p:cNvPr id="10" name="text">
            <a:extLst xmlns:a="http://schemas.openxmlformats.org/drawingml/2006/main">
              <a:ext uri="{FF2B5EF4-FFF2-40B4-BE49-F238E27FC236}">
                <a16:creationId xmlns:a16="http://schemas.microsoft.com/office/drawing/2014/main" id="{60294A1B-2284-4D67-B3C3-0CAC7841F7E6}"/>
              </a:ext>
            </a:extLst>
          </p:cNvPr>
          <p:cNvSpPr>
            <a:spLocks xmlns:a="http://schemas.openxmlformats.org/drawingml/2006/main" noGrp="1"/>
          </p:cNvSpPr>
          <p:nvPr/>
        </p:nvSpPr>
        <p:spPr>
          <a:xfrm xmlns:a="http://schemas.openxmlformats.org/drawingml/2006/main">
            <a:off x="3524250" y="3743325"/>
            <a:ext cx="23431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D8D1C5"/>
                </a:solidFill>
                <a:latin typeface="Helvetica Neue"/>
                <a:ea typeface="Helvetica Neue"/>
                <a:cs typeface="Helvetica Neue"/>
              </a:defRPr>
            </a:defPPr>
            <a:lvl1pPr>
              <a:defRPr sz="1800" b="0">
                <a:solidFill>
                  <a:srgbClr val="D8D1C5"/>
                </a:solidFill>
                <a:latin typeface="Helvetica Neue"/>
                <a:ea typeface="Helvetica Neue"/>
                <a:cs typeface="Helvetica Neue"/>
              </a:defRPr>
            </a:lvl1pPr>
            <a:lvl2pPr>
              <a:defRPr sz="1800" b="0">
                <a:solidFill>
                  <a:srgbClr val="D8D1C5"/>
                </a:solidFill>
                <a:latin typeface="Helvetica Neue"/>
                <a:ea typeface="Helvetica Neue"/>
                <a:cs typeface="Helvetica Neue"/>
              </a:defRPr>
            </a:lvl2pPr>
            <a:lvl3pPr>
              <a:defRPr sz="1800" b="0">
                <a:solidFill>
                  <a:srgbClr val="D8D1C5"/>
                </a:solidFill>
                <a:latin typeface="Helvetica Neue"/>
                <a:ea typeface="Helvetica Neue"/>
                <a:cs typeface="Helvetica Neue"/>
              </a:defRPr>
            </a:lvl3pPr>
            <a:lvl4pPr>
              <a:defRPr sz="1800" b="0">
                <a:solidFill>
                  <a:srgbClr val="D8D1C5"/>
                </a:solidFill>
                <a:latin typeface="Helvetica Neue"/>
                <a:ea typeface="Helvetica Neue"/>
                <a:cs typeface="Helvetica Neue"/>
              </a:defRPr>
            </a:lvl4pPr>
            <a:lvl5pPr>
              <a:defRPr sz="1800" b="0">
                <a:solidFill>
                  <a:srgbClr val="D8D1C5"/>
                </a:solidFill>
                <a:latin typeface="Helvetica Neue"/>
                <a:ea typeface="Helvetica Neue"/>
                <a:cs typeface="Helvetica Neue"/>
              </a:defRPr>
            </a:lvl5pPr>
            <a:lvl6pPr>
              <a:defRPr sz="1800" b="0">
                <a:solidFill>
                  <a:srgbClr val="D8D1C5"/>
                </a:solidFill>
                <a:latin typeface="Helvetica Neue"/>
                <a:ea typeface="Helvetica Neue"/>
                <a:cs typeface="Helvetica Neue"/>
              </a:defRPr>
            </a:lvl6pPr>
            <a:lvl7pPr>
              <a:defRPr sz="1800" b="0">
                <a:solidFill>
                  <a:srgbClr val="D8D1C5"/>
                </a:solidFill>
                <a:latin typeface="Helvetica Neue"/>
                <a:ea typeface="Helvetica Neue"/>
                <a:cs typeface="Helvetica Neue"/>
              </a:defRPr>
            </a:lvl7pPr>
            <a:lvl8pPr>
              <a:defRPr sz="1800" b="0">
                <a:solidFill>
                  <a:srgbClr val="D8D1C5"/>
                </a:solidFill>
                <a:latin typeface="Helvetica Neue"/>
                <a:ea typeface="Helvetica Neue"/>
                <a:cs typeface="Helvetica Neue"/>
              </a:defRPr>
            </a:lvl8pPr>
            <a:lvl9pPr>
              <a:defRPr sz="1800" b="0">
                <a:solidFill>
                  <a:srgbClr val="D8D1C5"/>
                </a:solidFill>
                <a:latin typeface="Helvetica Neue"/>
                <a:ea typeface="Helvetica Neue"/>
                <a:cs typeface="Helvetica Neue"/>
              </a:defRPr>
            </a:lvl9pPr>
          </a:lstStyle>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Freeze the measure</a:t>
            </a:r>
          </a:p>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Hold RECORD</a:t>
            </a:r>
          </a:p>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Local Whisper ASR</a:t>
            </a:r>
          </a:p>
        </p:txBody>
      </p:sp>
      <p:sp>
        <p:nvSpPr>
          <p:cNvPr id="11" name="data-flow-link">
            <a:extLst xmlns:a="http://schemas.openxmlformats.org/drawingml/2006/main">
              <a:ext uri="{FF2B5EF4-FFF2-40B4-BE49-F238E27FC236}">
                <a16:creationId xmlns:a16="http://schemas.microsoft.com/office/drawing/2014/main" id="{44887E25-DBAB-4ECE-ABBD-62BFA259A072}"/>
              </a:ext>
            </a:extLst>
          </p:cNvPr>
          <p:cNvSpPr>
            <a:spLocks xmlns:a="http://schemas.openxmlformats.org/drawingml/2006/main" noGrp="1"/>
          </p:cNvSpPr>
          <p:nvPr/>
        </p:nvSpPr>
        <p:spPr>
          <a:xfrm xmlns:a="http://schemas.openxmlformats.org/drawingml/2006/main">
            <a:off x="4419600" y="2333625"/>
            <a:ext cx="1866900" cy="19050"/>
          </a:xfrm>
          <a:prstGeom xmlns:a="http://schemas.openxmlformats.org/drawingml/2006/main" prst="rect">
            <a:avLst/>
          </a:prstGeom>
          <a:solidFill xmlns:a="http://schemas.openxmlformats.org/drawingml/2006/main">
            <a:srgbClr val="62676A"/>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5AB64CE9-FE77-4BA3-8845-396F710E7EE5}"/>
              </a:ext>
            </a:extLst>
          </p:cNvPr>
          <p:cNvSpPr>
            <a:spLocks xmlns:a="http://schemas.openxmlformats.org/drawingml/2006/main" noGrp="1"/>
          </p:cNvSpPr>
          <p:nvPr/>
        </p:nvSpPr>
        <p:spPr>
          <a:xfrm xmlns:a="http://schemas.openxmlformats.org/drawingml/2006/main">
            <a:off x="6343650" y="1905000"/>
            <a:ext cx="200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6AB7D6"/>
                </a:solidFill>
                <a:latin typeface="Helvetica Neue"/>
                <a:ea typeface="Helvetica Neue"/>
                <a:cs typeface="Helvetica Neue"/>
              </a:defRPr>
            </a:defPPr>
            <a:lvl1pPr>
              <a:defRPr sz="4350" b="1">
                <a:solidFill>
                  <a:srgbClr val="6AB7D6"/>
                </a:solidFill>
                <a:latin typeface="Helvetica Neue"/>
                <a:ea typeface="Helvetica Neue"/>
                <a:cs typeface="Helvetica Neue"/>
              </a:defRPr>
            </a:lvl1pPr>
            <a:lvl2pPr>
              <a:defRPr sz="4350" b="1">
                <a:solidFill>
                  <a:srgbClr val="6AB7D6"/>
                </a:solidFill>
                <a:latin typeface="Helvetica Neue"/>
                <a:ea typeface="Helvetica Neue"/>
                <a:cs typeface="Helvetica Neue"/>
              </a:defRPr>
            </a:lvl2pPr>
            <a:lvl3pPr>
              <a:defRPr sz="4350" b="1">
                <a:solidFill>
                  <a:srgbClr val="6AB7D6"/>
                </a:solidFill>
                <a:latin typeface="Helvetica Neue"/>
                <a:ea typeface="Helvetica Neue"/>
                <a:cs typeface="Helvetica Neue"/>
              </a:defRPr>
            </a:lvl3pPr>
            <a:lvl4pPr>
              <a:defRPr sz="4350" b="1">
                <a:solidFill>
                  <a:srgbClr val="6AB7D6"/>
                </a:solidFill>
                <a:latin typeface="Helvetica Neue"/>
                <a:ea typeface="Helvetica Neue"/>
                <a:cs typeface="Helvetica Neue"/>
              </a:defRPr>
            </a:lvl4pPr>
            <a:lvl5pPr>
              <a:defRPr sz="4350" b="1">
                <a:solidFill>
                  <a:srgbClr val="6AB7D6"/>
                </a:solidFill>
                <a:latin typeface="Helvetica Neue"/>
                <a:ea typeface="Helvetica Neue"/>
                <a:cs typeface="Helvetica Neue"/>
              </a:defRPr>
            </a:lvl5pPr>
            <a:lvl6pPr>
              <a:defRPr sz="4350" b="1">
                <a:solidFill>
                  <a:srgbClr val="6AB7D6"/>
                </a:solidFill>
                <a:latin typeface="Helvetica Neue"/>
                <a:ea typeface="Helvetica Neue"/>
                <a:cs typeface="Helvetica Neue"/>
              </a:defRPr>
            </a:lvl6pPr>
            <a:lvl7pPr>
              <a:defRPr sz="4350" b="1">
                <a:solidFill>
                  <a:srgbClr val="6AB7D6"/>
                </a:solidFill>
                <a:latin typeface="Helvetica Neue"/>
                <a:ea typeface="Helvetica Neue"/>
                <a:cs typeface="Helvetica Neue"/>
              </a:defRPr>
            </a:lvl7pPr>
            <a:lvl8pPr>
              <a:defRPr sz="4350" b="1">
                <a:solidFill>
                  <a:srgbClr val="6AB7D6"/>
                </a:solidFill>
                <a:latin typeface="Helvetica Neue"/>
                <a:ea typeface="Helvetica Neue"/>
                <a:cs typeface="Helvetica Neue"/>
              </a:defRPr>
            </a:lvl8pPr>
            <a:lvl9pPr>
              <a:defRPr sz="4350" b="1">
                <a:solidFill>
                  <a:srgbClr val="6AB7D6"/>
                </a:solidFill>
                <a:latin typeface="Helvetica Neue"/>
                <a:ea typeface="Helvetica Neue"/>
                <a:cs typeface="Helvetica Neue"/>
              </a:defRPr>
            </a:lvl9pPr>
          </a:lstStyle>
          <a:p xmlns:a="http://schemas.openxmlformats.org/drawingml/2006/main">
            <a:pPr>
              <a:defRPr sz="4350" b="1">
                <a:solidFill>
                  <a:srgbClr val="6AB7D6"/>
                </a:solidFill>
                <a:latin typeface="Helvetica Neue"/>
                <a:ea typeface="Helvetica Neue"/>
                <a:cs typeface="Helvetica Neue"/>
              </a:defRPr>
            </a:pPr>
            <a:r>
              <a:rPr sz="4350" b="1">
                <a:solidFill>
                  <a:srgbClr val="6AB7D6"/>
                </a:solidFill>
                <a:latin typeface="Helvetica Neue"/>
                <a:ea typeface="Helvetica Neue"/>
                <a:cs typeface="Helvetica Neue"/>
              </a:rPr>
              <a:t>03</a:t>
            </a:r>
          </a:p>
        </p:txBody>
      </p:sp>
      <p:sp>
        <p:nvSpPr>
          <p:cNvPr id="13" name="text">
            <a:extLst xmlns:a="http://schemas.openxmlformats.org/drawingml/2006/main">
              <a:ext uri="{FF2B5EF4-FFF2-40B4-BE49-F238E27FC236}">
                <a16:creationId xmlns:a16="http://schemas.microsoft.com/office/drawing/2014/main" id="{721C35EA-20D1-400E-85D0-771DE0F0408C}"/>
              </a:ext>
            </a:extLst>
          </p:cNvPr>
          <p:cNvSpPr>
            <a:spLocks xmlns:a="http://schemas.openxmlformats.org/drawingml/2006/main" noGrp="1"/>
          </p:cNvSpPr>
          <p:nvPr/>
        </p:nvSpPr>
        <p:spPr>
          <a:xfrm xmlns:a="http://schemas.openxmlformats.org/drawingml/2006/main">
            <a:off x="6343650" y="2809875"/>
            <a:ext cx="2343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FFFFFF"/>
                </a:solidFill>
                <a:latin typeface="Helvetica Neue"/>
                <a:ea typeface="Helvetica Neue"/>
                <a:cs typeface="Helvetica Neue"/>
              </a:defRPr>
            </a:defPPr>
            <a:lvl1pPr>
              <a:defRPr sz="2250" b="1">
                <a:solidFill>
                  <a:srgbClr val="FFFFFF"/>
                </a:solidFill>
                <a:latin typeface="Helvetica Neue"/>
                <a:ea typeface="Helvetica Neue"/>
                <a:cs typeface="Helvetica Neue"/>
              </a:defRPr>
            </a:lvl1pPr>
            <a:lvl2pPr>
              <a:defRPr sz="2250" b="1">
                <a:solidFill>
                  <a:srgbClr val="FFFFFF"/>
                </a:solidFill>
                <a:latin typeface="Helvetica Neue"/>
                <a:ea typeface="Helvetica Neue"/>
                <a:cs typeface="Helvetica Neue"/>
              </a:defRPr>
            </a:lvl2pPr>
            <a:lvl3pPr>
              <a:defRPr sz="2250" b="1">
                <a:solidFill>
                  <a:srgbClr val="FFFFFF"/>
                </a:solidFill>
                <a:latin typeface="Helvetica Neue"/>
                <a:ea typeface="Helvetica Neue"/>
                <a:cs typeface="Helvetica Neue"/>
              </a:defRPr>
            </a:lvl3pPr>
            <a:lvl4pPr>
              <a:defRPr sz="2250" b="1">
                <a:solidFill>
                  <a:srgbClr val="FFFFFF"/>
                </a:solidFill>
                <a:latin typeface="Helvetica Neue"/>
                <a:ea typeface="Helvetica Neue"/>
                <a:cs typeface="Helvetica Neue"/>
              </a:defRPr>
            </a:lvl4pPr>
            <a:lvl5pPr>
              <a:defRPr sz="2250" b="1">
                <a:solidFill>
                  <a:srgbClr val="FFFFFF"/>
                </a:solidFill>
                <a:latin typeface="Helvetica Neue"/>
                <a:ea typeface="Helvetica Neue"/>
                <a:cs typeface="Helvetica Neue"/>
              </a:defRPr>
            </a:lvl5pPr>
            <a:lvl6pPr>
              <a:defRPr sz="2250" b="1">
                <a:solidFill>
                  <a:srgbClr val="FFFFFF"/>
                </a:solidFill>
                <a:latin typeface="Helvetica Neue"/>
                <a:ea typeface="Helvetica Neue"/>
                <a:cs typeface="Helvetica Neue"/>
              </a:defRPr>
            </a:lvl6pPr>
            <a:lvl7pPr>
              <a:defRPr sz="2250" b="1">
                <a:solidFill>
                  <a:srgbClr val="FFFFFF"/>
                </a:solidFill>
                <a:latin typeface="Helvetica Neue"/>
                <a:ea typeface="Helvetica Neue"/>
                <a:cs typeface="Helvetica Neue"/>
              </a:defRPr>
            </a:lvl7pPr>
            <a:lvl8pPr>
              <a:defRPr sz="2250" b="1">
                <a:solidFill>
                  <a:srgbClr val="FFFFFF"/>
                </a:solidFill>
                <a:latin typeface="Helvetica Neue"/>
                <a:ea typeface="Helvetica Neue"/>
                <a:cs typeface="Helvetica Neue"/>
              </a:defRPr>
            </a:lvl8pPr>
            <a:lvl9pPr>
              <a:defRPr sz="2250" b="1">
                <a:solidFill>
                  <a:srgbClr val="FFFFFF"/>
                </a:solidFill>
                <a:latin typeface="Helvetica Neue"/>
                <a:ea typeface="Helvetica Neue"/>
                <a:cs typeface="Helvetica Neue"/>
              </a:defRPr>
            </a:lvl9pPr>
          </a:lstStyle>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Command parsing</a:t>
            </a:r>
          </a:p>
        </p:txBody>
      </p:sp>
      <p:sp>
        <p:nvSpPr>
          <p:cNvPr id="14" name="text">
            <a:extLst xmlns:a="http://schemas.openxmlformats.org/drawingml/2006/main">
              <a:ext uri="{FF2B5EF4-FFF2-40B4-BE49-F238E27FC236}">
                <a16:creationId xmlns:a16="http://schemas.microsoft.com/office/drawing/2014/main" id="{8C3921CF-F204-4CBC-B662-2E230F51037C}"/>
              </a:ext>
            </a:extLst>
          </p:cNvPr>
          <p:cNvSpPr>
            <a:spLocks xmlns:a="http://schemas.openxmlformats.org/drawingml/2006/main" noGrp="1"/>
          </p:cNvSpPr>
          <p:nvPr/>
        </p:nvSpPr>
        <p:spPr>
          <a:xfrm xmlns:a="http://schemas.openxmlformats.org/drawingml/2006/main">
            <a:off x="6343650" y="3743325"/>
            <a:ext cx="23431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D8D1C5"/>
                </a:solidFill>
                <a:latin typeface="Helvetica Neue"/>
                <a:ea typeface="Helvetica Neue"/>
                <a:cs typeface="Helvetica Neue"/>
              </a:defRPr>
            </a:defPPr>
            <a:lvl1pPr>
              <a:defRPr sz="1800" b="0">
                <a:solidFill>
                  <a:srgbClr val="D8D1C5"/>
                </a:solidFill>
                <a:latin typeface="Helvetica Neue"/>
                <a:ea typeface="Helvetica Neue"/>
                <a:cs typeface="Helvetica Neue"/>
              </a:defRPr>
            </a:lvl1pPr>
            <a:lvl2pPr>
              <a:defRPr sz="1800" b="0">
                <a:solidFill>
                  <a:srgbClr val="D8D1C5"/>
                </a:solidFill>
                <a:latin typeface="Helvetica Neue"/>
                <a:ea typeface="Helvetica Neue"/>
                <a:cs typeface="Helvetica Neue"/>
              </a:defRPr>
            </a:lvl2pPr>
            <a:lvl3pPr>
              <a:defRPr sz="1800" b="0">
                <a:solidFill>
                  <a:srgbClr val="D8D1C5"/>
                </a:solidFill>
                <a:latin typeface="Helvetica Neue"/>
                <a:ea typeface="Helvetica Neue"/>
                <a:cs typeface="Helvetica Neue"/>
              </a:defRPr>
            </a:lvl3pPr>
            <a:lvl4pPr>
              <a:defRPr sz="1800" b="0">
                <a:solidFill>
                  <a:srgbClr val="D8D1C5"/>
                </a:solidFill>
                <a:latin typeface="Helvetica Neue"/>
                <a:ea typeface="Helvetica Neue"/>
                <a:cs typeface="Helvetica Neue"/>
              </a:defRPr>
            </a:lvl4pPr>
            <a:lvl5pPr>
              <a:defRPr sz="1800" b="0">
                <a:solidFill>
                  <a:srgbClr val="D8D1C5"/>
                </a:solidFill>
                <a:latin typeface="Helvetica Neue"/>
                <a:ea typeface="Helvetica Neue"/>
                <a:cs typeface="Helvetica Neue"/>
              </a:defRPr>
            </a:lvl5pPr>
            <a:lvl6pPr>
              <a:defRPr sz="1800" b="0">
                <a:solidFill>
                  <a:srgbClr val="D8D1C5"/>
                </a:solidFill>
                <a:latin typeface="Helvetica Neue"/>
                <a:ea typeface="Helvetica Neue"/>
                <a:cs typeface="Helvetica Neue"/>
              </a:defRPr>
            </a:lvl6pPr>
            <a:lvl7pPr>
              <a:defRPr sz="1800" b="0">
                <a:solidFill>
                  <a:srgbClr val="D8D1C5"/>
                </a:solidFill>
                <a:latin typeface="Helvetica Neue"/>
                <a:ea typeface="Helvetica Neue"/>
                <a:cs typeface="Helvetica Neue"/>
              </a:defRPr>
            </a:lvl7pPr>
            <a:lvl8pPr>
              <a:defRPr sz="1800" b="0">
                <a:solidFill>
                  <a:srgbClr val="D8D1C5"/>
                </a:solidFill>
                <a:latin typeface="Helvetica Neue"/>
                <a:ea typeface="Helvetica Neue"/>
                <a:cs typeface="Helvetica Neue"/>
              </a:defRPr>
            </a:lvl8pPr>
            <a:lvl9pPr>
              <a:defRPr sz="1800" b="0">
                <a:solidFill>
                  <a:srgbClr val="D8D1C5"/>
                </a:solidFill>
                <a:latin typeface="Helvetica Neue"/>
                <a:ea typeface="Helvetica Neue"/>
                <a:cs typeface="Helvetica Neue"/>
              </a:defRPr>
            </a:lvl9pPr>
          </a:lstStyle>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Local Qwen2.5:7b</a:t>
            </a:r>
          </a:p>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Python validation</a:t>
            </a:r>
          </a:p>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Clarify if needed</a:t>
            </a:r>
          </a:p>
        </p:txBody>
      </p:sp>
      <p:sp>
        <p:nvSpPr>
          <p:cNvPr id="15" name="data-flow-link">
            <a:extLst xmlns:a="http://schemas.openxmlformats.org/drawingml/2006/main">
              <a:ext uri="{FF2B5EF4-FFF2-40B4-BE49-F238E27FC236}">
                <a16:creationId xmlns:a16="http://schemas.microsoft.com/office/drawing/2014/main" id="{C873D7C3-6AFA-426D-A34C-F268E48BAB8C}"/>
              </a:ext>
            </a:extLst>
          </p:cNvPr>
          <p:cNvSpPr>
            <a:spLocks xmlns:a="http://schemas.openxmlformats.org/drawingml/2006/main" noGrp="1"/>
          </p:cNvSpPr>
          <p:nvPr/>
        </p:nvSpPr>
        <p:spPr>
          <a:xfrm xmlns:a="http://schemas.openxmlformats.org/drawingml/2006/main">
            <a:off x="7239000" y="2333625"/>
            <a:ext cx="1866900" cy="19050"/>
          </a:xfrm>
          <a:prstGeom xmlns:a="http://schemas.openxmlformats.org/drawingml/2006/main" prst="rect">
            <a:avLst/>
          </a:prstGeom>
          <a:solidFill xmlns:a="http://schemas.openxmlformats.org/drawingml/2006/main">
            <a:srgbClr val="62676A"/>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25F1BA21-BEDE-4CF7-8352-CBA950B18597}"/>
              </a:ext>
            </a:extLst>
          </p:cNvPr>
          <p:cNvSpPr>
            <a:spLocks xmlns:a="http://schemas.openxmlformats.org/drawingml/2006/main" noGrp="1"/>
          </p:cNvSpPr>
          <p:nvPr/>
        </p:nvSpPr>
        <p:spPr>
          <a:xfrm xmlns:a="http://schemas.openxmlformats.org/drawingml/2006/main">
            <a:off x="9163050" y="1905000"/>
            <a:ext cx="200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FFFFFF"/>
                </a:solidFill>
                <a:latin typeface="Helvetica Neue"/>
                <a:ea typeface="Helvetica Neue"/>
                <a:cs typeface="Helvetica Neue"/>
              </a:defRPr>
            </a:defPPr>
            <a:lvl1pPr>
              <a:defRPr sz="4350" b="1">
                <a:solidFill>
                  <a:srgbClr val="FFFFFF"/>
                </a:solidFill>
                <a:latin typeface="Helvetica Neue"/>
                <a:ea typeface="Helvetica Neue"/>
                <a:cs typeface="Helvetica Neue"/>
              </a:defRPr>
            </a:lvl1pPr>
            <a:lvl2pPr>
              <a:defRPr sz="4350" b="1">
                <a:solidFill>
                  <a:srgbClr val="FFFFFF"/>
                </a:solidFill>
                <a:latin typeface="Helvetica Neue"/>
                <a:ea typeface="Helvetica Neue"/>
                <a:cs typeface="Helvetica Neue"/>
              </a:defRPr>
            </a:lvl2pPr>
            <a:lvl3pPr>
              <a:defRPr sz="4350" b="1">
                <a:solidFill>
                  <a:srgbClr val="FFFFFF"/>
                </a:solidFill>
                <a:latin typeface="Helvetica Neue"/>
                <a:ea typeface="Helvetica Neue"/>
                <a:cs typeface="Helvetica Neue"/>
              </a:defRPr>
            </a:lvl3pPr>
            <a:lvl4pPr>
              <a:defRPr sz="4350" b="1">
                <a:solidFill>
                  <a:srgbClr val="FFFFFF"/>
                </a:solidFill>
                <a:latin typeface="Helvetica Neue"/>
                <a:ea typeface="Helvetica Neue"/>
                <a:cs typeface="Helvetica Neue"/>
              </a:defRPr>
            </a:lvl4pPr>
            <a:lvl5pPr>
              <a:defRPr sz="4350" b="1">
                <a:solidFill>
                  <a:srgbClr val="FFFFFF"/>
                </a:solidFill>
                <a:latin typeface="Helvetica Neue"/>
                <a:ea typeface="Helvetica Neue"/>
                <a:cs typeface="Helvetica Neue"/>
              </a:defRPr>
            </a:lvl5pPr>
            <a:lvl6pPr>
              <a:defRPr sz="4350" b="1">
                <a:solidFill>
                  <a:srgbClr val="FFFFFF"/>
                </a:solidFill>
                <a:latin typeface="Helvetica Neue"/>
                <a:ea typeface="Helvetica Neue"/>
                <a:cs typeface="Helvetica Neue"/>
              </a:defRPr>
            </a:lvl6pPr>
            <a:lvl7pPr>
              <a:defRPr sz="4350" b="1">
                <a:solidFill>
                  <a:srgbClr val="FFFFFF"/>
                </a:solidFill>
                <a:latin typeface="Helvetica Neue"/>
                <a:ea typeface="Helvetica Neue"/>
                <a:cs typeface="Helvetica Neue"/>
              </a:defRPr>
            </a:lvl7pPr>
            <a:lvl8pPr>
              <a:defRPr sz="4350" b="1">
                <a:solidFill>
                  <a:srgbClr val="FFFFFF"/>
                </a:solidFill>
                <a:latin typeface="Helvetica Neue"/>
                <a:ea typeface="Helvetica Neue"/>
                <a:cs typeface="Helvetica Neue"/>
              </a:defRPr>
            </a:lvl8pPr>
            <a:lvl9pPr>
              <a:defRPr sz="4350" b="1">
                <a:solidFill>
                  <a:srgbClr val="FFFFFF"/>
                </a:solidFill>
                <a:latin typeface="Helvetica Neue"/>
                <a:ea typeface="Helvetica Neue"/>
                <a:cs typeface="Helvetica Neue"/>
              </a:defRPr>
            </a:lvl9pPr>
          </a:lstStyle>
          <a:p xmlns:a="http://schemas.openxmlformats.org/drawingml/2006/main">
            <a:pPr>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04</a:t>
            </a:r>
          </a:p>
        </p:txBody>
      </p:sp>
      <p:sp>
        <p:nvSpPr>
          <p:cNvPr id="17" name="text">
            <a:extLst xmlns:a="http://schemas.openxmlformats.org/drawingml/2006/main">
              <a:ext uri="{FF2B5EF4-FFF2-40B4-BE49-F238E27FC236}">
                <a16:creationId xmlns:a16="http://schemas.microsoft.com/office/drawing/2014/main" id="{CBE6C383-731E-4D09-88D1-E7969A0DF8C7}"/>
              </a:ext>
            </a:extLst>
          </p:cNvPr>
          <p:cNvSpPr>
            <a:spLocks xmlns:a="http://schemas.openxmlformats.org/drawingml/2006/main" noGrp="1"/>
          </p:cNvSpPr>
          <p:nvPr/>
        </p:nvSpPr>
        <p:spPr>
          <a:xfrm xmlns:a="http://schemas.openxmlformats.org/drawingml/2006/main">
            <a:off x="9163050" y="2809875"/>
            <a:ext cx="2343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FFFFFF"/>
                </a:solidFill>
                <a:latin typeface="Helvetica Neue"/>
                <a:ea typeface="Helvetica Neue"/>
                <a:cs typeface="Helvetica Neue"/>
              </a:defRPr>
            </a:defPPr>
            <a:lvl1pPr>
              <a:defRPr sz="2250" b="1">
                <a:solidFill>
                  <a:srgbClr val="FFFFFF"/>
                </a:solidFill>
                <a:latin typeface="Helvetica Neue"/>
                <a:ea typeface="Helvetica Neue"/>
                <a:cs typeface="Helvetica Neue"/>
              </a:defRPr>
            </a:lvl1pPr>
            <a:lvl2pPr>
              <a:defRPr sz="2250" b="1">
                <a:solidFill>
                  <a:srgbClr val="FFFFFF"/>
                </a:solidFill>
                <a:latin typeface="Helvetica Neue"/>
                <a:ea typeface="Helvetica Neue"/>
                <a:cs typeface="Helvetica Neue"/>
              </a:defRPr>
            </a:lvl2pPr>
            <a:lvl3pPr>
              <a:defRPr sz="2250" b="1">
                <a:solidFill>
                  <a:srgbClr val="FFFFFF"/>
                </a:solidFill>
                <a:latin typeface="Helvetica Neue"/>
                <a:ea typeface="Helvetica Neue"/>
                <a:cs typeface="Helvetica Neue"/>
              </a:defRPr>
            </a:lvl3pPr>
            <a:lvl4pPr>
              <a:defRPr sz="2250" b="1">
                <a:solidFill>
                  <a:srgbClr val="FFFFFF"/>
                </a:solidFill>
                <a:latin typeface="Helvetica Neue"/>
                <a:ea typeface="Helvetica Neue"/>
                <a:cs typeface="Helvetica Neue"/>
              </a:defRPr>
            </a:lvl4pPr>
            <a:lvl5pPr>
              <a:defRPr sz="2250" b="1">
                <a:solidFill>
                  <a:srgbClr val="FFFFFF"/>
                </a:solidFill>
                <a:latin typeface="Helvetica Neue"/>
                <a:ea typeface="Helvetica Neue"/>
                <a:cs typeface="Helvetica Neue"/>
              </a:defRPr>
            </a:lvl5pPr>
            <a:lvl6pPr>
              <a:defRPr sz="2250" b="1">
                <a:solidFill>
                  <a:srgbClr val="FFFFFF"/>
                </a:solidFill>
                <a:latin typeface="Helvetica Neue"/>
                <a:ea typeface="Helvetica Neue"/>
                <a:cs typeface="Helvetica Neue"/>
              </a:defRPr>
            </a:lvl6pPr>
            <a:lvl7pPr>
              <a:defRPr sz="2250" b="1">
                <a:solidFill>
                  <a:srgbClr val="FFFFFF"/>
                </a:solidFill>
                <a:latin typeface="Helvetica Neue"/>
                <a:ea typeface="Helvetica Neue"/>
                <a:cs typeface="Helvetica Neue"/>
              </a:defRPr>
            </a:lvl7pPr>
            <a:lvl8pPr>
              <a:defRPr sz="2250" b="1">
                <a:solidFill>
                  <a:srgbClr val="FFFFFF"/>
                </a:solidFill>
                <a:latin typeface="Helvetica Neue"/>
                <a:ea typeface="Helvetica Neue"/>
                <a:cs typeface="Helvetica Neue"/>
              </a:defRPr>
            </a:lvl8pPr>
            <a:lvl9pPr>
              <a:defRPr sz="2250" b="1">
                <a:solidFill>
                  <a:srgbClr val="FFFFFF"/>
                </a:solidFill>
                <a:latin typeface="Helvetica Neue"/>
                <a:ea typeface="Helvetica Neue"/>
                <a:cs typeface="Helvetica Neue"/>
              </a:defRPr>
            </a:lvl9pPr>
          </a:lstStyle>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Audio playback</a:t>
            </a:r>
          </a:p>
        </p:txBody>
      </p:sp>
      <p:sp>
        <p:nvSpPr>
          <p:cNvPr id="18" name="text">
            <a:extLst xmlns:a="http://schemas.openxmlformats.org/drawingml/2006/main">
              <a:ext uri="{FF2B5EF4-FFF2-40B4-BE49-F238E27FC236}">
                <a16:creationId xmlns:a16="http://schemas.microsoft.com/office/drawing/2014/main" id="{45809407-7DB8-4610-9014-3F8908971041}"/>
              </a:ext>
            </a:extLst>
          </p:cNvPr>
          <p:cNvSpPr>
            <a:spLocks xmlns:a="http://schemas.openxmlformats.org/drawingml/2006/main" noGrp="1"/>
          </p:cNvSpPr>
          <p:nvPr/>
        </p:nvSpPr>
        <p:spPr>
          <a:xfrm xmlns:a="http://schemas.openxmlformats.org/drawingml/2006/main">
            <a:off x="9163050" y="3743325"/>
            <a:ext cx="23431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D8D1C5"/>
                </a:solidFill>
                <a:latin typeface="Helvetica Neue"/>
                <a:ea typeface="Helvetica Neue"/>
                <a:cs typeface="Helvetica Neue"/>
              </a:defRPr>
            </a:defPPr>
            <a:lvl1pPr>
              <a:defRPr sz="1800" b="0">
                <a:solidFill>
                  <a:srgbClr val="D8D1C5"/>
                </a:solidFill>
                <a:latin typeface="Helvetica Neue"/>
                <a:ea typeface="Helvetica Neue"/>
                <a:cs typeface="Helvetica Neue"/>
              </a:defRPr>
            </a:lvl1pPr>
            <a:lvl2pPr>
              <a:defRPr sz="1800" b="0">
                <a:solidFill>
                  <a:srgbClr val="D8D1C5"/>
                </a:solidFill>
                <a:latin typeface="Helvetica Neue"/>
                <a:ea typeface="Helvetica Neue"/>
                <a:cs typeface="Helvetica Neue"/>
              </a:defRPr>
            </a:lvl2pPr>
            <a:lvl3pPr>
              <a:defRPr sz="1800" b="0">
                <a:solidFill>
                  <a:srgbClr val="D8D1C5"/>
                </a:solidFill>
                <a:latin typeface="Helvetica Neue"/>
                <a:ea typeface="Helvetica Neue"/>
                <a:cs typeface="Helvetica Neue"/>
              </a:defRPr>
            </a:lvl3pPr>
            <a:lvl4pPr>
              <a:defRPr sz="1800" b="0">
                <a:solidFill>
                  <a:srgbClr val="D8D1C5"/>
                </a:solidFill>
                <a:latin typeface="Helvetica Neue"/>
                <a:ea typeface="Helvetica Neue"/>
                <a:cs typeface="Helvetica Neue"/>
              </a:defRPr>
            </a:lvl4pPr>
            <a:lvl5pPr>
              <a:defRPr sz="1800" b="0">
                <a:solidFill>
                  <a:srgbClr val="D8D1C5"/>
                </a:solidFill>
                <a:latin typeface="Helvetica Neue"/>
                <a:ea typeface="Helvetica Neue"/>
                <a:cs typeface="Helvetica Neue"/>
              </a:defRPr>
            </a:lvl5pPr>
            <a:lvl6pPr>
              <a:defRPr sz="1800" b="0">
                <a:solidFill>
                  <a:srgbClr val="D8D1C5"/>
                </a:solidFill>
                <a:latin typeface="Helvetica Neue"/>
                <a:ea typeface="Helvetica Neue"/>
                <a:cs typeface="Helvetica Neue"/>
              </a:defRPr>
            </a:lvl6pPr>
            <a:lvl7pPr>
              <a:defRPr sz="1800" b="0">
                <a:solidFill>
                  <a:srgbClr val="D8D1C5"/>
                </a:solidFill>
                <a:latin typeface="Helvetica Neue"/>
                <a:ea typeface="Helvetica Neue"/>
                <a:cs typeface="Helvetica Neue"/>
              </a:defRPr>
            </a:lvl7pPr>
            <a:lvl8pPr>
              <a:defRPr sz="1800" b="0">
                <a:solidFill>
                  <a:srgbClr val="D8D1C5"/>
                </a:solidFill>
                <a:latin typeface="Helvetica Neue"/>
                <a:ea typeface="Helvetica Neue"/>
                <a:cs typeface="Helvetica Neue"/>
              </a:defRPr>
            </a:lvl8pPr>
            <a:lvl9pPr>
              <a:defRPr sz="1800" b="0">
                <a:solidFill>
                  <a:srgbClr val="D8D1C5"/>
                </a:solidFill>
                <a:latin typeface="Helvetica Neue"/>
                <a:ea typeface="Helvetica Neue"/>
                <a:cs typeface="Helvetica Neue"/>
              </a:defRPr>
            </a:lvl9pPr>
          </a:lstStyle>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OSC to Max/MSP</a:t>
            </a:r>
          </a:p>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Full Mix or Stems</a:t>
            </a:r>
          </a:p>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Selected range</a:t>
            </a:r>
          </a:p>
        </p:txBody>
      </p:sp>
      <p:sp>
        <p:nvSpPr>
          <p:cNvPr id="19" name="accent">
            <a:extLst xmlns:a="http://schemas.openxmlformats.org/drawingml/2006/main">
              <a:ext uri="{FF2B5EF4-FFF2-40B4-BE49-F238E27FC236}">
                <a16:creationId xmlns:a16="http://schemas.microsoft.com/office/drawing/2014/main" id="{B2DDB5B0-0339-4908-894E-920E86F65F1F}"/>
              </a:ext>
            </a:extLst>
          </p:cNvPr>
          <p:cNvSpPr>
            <a:spLocks xmlns:a="http://schemas.openxmlformats.org/drawingml/2006/main" noGrp="1"/>
          </p:cNvSpPr>
          <p:nvPr/>
        </p:nvSpPr>
        <p:spPr>
          <a:xfrm xmlns:a="http://schemas.openxmlformats.org/drawingml/2006/main">
            <a:off x="704850" y="5562600"/>
            <a:ext cx="10801350" cy="9525"/>
          </a:xfrm>
          <a:prstGeom xmlns:a="http://schemas.openxmlformats.org/drawingml/2006/main" prst="rect">
            <a:avLst/>
          </a:prstGeom>
          <a:solidFill xmlns:a="http://schemas.openxmlformats.org/drawingml/2006/main">
            <a:srgbClr val="62676A"/>
          </a:solidFill>
          <a:ln xmlns:a="http://schemas.openxmlformats.org/drawingml/2006/main" w="0">
            <a:noFill/>
          </a:ln>
        </p:spPr>
      </p:sp>
      <p:sp>
        <p:nvSpPr>
          <p:cNvPr id="20" name="text">
            <a:extLst xmlns:a="http://schemas.openxmlformats.org/drawingml/2006/main">
              <a:ext uri="{FF2B5EF4-FFF2-40B4-BE49-F238E27FC236}">
                <a16:creationId xmlns:a16="http://schemas.microsoft.com/office/drawing/2014/main" id="{83DF669F-CDC8-4938-8111-989E0B687D59}"/>
              </a:ext>
            </a:extLst>
          </p:cNvPr>
          <p:cNvSpPr>
            <a:spLocks xmlns:a="http://schemas.openxmlformats.org/drawingml/2006/main" noGrp="1"/>
          </p:cNvSpPr>
          <p:nvPr/>
        </p:nvSpPr>
        <p:spPr>
          <a:xfrm xmlns:a="http://schemas.openxmlformats.org/drawingml/2006/main">
            <a:off x="704850" y="5810250"/>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1C5"/>
                </a:solidFill>
                <a:latin typeface="Helvetica Neue"/>
                <a:ea typeface="Helvetica Neue"/>
                <a:cs typeface="Helvetica Neue"/>
              </a:defRPr>
            </a:defPPr>
            <a:lvl1pPr>
              <a:defRPr sz="1875" b="0">
                <a:solidFill>
                  <a:srgbClr val="D8D1C5"/>
                </a:solidFill>
                <a:latin typeface="Helvetica Neue"/>
                <a:ea typeface="Helvetica Neue"/>
                <a:cs typeface="Helvetica Neue"/>
              </a:defRPr>
            </a:lvl1pPr>
            <a:lvl2pPr>
              <a:defRPr sz="1875" b="0">
                <a:solidFill>
                  <a:srgbClr val="D8D1C5"/>
                </a:solidFill>
                <a:latin typeface="Helvetica Neue"/>
                <a:ea typeface="Helvetica Neue"/>
                <a:cs typeface="Helvetica Neue"/>
              </a:defRPr>
            </a:lvl2pPr>
            <a:lvl3pPr>
              <a:defRPr sz="1875" b="0">
                <a:solidFill>
                  <a:srgbClr val="D8D1C5"/>
                </a:solidFill>
                <a:latin typeface="Helvetica Neue"/>
                <a:ea typeface="Helvetica Neue"/>
                <a:cs typeface="Helvetica Neue"/>
              </a:defRPr>
            </a:lvl3pPr>
            <a:lvl4pPr>
              <a:defRPr sz="1875" b="0">
                <a:solidFill>
                  <a:srgbClr val="D8D1C5"/>
                </a:solidFill>
                <a:latin typeface="Helvetica Neue"/>
                <a:ea typeface="Helvetica Neue"/>
                <a:cs typeface="Helvetica Neue"/>
              </a:defRPr>
            </a:lvl4pPr>
            <a:lvl5pPr>
              <a:defRPr sz="1875" b="0">
                <a:solidFill>
                  <a:srgbClr val="D8D1C5"/>
                </a:solidFill>
                <a:latin typeface="Helvetica Neue"/>
                <a:ea typeface="Helvetica Neue"/>
                <a:cs typeface="Helvetica Neue"/>
              </a:defRPr>
            </a:lvl5pPr>
            <a:lvl6pPr>
              <a:defRPr sz="1875" b="0">
                <a:solidFill>
                  <a:srgbClr val="D8D1C5"/>
                </a:solidFill>
                <a:latin typeface="Helvetica Neue"/>
                <a:ea typeface="Helvetica Neue"/>
                <a:cs typeface="Helvetica Neue"/>
              </a:defRPr>
            </a:lvl6pPr>
            <a:lvl7pPr>
              <a:defRPr sz="1875" b="0">
                <a:solidFill>
                  <a:srgbClr val="D8D1C5"/>
                </a:solidFill>
                <a:latin typeface="Helvetica Neue"/>
                <a:ea typeface="Helvetica Neue"/>
                <a:cs typeface="Helvetica Neue"/>
              </a:defRPr>
            </a:lvl7pPr>
            <a:lvl8pPr>
              <a:defRPr sz="1875" b="0">
                <a:solidFill>
                  <a:srgbClr val="D8D1C5"/>
                </a:solidFill>
                <a:latin typeface="Helvetica Neue"/>
                <a:ea typeface="Helvetica Neue"/>
                <a:cs typeface="Helvetica Neue"/>
              </a:defRPr>
            </a:lvl8pPr>
            <a:lvl9pPr>
              <a:defRPr sz="1875" b="0">
                <a:solidFill>
                  <a:srgbClr val="D8D1C5"/>
                </a:solidFill>
                <a:latin typeface="Helvetica Neue"/>
                <a:ea typeface="Helvetica Neue"/>
                <a:cs typeface="Helvetica Neue"/>
              </a:defRPr>
            </a:lvl9pPr>
          </a:lstStyle>
          <a:p xmlns:a="http://schemas.openxmlformats.org/drawingml/2006/main">
            <a:pPr>
              <a:defRPr sz="1875" b="0">
                <a:solidFill>
                  <a:srgbClr val="D8D1C5"/>
                </a:solidFill>
                <a:latin typeface="Helvetica Neue"/>
                <a:ea typeface="Helvetica Neue"/>
                <a:cs typeface="Helvetica Neue"/>
              </a:defRPr>
            </a:pPr>
            <a:r>
              <a:rPr sz="1875" b="0">
                <a:solidFill>
                  <a:srgbClr val="D8D1C5"/>
                </a:solidFill>
                <a:latin typeface="Helvetica Neue"/>
                <a:ea typeface="Helvetica Neue"/>
                <a:cs typeface="Helvetica Neue"/>
              </a:rPr>
              <a:t>Direct PLAY and gestures can send playback commands without speech recognition.</a:t>
            </a:r>
          </a:p>
        </p:txBody>
      </p:sp>
    </p:spTree>
    <p:extLst>
      <p:ext uri="{BB962C8B-B14F-4D97-AF65-F5344CB8AC3E}">
        <p14:creationId xmlns:p14="http://schemas.microsoft.com/office/powerpoint/2010/main" val="1640834482"/>
      </p:ext>
    </p:extLst>
  </p:cSld>
  <p:extLst>
    <p:ext uri="{6950BFC3-D8DA-4A85-94F7-54DA5524770B}">
      <p188:commentRel xmlns:r="http://schemas.openxmlformats.org/officeDocument/2006/relationships" xmlns:p188="http://schemas.microsoft.com/office/powerpoint/2018/8/main" r:id="Rc6b104a9c7c840b0"/>
    </p:ext>
  </p:extLst>
</p:sld>
</file>

<file path=ppt/slides/slide5.xml><?xml version="1.0" encoding="utf-8"?>
<p:sld xmlns:p="http://schemas.openxmlformats.org/presentationml/2006/main">
  <p:cSld>
    <p:bg>
      <p:bgPr>
        <a:solidFill xmlns:a="http://schemas.openxmlformats.org/drawingml/2006/main">
          <a:srgbClr val="171A1D"/>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968589CB-194B-45D5-98DB-4BF9F3DBFAF6}"/>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FFFFFF"/>
                </a:solidFill>
                <a:latin typeface="Helvetica Neue"/>
                <a:ea typeface="Helvetica Neue"/>
                <a:cs typeface="Helvetica Neue"/>
              </a:defRPr>
            </a:defPPr>
            <a:lvl1pPr>
              <a:defRPr sz="3375" b="1">
                <a:solidFill>
                  <a:srgbClr val="FFFFFF"/>
                </a:solidFill>
                <a:latin typeface="Helvetica Neue"/>
                <a:ea typeface="Helvetica Neue"/>
                <a:cs typeface="Helvetica Neue"/>
              </a:defRPr>
            </a:lvl1pPr>
            <a:lvl2pPr>
              <a:defRPr sz="3375" b="1">
                <a:solidFill>
                  <a:srgbClr val="FFFFFF"/>
                </a:solidFill>
                <a:latin typeface="Helvetica Neue"/>
                <a:ea typeface="Helvetica Neue"/>
                <a:cs typeface="Helvetica Neue"/>
              </a:defRPr>
            </a:lvl2pPr>
            <a:lvl3pPr>
              <a:defRPr sz="3375" b="1">
                <a:solidFill>
                  <a:srgbClr val="FFFFFF"/>
                </a:solidFill>
                <a:latin typeface="Helvetica Neue"/>
                <a:ea typeface="Helvetica Neue"/>
                <a:cs typeface="Helvetica Neue"/>
              </a:defRPr>
            </a:lvl3pPr>
            <a:lvl4pPr>
              <a:defRPr sz="3375" b="1">
                <a:solidFill>
                  <a:srgbClr val="FFFFFF"/>
                </a:solidFill>
                <a:latin typeface="Helvetica Neue"/>
                <a:ea typeface="Helvetica Neue"/>
                <a:cs typeface="Helvetica Neue"/>
              </a:defRPr>
            </a:lvl4pPr>
            <a:lvl5pPr>
              <a:defRPr sz="3375" b="1">
                <a:solidFill>
                  <a:srgbClr val="FFFFFF"/>
                </a:solidFill>
                <a:latin typeface="Helvetica Neue"/>
                <a:ea typeface="Helvetica Neue"/>
                <a:cs typeface="Helvetica Neue"/>
              </a:defRPr>
            </a:lvl5pPr>
            <a:lvl6pPr>
              <a:defRPr sz="3375" b="1">
                <a:solidFill>
                  <a:srgbClr val="FFFFFF"/>
                </a:solidFill>
                <a:latin typeface="Helvetica Neue"/>
                <a:ea typeface="Helvetica Neue"/>
                <a:cs typeface="Helvetica Neue"/>
              </a:defRPr>
            </a:lvl6pPr>
            <a:lvl7pPr>
              <a:defRPr sz="3375" b="1">
                <a:solidFill>
                  <a:srgbClr val="FFFFFF"/>
                </a:solidFill>
                <a:latin typeface="Helvetica Neue"/>
                <a:ea typeface="Helvetica Neue"/>
                <a:cs typeface="Helvetica Neue"/>
              </a:defRPr>
            </a:lvl7pPr>
            <a:lvl8pPr>
              <a:defRPr sz="3375" b="1">
                <a:solidFill>
                  <a:srgbClr val="FFFFFF"/>
                </a:solidFill>
                <a:latin typeface="Helvetica Neue"/>
                <a:ea typeface="Helvetica Neue"/>
                <a:cs typeface="Helvetica Neue"/>
              </a:defRPr>
            </a:lvl8pPr>
            <a:lvl9pPr>
              <a:defRPr sz="3375" b="1">
                <a:solidFill>
                  <a:srgbClr val="FFFFFF"/>
                </a:solidFill>
                <a:latin typeface="Helvetica Neue"/>
                <a:ea typeface="Helvetica Neue"/>
                <a:cs typeface="Helvetica Neue"/>
              </a:defRPr>
            </a:lvl9pPr>
          </a:lstStyle>
          <a:p xmlns:a="http://schemas.openxmlformats.org/drawingml/2006/main">
            <a:pPr>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Voice-selected playback</a:t>
            </a:r>
          </a:p>
        </p:txBody>
      </p:sp>
      <p:sp>
        <p:nvSpPr>
          <p:cNvPr id="2" name="accent">
            <a:extLst xmlns:a="http://schemas.openxmlformats.org/drawingml/2006/main">
              <a:ext uri="{FF2B5EF4-FFF2-40B4-BE49-F238E27FC236}">
                <a16:creationId xmlns:a16="http://schemas.microsoft.com/office/drawing/2014/main" id="{F1B83B6B-F517-4B5F-8190-15678193B817}"/>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57E7D153-56A2-47E1-9BFE-EE523D662678}"/>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D8D1C5"/>
                </a:solidFill>
                <a:latin typeface="Helvetica Neue"/>
                <a:ea typeface="Helvetica Neue"/>
                <a:cs typeface="Helvetica Neue"/>
              </a:defRPr>
            </a:defPPr>
            <a:lvl1pPr>
              <a:defRPr sz="1275" b="1">
                <a:solidFill>
                  <a:srgbClr val="D8D1C5"/>
                </a:solidFill>
                <a:latin typeface="Helvetica Neue"/>
                <a:ea typeface="Helvetica Neue"/>
                <a:cs typeface="Helvetica Neue"/>
              </a:defRPr>
            </a:lvl1pPr>
            <a:lvl2pPr>
              <a:defRPr sz="1275" b="1">
                <a:solidFill>
                  <a:srgbClr val="D8D1C5"/>
                </a:solidFill>
                <a:latin typeface="Helvetica Neue"/>
                <a:ea typeface="Helvetica Neue"/>
                <a:cs typeface="Helvetica Neue"/>
              </a:defRPr>
            </a:lvl2pPr>
            <a:lvl3pPr>
              <a:defRPr sz="1275" b="1">
                <a:solidFill>
                  <a:srgbClr val="D8D1C5"/>
                </a:solidFill>
                <a:latin typeface="Helvetica Neue"/>
                <a:ea typeface="Helvetica Neue"/>
                <a:cs typeface="Helvetica Neue"/>
              </a:defRPr>
            </a:lvl3pPr>
            <a:lvl4pPr>
              <a:defRPr sz="1275" b="1">
                <a:solidFill>
                  <a:srgbClr val="D8D1C5"/>
                </a:solidFill>
                <a:latin typeface="Helvetica Neue"/>
                <a:ea typeface="Helvetica Neue"/>
                <a:cs typeface="Helvetica Neue"/>
              </a:defRPr>
            </a:lvl4pPr>
            <a:lvl5pPr>
              <a:defRPr sz="1275" b="1">
                <a:solidFill>
                  <a:srgbClr val="D8D1C5"/>
                </a:solidFill>
                <a:latin typeface="Helvetica Neue"/>
                <a:ea typeface="Helvetica Neue"/>
                <a:cs typeface="Helvetica Neue"/>
              </a:defRPr>
            </a:lvl5pPr>
            <a:lvl6pPr>
              <a:defRPr sz="1275" b="1">
                <a:solidFill>
                  <a:srgbClr val="D8D1C5"/>
                </a:solidFill>
                <a:latin typeface="Helvetica Neue"/>
                <a:ea typeface="Helvetica Neue"/>
                <a:cs typeface="Helvetica Neue"/>
              </a:defRPr>
            </a:lvl6pPr>
            <a:lvl7pPr>
              <a:defRPr sz="1275" b="1">
                <a:solidFill>
                  <a:srgbClr val="D8D1C5"/>
                </a:solidFill>
                <a:latin typeface="Helvetica Neue"/>
                <a:ea typeface="Helvetica Neue"/>
                <a:cs typeface="Helvetica Neue"/>
              </a:defRPr>
            </a:lvl7pPr>
            <a:lvl8pPr>
              <a:defRPr sz="1275" b="1">
                <a:solidFill>
                  <a:srgbClr val="D8D1C5"/>
                </a:solidFill>
                <a:latin typeface="Helvetica Neue"/>
                <a:ea typeface="Helvetica Neue"/>
                <a:cs typeface="Helvetica Neue"/>
              </a:defRPr>
            </a:lvl8pPr>
            <a:lvl9pPr>
              <a:defRPr sz="1275" b="1">
                <a:solidFill>
                  <a:srgbClr val="D8D1C5"/>
                </a:solidFill>
                <a:latin typeface="Helvetica Neue"/>
                <a:ea typeface="Helvetica Neue"/>
                <a:cs typeface="Helvetica Neue"/>
              </a:defRPr>
            </a:lvl9pPr>
          </a:lstStyle>
          <a:p xmlns:a="http://schemas.openxmlformats.org/drawingml/2006/main">
            <a:pPr>
              <a:defRPr sz="1275" b="1">
                <a:solidFill>
                  <a:srgbClr val="D8D1C5"/>
                </a:solidFill>
                <a:latin typeface="Helvetica Neue"/>
                <a:ea typeface="Helvetica Neue"/>
                <a:cs typeface="Helvetica Neue"/>
              </a:defRPr>
            </a:pPr>
            <a:r>
              <a:rPr sz="1275" b="1">
                <a:solidFill>
                  <a:srgbClr val="D8D1C5"/>
                </a:solidFill>
                <a:latin typeface="Helvetica Neue"/>
                <a:ea typeface="Helvetica Neue"/>
                <a:cs typeface="Helvetica Neue"/>
              </a:rPr>
              <a:t>05</a:t>
            </a:r>
          </a:p>
        </p:txBody>
      </p:sp>
      <p:sp>
        <p:nvSpPr>
          <p:cNvPr id="4" name="text">
            <a:extLst xmlns:a="http://schemas.openxmlformats.org/drawingml/2006/main">
              <a:ext uri="{FF2B5EF4-FFF2-40B4-BE49-F238E27FC236}">
                <a16:creationId xmlns:a16="http://schemas.microsoft.com/office/drawing/2014/main" id="{4A5FF970-361B-4E60-84D8-860486F2C5AB}"/>
              </a:ext>
            </a:extLst>
          </p:cNvPr>
          <p:cNvSpPr>
            <a:spLocks xmlns:a="http://schemas.openxmlformats.org/drawingml/2006/main" noGrp="1"/>
          </p:cNvSpPr>
          <p:nvPr/>
        </p:nvSpPr>
        <p:spPr>
          <a:xfrm xmlns:a="http://schemas.openxmlformats.org/drawingml/2006/main">
            <a:off x="704850" y="1743075"/>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CFEA79"/>
                </a:solidFill>
                <a:latin typeface="Helvetica Neue"/>
                <a:ea typeface="Helvetica Neue"/>
                <a:cs typeface="Helvetica Neue"/>
              </a:defRPr>
            </a:defPPr>
            <a:lvl1pPr>
              <a:defRPr sz="1725" b="1">
                <a:solidFill>
                  <a:srgbClr val="CFEA79"/>
                </a:solidFill>
                <a:latin typeface="Helvetica Neue"/>
                <a:ea typeface="Helvetica Neue"/>
                <a:cs typeface="Helvetica Neue"/>
              </a:defRPr>
            </a:lvl1pPr>
            <a:lvl2pPr>
              <a:defRPr sz="1725" b="1">
                <a:solidFill>
                  <a:srgbClr val="CFEA79"/>
                </a:solidFill>
                <a:latin typeface="Helvetica Neue"/>
                <a:ea typeface="Helvetica Neue"/>
                <a:cs typeface="Helvetica Neue"/>
              </a:defRPr>
            </a:lvl2pPr>
            <a:lvl3pPr>
              <a:defRPr sz="1725" b="1">
                <a:solidFill>
                  <a:srgbClr val="CFEA79"/>
                </a:solidFill>
                <a:latin typeface="Helvetica Neue"/>
                <a:ea typeface="Helvetica Neue"/>
                <a:cs typeface="Helvetica Neue"/>
              </a:defRPr>
            </a:lvl3pPr>
            <a:lvl4pPr>
              <a:defRPr sz="1725" b="1">
                <a:solidFill>
                  <a:srgbClr val="CFEA79"/>
                </a:solidFill>
                <a:latin typeface="Helvetica Neue"/>
                <a:ea typeface="Helvetica Neue"/>
                <a:cs typeface="Helvetica Neue"/>
              </a:defRPr>
            </a:lvl4pPr>
            <a:lvl5pPr>
              <a:defRPr sz="1725" b="1">
                <a:solidFill>
                  <a:srgbClr val="CFEA79"/>
                </a:solidFill>
                <a:latin typeface="Helvetica Neue"/>
                <a:ea typeface="Helvetica Neue"/>
                <a:cs typeface="Helvetica Neue"/>
              </a:defRPr>
            </a:lvl5pPr>
            <a:lvl6pPr>
              <a:defRPr sz="1725" b="1">
                <a:solidFill>
                  <a:srgbClr val="CFEA79"/>
                </a:solidFill>
                <a:latin typeface="Helvetica Neue"/>
                <a:ea typeface="Helvetica Neue"/>
                <a:cs typeface="Helvetica Neue"/>
              </a:defRPr>
            </a:lvl6pPr>
            <a:lvl7pPr>
              <a:defRPr sz="1725" b="1">
                <a:solidFill>
                  <a:srgbClr val="CFEA79"/>
                </a:solidFill>
                <a:latin typeface="Helvetica Neue"/>
                <a:ea typeface="Helvetica Neue"/>
                <a:cs typeface="Helvetica Neue"/>
              </a:defRPr>
            </a:lvl7pPr>
            <a:lvl8pPr>
              <a:defRPr sz="1725" b="1">
                <a:solidFill>
                  <a:srgbClr val="CFEA79"/>
                </a:solidFill>
                <a:latin typeface="Helvetica Neue"/>
                <a:ea typeface="Helvetica Neue"/>
                <a:cs typeface="Helvetica Neue"/>
              </a:defRPr>
            </a:lvl8pPr>
            <a:lvl9pPr>
              <a:defRPr sz="1725" b="1">
                <a:solidFill>
                  <a:srgbClr val="CFEA79"/>
                </a:solidFill>
                <a:latin typeface="Helvetica Neue"/>
                <a:ea typeface="Helvetica Neue"/>
                <a:cs typeface="Helvetica Neue"/>
              </a:defRPr>
            </a:lvl9pPr>
          </a:lstStyle>
          <a:p xmlns:a="http://schemas.openxmlformats.org/drawingml/2006/main">
            <a:pPr>
              <a:defRPr sz="1725" b="1">
                <a:solidFill>
                  <a:srgbClr val="CFEA79"/>
                </a:solidFill>
                <a:latin typeface="Helvetica Neue"/>
                <a:ea typeface="Helvetica Neue"/>
                <a:cs typeface="Helvetica Neue"/>
              </a:defRPr>
            </a:pPr>
            <a:r>
              <a:rPr sz="1725" b="1">
                <a:solidFill>
                  <a:srgbClr val="CFEA79"/>
                </a:solidFill>
                <a:latin typeface="Helvetica Neue"/>
                <a:ea typeface="Helvetica Neue"/>
                <a:cs typeface="Helvetica Neue"/>
              </a:rPr>
              <a:t>Single instrument</a:t>
            </a:r>
          </a:p>
        </p:txBody>
      </p:sp>
      <p:sp>
        <p:nvSpPr>
          <p:cNvPr id="5" name="text">
            <a:extLst xmlns:a="http://schemas.openxmlformats.org/drawingml/2006/main">
              <a:ext uri="{FF2B5EF4-FFF2-40B4-BE49-F238E27FC236}">
                <a16:creationId xmlns:a16="http://schemas.microsoft.com/office/drawing/2014/main" id="{FA416F2B-CD1A-4AE5-AE4F-662FC397C4CD}"/>
              </a:ext>
            </a:extLst>
          </p:cNvPr>
          <p:cNvSpPr>
            <a:spLocks xmlns:a="http://schemas.openxmlformats.org/drawingml/2006/main" noGrp="1"/>
          </p:cNvSpPr>
          <p:nvPr/>
        </p:nvSpPr>
        <p:spPr>
          <a:xfrm xmlns:a="http://schemas.openxmlformats.org/drawingml/2006/main">
            <a:off x="704850" y="2171700"/>
            <a:ext cx="6381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FFFFFF"/>
                </a:solidFill>
                <a:latin typeface="Helvetica Neue"/>
                <a:ea typeface="Helvetica Neue"/>
                <a:cs typeface="Helvetica Neue"/>
              </a:defRPr>
            </a:defPPr>
            <a:lvl1pPr>
              <a:defRPr sz="2700" b="1">
                <a:solidFill>
                  <a:srgbClr val="FFFFFF"/>
                </a:solidFill>
                <a:latin typeface="Helvetica Neue"/>
                <a:ea typeface="Helvetica Neue"/>
                <a:cs typeface="Helvetica Neue"/>
              </a:defRPr>
            </a:lvl1pPr>
            <a:lvl2pPr>
              <a:defRPr sz="2700" b="1">
                <a:solidFill>
                  <a:srgbClr val="FFFFFF"/>
                </a:solidFill>
                <a:latin typeface="Helvetica Neue"/>
                <a:ea typeface="Helvetica Neue"/>
                <a:cs typeface="Helvetica Neue"/>
              </a:defRPr>
            </a:lvl2pPr>
            <a:lvl3pPr>
              <a:defRPr sz="2700" b="1">
                <a:solidFill>
                  <a:srgbClr val="FFFFFF"/>
                </a:solidFill>
                <a:latin typeface="Helvetica Neue"/>
                <a:ea typeface="Helvetica Neue"/>
                <a:cs typeface="Helvetica Neue"/>
              </a:defRPr>
            </a:lvl3pPr>
            <a:lvl4pPr>
              <a:defRPr sz="2700" b="1">
                <a:solidFill>
                  <a:srgbClr val="FFFFFF"/>
                </a:solidFill>
                <a:latin typeface="Helvetica Neue"/>
                <a:ea typeface="Helvetica Neue"/>
                <a:cs typeface="Helvetica Neue"/>
              </a:defRPr>
            </a:lvl4pPr>
            <a:lvl5pPr>
              <a:defRPr sz="2700" b="1">
                <a:solidFill>
                  <a:srgbClr val="FFFFFF"/>
                </a:solidFill>
                <a:latin typeface="Helvetica Neue"/>
                <a:ea typeface="Helvetica Neue"/>
                <a:cs typeface="Helvetica Neue"/>
              </a:defRPr>
            </a:lvl5pPr>
            <a:lvl6pPr>
              <a:defRPr sz="2700" b="1">
                <a:solidFill>
                  <a:srgbClr val="FFFFFF"/>
                </a:solidFill>
                <a:latin typeface="Helvetica Neue"/>
                <a:ea typeface="Helvetica Neue"/>
                <a:cs typeface="Helvetica Neue"/>
              </a:defRPr>
            </a:lvl6pPr>
            <a:lvl7pPr>
              <a:defRPr sz="2700" b="1">
                <a:solidFill>
                  <a:srgbClr val="FFFFFF"/>
                </a:solidFill>
                <a:latin typeface="Helvetica Neue"/>
                <a:ea typeface="Helvetica Neue"/>
                <a:cs typeface="Helvetica Neue"/>
              </a:defRPr>
            </a:lvl7pPr>
            <a:lvl8pPr>
              <a:defRPr sz="2700" b="1">
                <a:solidFill>
                  <a:srgbClr val="FFFFFF"/>
                </a:solidFill>
                <a:latin typeface="Helvetica Neue"/>
                <a:ea typeface="Helvetica Neue"/>
                <a:cs typeface="Helvetica Neue"/>
              </a:defRPr>
            </a:lvl8pPr>
            <a:lvl9pPr>
              <a:defRPr sz="2700" b="1">
                <a:solidFill>
                  <a:srgbClr val="FFFFFF"/>
                </a:solidFill>
                <a:latin typeface="Helvetica Neue"/>
                <a:ea typeface="Helvetica Neue"/>
                <a:cs typeface="Helvetica Neue"/>
              </a:defRPr>
            </a:lvl9pPr>
          </a:lstStyle>
          <a:p xmlns:a="http://schemas.openxmlformats.org/drawingml/2006/main">
            <a:pPr>
              <a:defRPr sz="2700" b="1">
                <a:solidFill>
                  <a:srgbClr val="FFFFFF"/>
                </a:solidFill>
                <a:latin typeface="Helvetica Neue"/>
                <a:ea typeface="Helvetica Neue"/>
                <a:cs typeface="Helvetica Neue"/>
              </a:defRPr>
            </a:pPr>
            <a:r>
              <a:rPr sz="2700" b="1">
                <a:solidFill>
                  <a:srgbClr val="FFFFFF"/>
                </a:solidFill>
                <a:latin typeface="Helvetica Neue"/>
                <a:ea typeface="Helvetica Neue"/>
                <a:cs typeface="Helvetica Neue"/>
              </a:rPr>
              <a:t>“Play violin one.”</a:t>
            </a:r>
          </a:p>
        </p:txBody>
      </p:sp>
      <p:sp>
        <p:nvSpPr>
          <p:cNvPr id="6" name="text">
            <a:extLst xmlns:a="http://schemas.openxmlformats.org/drawingml/2006/main">
              <a:ext uri="{FF2B5EF4-FFF2-40B4-BE49-F238E27FC236}">
                <a16:creationId xmlns:a16="http://schemas.microsoft.com/office/drawing/2014/main" id="{0D30786D-88E0-449A-A5A5-8746A55D7D66}"/>
              </a:ext>
            </a:extLst>
          </p:cNvPr>
          <p:cNvSpPr>
            <a:spLocks xmlns:a="http://schemas.openxmlformats.org/drawingml/2006/main" noGrp="1"/>
          </p:cNvSpPr>
          <p:nvPr/>
        </p:nvSpPr>
        <p:spPr>
          <a:xfrm xmlns:a="http://schemas.openxmlformats.org/drawingml/2006/main">
            <a:off x="704850" y="2886075"/>
            <a:ext cx="657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1C5"/>
                </a:solidFill>
                <a:latin typeface="Helvetica Neue"/>
                <a:ea typeface="Helvetica Neue"/>
                <a:cs typeface="Helvetica Neue"/>
              </a:defRPr>
            </a:defPPr>
            <a:lvl1pPr>
              <a:defRPr sz="1875" b="0">
                <a:solidFill>
                  <a:srgbClr val="D8D1C5"/>
                </a:solidFill>
                <a:latin typeface="Helvetica Neue"/>
                <a:ea typeface="Helvetica Neue"/>
                <a:cs typeface="Helvetica Neue"/>
              </a:defRPr>
            </a:lvl1pPr>
            <a:lvl2pPr>
              <a:defRPr sz="1875" b="0">
                <a:solidFill>
                  <a:srgbClr val="D8D1C5"/>
                </a:solidFill>
                <a:latin typeface="Helvetica Neue"/>
                <a:ea typeface="Helvetica Neue"/>
                <a:cs typeface="Helvetica Neue"/>
              </a:defRPr>
            </a:lvl2pPr>
            <a:lvl3pPr>
              <a:defRPr sz="1875" b="0">
                <a:solidFill>
                  <a:srgbClr val="D8D1C5"/>
                </a:solidFill>
                <a:latin typeface="Helvetica Neue"/>
                <a:ea typeface="Helvetica Neue"/>
                <a:cs typeface="Helvetica Neue"/>
              </a:defRPr>
            </a:lvl3pPr>
            <a:lvl4pPr>
              <a:defRPr sz="1875" b="0">
                <a:solidFill>
                  <a:srgbClr val="D8D1C5"/>
                </a:solidFill>
                <a:latin typeface="Helvetica Neue"/>
                <a:ea typeface="Helvetica Neue"/>
                <a:cs typeface="Helvetica Neue"/>
              </a:defRPr>
            </a:lvl4pPr>
            <a:lvl5pPr>
              <a:defRPr sz="1875" b="0">
                <a:solidFill>
                  <a:srgbClr val="D8D1C5"/>
                </a:solidFill>
                <a:latin typeface="Helvetica Neue"/>
                <a:ea typeface="Helvetica Neue"/>
                <a:cs typeface="Helvetica Neue"/>
              </a:defRPr>
            </a:lvl5pPr>
            <a:lvl6pPr>
              <a:defRPr sz="1875" b="0">
                <a:solidFill>
                  <a:srgbClr val="D8D1C5"/>
                </a:solidFill>
                <a:latin typeface="Helvetica Neue"/>
                <a:ea typeface="Helvetica Neue"/>
                <a:cs typeface="Helvetica Neue"/>
              </a:defRPr>
            </a:lvl6pPr>
            <a:lvl7pPr>
              <a:defRPr sz="1875" b="0">
                <a:solidFill>
                  <a:srgbClr val="D8D1C5"/>
                </a:solidFill>
                <a:latin typeface="Helvetica Neue"/>
                <a:ea typeface="Helvetica Neue"/>
                <a:cs typeface="Helvetica Neue"/>
              </a:defRPr>
            </a:lvl7pPr>
            <a:lvl8pPr>
              <a:defRPr sz="1875" b="0">
                <a:solidFill>
                  <a:srgbClr val="D8D1C5"/>
                </a:solidFill>
                <a:latin typeface="Helvetica Neue"/>
                <a:ea typeface="Helvetica Neue"/>
                <a:cs typeface="Helvetica Neue"/>
              </a:defRPr>
            </a:lvl8pPr>
            <a:lvl9pPr>
              <a:defRPr sz="1875" b="0">
                <a:solidFill>
                  <a:srgbClr val="D8D1C5"/>
                </a:solidFill>
                <a:latin typeface="Helvetica Neue"/>
                <a:ea typeface="Helvetica Neue"/>
                <a:cs typeface="Helvetica Neue"/>
              </a:defRPr>
            </a:lvl9pPr>
          </a:lstStyle>
          <a:p xmlns:a="http://schemas.openxmlformats.org/drawingml/2006/main">
            <a:pPr>
              <a:defRPr sz="1875" b="0">
                <a:solidFill>
                  <a:srgbClr val="D8D1C5"/>
                </a:solidFill>
                <a:latin typeface="Helvetica Neue"/>
                <a:ea typeface="Helvetica Neue"/>
                <a:cs typeface="Helvetica Neue"/>
              </a:defRPr>
            </a:pPr>
            <a:r>
              <a:rPr sz="1875" b="0">
                <a:solidFill>
                  <a:srgbClr val="D8D1C5"/>
                </a:solidFill>
                <a:latin typeface="Helvetica Neue"/>
                <a:ea typeface="Helvetica Neue"/>
                <a:cs typeface="Helvetica Neue"/>
              </a:rPr>
              <a:t>Uses the measure captured when RECORD begins.</a:t>
            </a:r>
          </a:p>
        </p:txBody>
      </p:sp>
      <p:sp>
        <p:nvSpPr>
          <p:cNvPr id="7" name="accent">
            <a:extLst xmlns:a="http://schemas.openxmlformats.org/drawingml/2006/main">
              <a:ext uri="{FF2B5EF4-FFF2-40B4-BE49-F238E27FC236}">
                <a16:creationId xmlns:a16="http://schemas.microsoft.com/office/drawing/2014/main" id="{612BADA4-30ED-4283-BE4D-7EB9656D7F79}"/>
              </a:ext>
            </a:extLst>
          </p:cNvPr>
          <p:cNvSpPr>
            <a:spLocks xmlns:a="http://schemas.openxmlformats.org/drawingml/2006/main" noGrp="1"/>
          </p:cNvSpPr>
          <p:nvPr/>
        </p:nvSpPr>
        <p:spPr>
          <a:xfrm xmlns:a="http://schemas.openxmlformats.org/drawingml/2006/main">
            <a:off x="704850" y="3790950"/>
            <a:ext cx="6572250" cy="9525"/>
          </a:xfrm>
          <a:prstGeom xmlns:a="http://schemas.openxmlformats.org/drawingml/2006/main" prst="rect">
            <a:avLst/>
          </a:prstGeom>
          <a:solidFill xmlns:a="http://schemas.openxmlformats.org/drawingml/2006/main">
            <a:srgbClr val="62676A"/>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1429AB1E-AF10-4660-88C4-8756866BA6AE}"/>
              </a:ext>
            </a:extLst>
          </p:cNvPr>
          <p:cNvSpPr>
            <a:spLocks xmlns:a="http://schemas.openxmlformats.org/drawingml/2006/main" noGrp="1"/>
          </p:cNvSpPr>
          <p:nvPr/>
        </p:nvSpPr>
        <p:spPr>
          <a:xfrm xmlns:a="http://schemas.openxmlformats.org/drawingml/2006/main">
            <a:off x="704850" y="4114800"/>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6AB7D6"/>
                </a:solidFill>
                <a:latin typeface="Helvetica Neue"/>
                <a:ea typeface="Helvetica Neue"/>
                <a:cs typeface="Helvetica Neue"/>
              </a:defRPr>
            </a:defPPr>
            <a:lvl1pPr>
              <a:defRPr sz="1725" b="1">
                <a:solidFill>
                  <a:srgbClr val="6AB7D6"/>
                </a:solidFill>
                <a:latin typeface="Helvetica Neue"/>
                <a:ea typeface="Helvetica Neue"/>
                <a:cs typeface="Helvetica Neue"/>
              </a:defRPr>
            </a:lvl1pPr>
            <a:lvl2pPr>
              <a:defRPr sz="1725" b="1">
                <a:solidFill>
                  <a:srgbClr val="6AB7D6"/>
                </a:solidFill>
                <a:latin typeface="Helvetica Neue"/>
                <a:ea typeface="Helvetica Neue"/>
                <a:cs typeface="Helvetica Neue"/>
              </a:defRPr>
            </a:lvl2pPr>
            <a:lvl3pPr>
              <a:defRPr sz="1725" b="1">
                <a:solidFill>
                  <a:srgbClr val="6AB7D6"/>
                </a:solidFill>
                <a:latin typeface="Helvetica Neue"/>
                <a:ea typeface="Helvetica Neue"/>
                <a:cs typeface="Helvetica Neue"/>
              </a:defRPr>
            </a:lvl3pPr>
            <a:lvl4pPr>
              <a:defRPr sz="1725" b="1">
                <a:solidFill>
                  <a:srgbClr val="6AB7D6"/>
                </a:solidFill>
                <a:latin typeface="Helvetica Neue"/>
                <a:ea typeface="Helvetica Neue"/>
                <a:cs typeface="Helvetica Neue"/>
              </a:defRPr>
            </a:lvl4pPr>
            <a:lvl5pPr>
              <a:defRPr sz="1725" b="1">
                <a:solidFill>
                  <a:srgbClr val="6AB7D6"/>
                </a:solidFill>
                <a:latin typeface="Helvetica Neue"/>
                <a:ea typeface="Helvetica Neue"/>
                <a:cs typeface="Helvetica Neue"/>
              </a:defRPr>
            </a:lvl5pPr>
            <a:lvl6pPr>
              <a:defRPr sz="1725" b="1">
                <a:solidFill>
                  <a:srgbClr val="6AB7D6"/>
                </a:solidFill>
                <a:latin typeface="Helvetica Neue"/>
                <a:ea typeface="Helvetica Neue"/>
                <a:cs typeface="Helvetica Neue"/>
              </a:defRPr>
            </a:lvl6pPr>
            <a:lvl7pPr>
              <a:defRPr sz="1725" b="1">
                <a:solidFill>
                  <a:srgbClr val="6AB7D6"/>
                </a:solidFill>
                <a:latin typeface="Helvetica Neue"/>
                <a:ea typeface="Helvetica Neue"/>
                <a:cs typeface="Helvetica Neue"/>
              </a:defRPr>
            </a:lvl7pPr>
            <a:lvl8pPr>
              <a:defRPr sz="1725" b="1">
                <a:solidFill>
                  <a:srgbClr val="6AB7D6"/>
                </a:solidFill>
                <a:latin typeface="Helvetica Neue"/>
                <a:ea typeface="Helvetica Neue"/>
                <a:cs typeface="Helvetica Neue"/>
              </a:defRPr>
            </a:lvl8pPr>
            <a:lvl9pPr>
              <a:defRPr sz="1725" b="1">
                <a:solidFill>
                  <a:srgbClr val="6AB7D6"/>
                </a:solidFill>
                <a:latin typeface="Helvetica Neue"/>
                <a:ea typeface="Helvetica Neue"/>
                <a:cs typeface="Helvetica Neue"/>
              </a:defRPr>
            </a:lvl9pPr>
          </a:lstStyle>
          <a:p xmlns:a="http://schemas.openxmlformats.org/drawingml/2006/main">
            <a:pPr>
              <a:defRPr sz="1725" b="1">
                <a:solidFill>
                  <a:srgbClr val="6AB7D6"/>
                </a:solidFill>
                <a:latin typeface="Helvetica Neue"/>
                <a:ea typeface="Helvetica Neue"/>
                <a:cs typeface="Helvetica Neue"/>
              </a:defRPr>
            </a:pPr>
            <a:r>
              <a:rPr sz="1725" b="1">
                <a:solidFill>
                  <a:srgbClr val="6AB7D6"/>
                </a:solidFill>
                <a:latin typeface="Helvetica Neue"/>
                <a:ea typeface="Helvetica Neue"/>
                <a:cs typeface="Helvetica Neue"/>
              </a:rPr>
              <a:t>Several instruments and a range</a:t>
            </a:r>
          </a:p>
        </p:txBody>
      </p:sp>
      <p:sp>
        <p:nvSpPr>
          <p:cNvPr id="9" name="text">
            <a:extLst xmlns:a="http://schemas.openxmlformats.org/drawingml/2006/main">
              <a:ext uri="{FF2B5EF4-FFF2-40B4-BE49-F238E27FC236}">
                <a16:creationId xmlns:a16="http://schemas.microsoft.com/office/drawing/2014/main" id="{109126E6-97CF-477D-9E30-D16292BBA7B6}"/>
              </a:ext>
            </a:extLst>
          </p:cNvPr>
          <p:cNvSpPr>
            <a:spLocks xmlns:a="http://schemas.openxmlformats.org/drawingml/2006/main" noGrp="1"/>
          </p:cNvSpPr>
          <p:nvPr/>
        </p:nvSpPr>
        <p:spPr>
          <a:xfrm xmlns:a="http://schemas.openxmlformats.org/drawingml/2006/main">
            <a:off x="704850" y="4572000"/>
            <a:ext cx="657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FFFFFF"/>
                </a:solidFill>
                <a:latin typeface="Helvetica Neue"/>
                <a:ea typeface="Helvetica Neue"/>
                <a:cs typeface="Helvetica Neue"/>
              </a:defRPr>
            </a:defPPr>
            <a:lvl1pPr>
              <a:defRPr sz="2400" b="1">
                <a:solidFill>
                  <a:srgbClr val="FFFFFF"/>
                </a:solidFill>
                <a:latin typeface="Helvetica Neue"/>
                <a:ea typeface="Helvetica Neue"/>
                <a:cs typeface="Helvetica Neue"/>
              </a:defRPr>
            </a:lvl1pPr>
            <a:lvl2pPr>
              <a:defRPr sz="2400" b="1">
                <a:solidFill>
                  <a:srgbClr val="FFFFFF"/>
                </a:solidFill>
                <a:latin typeface="Helvetica Neue"/>
                <a:ea typeface="Helvetica Neue"/>
                <a:cs typeface="Helvetica Neue"/>
              </a:defRPr>
            </a:lvl2pPr>
            <a:lvl3pPr>
              <a:defRPr sz="2400" b="1">
                <a:solidFill>
                  <a:srgbClr val="FFFFFF"/>
                </a:solidFill>
                <a:latin typeface="Helvetica Neue"/>
                <a:ea typeface="Helvetica Neue"/>
                <a:cs typeface="Helvetica Neue"/>
              </a:defRPr>
            </a:lvl3pPr>
            <a:lvl4pPr>
              <a:defRPr sz="2400" b="1">
                <a:solidFill>
                  <a:srgbClr val="FFFFFF"/>
                </a:solidFill>
                <a:latin typeface="Helvetica Neue"/>
                <a:ea typeface="Helvetica Neue"/>
                <a:cs typeface="Helvetica Neue"/>
              </a:defRPr>
            </a:lvl4pPr>
            <a:lvl5pPr>
              <a:defRPr sz="2400" b="1">
                <a:solidFill>
                  <a:srgbClr val="FFFFFF"/>
                </a:solidFill>
                <a:latin typeface="Helvetica Neue"/>
                <a:ea typeface="Helvetica Neue"/>
                <a:cs typeface="Helvetica Neue"/>
              </a:defRPr>
            </a:lvl5pPr>
            <a:lvl6pPr>
              <a:defRPr sz="2400" b="1">
                <a:solidFill>
                  <a:srgbClr val="FFFFFF"/>
                </a:solidFill>
                <a:latin typeface="Helvetica Neue"/>
                <a:ea typeface="Helvetica Neue"/>
                <a:cs typeface="Helvetica Neue"/>
              </a:defRPr>
            </a:lvl6pPr>
            <a:lvl7pPr>
              <a:defRPr sz="2400" b="1">
                <a:solidFill>
                  <a:srgbClr val="FFFFFF"/>
                </a:solidFill>
                <a:latin typeface="Helvetica Neue"/>
                <a:ea typeface="Helvetica Neue"/>
                <a:cs typeface="Helvetica Neue"/>
              </a:defRPr>
            </a:lvl7pPr>
            <a:lvl8pPr>
              <a:defRPr sz="2400" b="1">
                <a:solidFill>
                  <a:srgbClr val="FFFFFF"/>
                </a:solidFill>
                <a:latin typeface="Helvetica Neue"/>
                <a:ea typeface="Helvetica Neue"/>
                <a:cs typeface="Helvetica Neue"/>
              </a:defRPr>
            </a:lvl8pPr>
            <a:lvl9pPr>
              <a:defRPr sz="2400" b="1">
                <a:solidFill>
                  <a:srgbClr val="FFFFFF"/>
                </a:solidFill>
                <a:latin typeface="Helvetica Neue"/>
                <a:ea typeface="Helvetica Neue"/>
                <a:cs typeface="Helvetica Neue"/>
              </a:defRPr>
            </a:lvl9pPr>
          </a:lstStyle>
          <a:p xmlns:a="http://schemas.openxmlformats.org/drawingml/2006/main">
            <a:pPr>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“Play flute one and cello</a:t>
            </a:r>
          </a:p>
          <a:p xmlns:a="http://schemas.openxmlformats.org/drawingml/2006/main">
            <a:pPr>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from measure eight to twelve.”</a:t>
            </a:r>
          </a:p>
        </p:txBody>
      </p:sp>
      <p:pic>
        <p:nvPicPr>
          <p:cNvPr id="10" name="">
            <a:extLst xmlns:a="http://schemas.openxmlformats.org/drawingml/2006/main">
              <a:ext uri="{FF2B5EF4-FFF2-40B4-BE49-F238E27FC236}">
                <a16:creationId xmlns:a16="http://schemas.microsoft.com/office/drawing/2014/main" id="{7D78CB4C-48B4-40E7-AE94-2D8535A8C945}"/>
              </a:ext>
            </a:extLst>
          </p:cNvPr>
          <p:cNvPicPr>
            <a:picLocks xmlns:a="http://schemas.openxmlformats.org/drawingml/2006/main" noChangeAspect="1"/>
          </p:cNvPicPr>
          <p:nvPr/>
        </p:nvPicPr>
        <p:blipFill>
          <a:blip xmlns:r="http://schemas.openxmlformats.org/officeDocument/2006/relationships" xmlns:a="http://schemas.openxmlformats.org/drawingml/2006/main" r:embed="R22b95801e21e4173"/>
          <a:stretch xmlns:a="http://schemas.openxmlformats.org/drawingml/2006/main"/>
        </p:blipFill>
        <p:spPr>
          <a:xfrm xmlns:a="http://schemas.openxmlformats.org/drawingml/2006/main">
            <a:off x="8196294" y="1676400"/>
            <a:ext cx="2933638" cy="449580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74F61489-90BF-490E-A0C1-4E166C94DD75}"/>
              </a:ext>
            </a:extLst>
          </p:cNvPr>
          <p:cNvSpPr>
            <a:spLocks xmlns:a="http://schemas.openxmlformats.org/drawingml/2006/main" noGrp="1"/>
          </p:cNvSpPr>
          <p:nvPr/>
        </p:nvSpPr>
        <p:spPr>
          <a:xfrm xmlns:a="http://schemas.openxmlformats.org/drawingml/2006/main">
            <a:off x="7934325" y="6276975"/>
            <a:ext cx="361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D8D1C5"/>
                </a:solidFill>
                <a:latin typeface="Helvetica Neue"/>
                <a:ea typeface="Helvetica Neue"/>
                <a:cs typeface="Helvetica Neue"/>
              </a:defRPr>
            </a:defPPr>
            <a:lvl1pPr>
              <a:defRPr sz="1350" b="0">
                <a:solidFill>
                  <a:srgbClr val="D8D1C5"/>
                </a:solidFill>
                <a:latin typeface="Helvetica Neue"/>
                <a:ea typeface="Helvetica Neue"/>
                <a:cs typeface="Helvetica Neue"/>
              </a:defRPr>
            </a:lvl1pPr>
            <a:lvl2pPr>
              <a:defRPr sz="1350" b="0">
                <a:solidFill>
                  <a:srgbClr val="D8D1C5"/>
                </a:solidFill>
                <a:latin typeface="Helvetica Neue"/>
                <a:ea typeface="Helvetica Neue"/>
                <a:cs typeface="Helvetica Neue"/>
              </a:defRPr>
            </a:lvl2pPr>
            <a:lvl3pPr>
              <a:defRPr sz="1350" b="0">
                <a:solidFill>
                  <a:srgbClr val="D8D1C5"/>
                </a:solidFill>
                <a:latin typeface="Helvetica Neue"/>
                <a:ea typeface="Helvetica Neue"/>
                <a:cs typeface="Helvetica Neue"/>
              </a:defRPr>
            </a:lvl3pPr>
            <a:lvl4pPr>
              <a:defRPr sz="1350" b="0">
                <a:solidFill>
                  <a:srgbClr val="D8D1C5"/>
                </a:solidFill>
                <a:latin typeface="Helvetica Neue"/>
                <a:ea typeface="Helvetica Neue"/>
                <a:cs typeface="Helvetica Neue"/>
              </a:defRPr>
            </a:lvl4pPr>
            <a:lvl5pPr>
              <a:defRPr sz="1350" b="0">
                <a:solidFill>
                  <a:srgbClr val="D8D1C5"/>
                </a:solidFill>
                <a:latin typeface="Helvetica Neue"/>
                <a:ea typeface="Helvetica Neue"/>
                <a:cs typeface="Helvetica Neue"/>
              </a:defRPr>
            </a:lvl5pPr>
            <a:lvl6pPr>
              <a:defRPr sz="1350" b="0">
                <a:solidFill>
                  <a:srgbClr val="D8D1C5"/>
                </a:solidFill>
                <a:latin typeface="Helvetica Neue"/>
                <a:ea typeface="Helvetica Neue"/>
                <a:cs typeface="Helvetica Neue"/>
              </a:defRPr>
            </a:lvl6pPr>
            <a:lvl7pPr>
              <a:defRPr sz="1350" b="0">
                <a:solidFill>
                  <a:srgbClr val="D8D1C5"/>
                </a:solidFill>
                <a:latin typeface="Helvetica Neue"/>
                <a:ea typeface="Helvetica Neue"/>
                <a:cs typeface="Helvetica Neue"/>
              </a:defRPr>
            </a:lvl7pPr>
            <a:lvl8pPr>
              <a:defRPr sz="1350" b="0">
                <a:solidFill>
                  <a:srgbClr val="D8D1C5"/>
                </a:solidFill>
                <a:latin typeface="Helvetica Neue"/>
                <a:ea typeface="Helvetica Neue"/>
                <a:cs typeface="Helvetica Neue"/>
              </a:defRPr>
            </a:lvl8pPr>
            <a:lvl9pPr>
              <a:defRPr sz="1350" b="0">
                <a:solidFill>
                  <a:srgbClr val="D8D1C5"/>
                </a:solidFill>
                <a:latin typeface="Helvetica Neue"/>
                <a:ea typeface="Helvetica Neue"/>
                <a:cs typeface="Helvetica Neue"/>
              </a:defRPr>
            </a:lvl9pPr>
          </a:lstStyle>
          <a:p xmlns:a="http://schemas.openxmlformats.org/drawingml/2006/main">
            <a:pPr>
              <a:defRPr sz="1350" b="0">
                <a:solidFill>
                  <a:srgbClr val="D8D1C5"/>
                </a:solidFill>
                <a:latin typeface="Helvetica Neue"/>
                <a:ea typeface="Helvetica Neue"/>
                <a:cs typeface="Helvetica Neue"/>
              </a:defRPr>
            </a:pPr>
            <a:r>
              <a:rPr sz="1350" b="0">
                <a:solidFill>
                  <a:srgbClr val="D8D1C5"/>
                </a:solidFill>
                <a:latin typeface="Helvetica Neue"/>
                <a:ea typeface="Helvetica Neue"/>
                <a:cs typeface="Helvetica Neue"/>
              </a:rPr>
              <a:t>OSC messages received in Max</a:t>
            </a:r>
          </a:p>
        </p:txBody>
      </p:sp>
    </p:spTree>
    <p:extLst>
      <p:ext uri="{BB962C8B-B14F-4D97-AF65-F5344CB8AC3E}">
        <p14:creationId xmlns:p14="http://schemas.microsoft.com/office/powerpoint/2010/main" val="940728359"/>
      </p:ext>
    </p:extLst>
  </p:cSld>
  <p:extLst>
    <p:ext uri="{6950BFC3-D8DA-4A85-94F7-54DA5524770B}">
      <p188:commentRel xmlns:r="http://schemas.openxmlformats.org/officeDocument/2006/relationships" xmlns:p188="http://schemas.microsoft.com/office/powerpoint/2018/8/main" r:id="Re320cde61eef42cf"/>
    </p:ext>
  </p:extLst>
</p:sld>
</file>

<file path=ppt/slides/slide6.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FDBF3C67-6E3C-48DB-9095-B8C29C925F5B}"/>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xmlns:a="http://schemas.openxmlformats.org/drawingml/2006/main">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Parser revisions</a:t>
            </a:r>
          </a:p>
        </p:txBody>
      </p:sp>
      <p:sp>
        <p:nvSpPr>
          <p:cNvPr id="2" name="accent">
            <a:extLst xmlns:a="http://schemas.openxmlformats.org/drawingml/2006/main">
              <a:ext uri="{FF2B5EF4-FFF2-40B4-BE49-F238E27FC236}">
                <a16:creationId xmlns:a16="http://schemas.microsoft.com/office/drawing/2014/main" id="{034B3478-E087-48F0-B12B-CDB73AD80F37}"/>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FA102797-DBDA-4B1D-9D03-8011CAE364AF}"/>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xmlns:a="http://schemas.openxmlformats.org/drawingml/2006/main">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06</a:t>
            </a:r>
          </a:p>
        </p:txBody>
      </p:sp>
      <p:graphicFrame>
        <p:nvGraphicFramePr>
          <p:cNvPr id="4" name="">
            <a:extLst xmlns:a="http://schemas.openxmlformats.org/drawingml/2006/main">
              <a:ext uri="{FF2B5EF4-FFF2-40B4-BE49-F238E27FC236}">
                <a16:creationId xmlns:a16="http://schemas.microsoft.com/office/drawing/2014/main" id="{409D4827-56E8-4397-8D1D-E471C1767B02}"/>
              </a:ext>
            </a:extLst>
          </p:cNvPr>
          <p:cNvGraphicFramePr/>
          <p:nvPr/>
        </p:nvGraphicFramePr>
        <p:xfrm>
          <a:off xmlns:a="http://schemas.openxmlformats.org/drawingml/2006/main" x="685800" y="1743075"/>
          <a:ext xmlns:a="http://schemas.openxmlformats.org/drawingml/2006/main" cx="10820400" cy="3486150"/>
        </p:xfrm>
        <a:graphic xmlns:a="http://schemas.openxmlformats.org/drawingml/2006/main">
          <a:graphicData uri="http://schemas.openxmlformats.org/drawingml/2006/table">
            <a:tbl>
              <a:tblPr firstRow="0" bandRow="0"/>
              <a:tblGrid>
                <a:gridCol w="2447925"/>
                <a:gridCol w="3752850"/>
                <a:gridCol w="4619625"/>
              </a:tblGrid>
              <a:tr h="871538">
                <a:tc>
                  <a:txBody>
                    <a:bodyPr/>
                    <a:lstStyle/>
                    <a:p>
                      <a:r>
                        <a:rPr sz="1575" b="1">
                          <a:solidFill>
                            <a:srgbClr val="FFFFFF"/>
                          </a:solidFill>
                          <a:latin typeface="Helvetica Neue"/>
                          <a:ea typeface="Helvetica Neue"/>
                          <a:cs typeface="Helvetica Neue"/>
                        </a:rPr>
                        <a:t>Attempt</a:t>
                      </a:r>
                    </a:p>
                  </a:txBody>
                  <a:tcPr marL="152400" marR="152400" marT="133350" marB="95250" anchor="ctr">
                    <a:lnL w="5715">
                      <a:solidFill>
                        <a:srgbClr val="D8D1C5"/>
                      </a:solidFill>
                      <a:prstDash val="solid"/>
                    </a:lnL>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c>
                  <a:txBody>
                    <a:bodyPr/>
                    <a:lstStyle/>
                    <a:p>
                      <a:r>
                        <a:rPr sz="1575" b="1">
                          <a:solidFill>
                            <a:srgbClr val="FFFFFF"/>
                          </a:solidFill>
                          <a:latin typeface="Helvetica Neue"/>
                          <a:ea typeface="Helvetica Neue"/>
                          <a:cs typeface="Helvetica Neue"/>
                        </a:rPr>
                        <a:t>Problem observed</a:t>
                      </a:r>
                    </a:p>
                  </a:txBody>
                  <a:tcPr marL="152400" marR="152400" marT="133350" marB="95250" anchor="ctr">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c>
                  <a:txBody>
                    <a:bodyPr/>
                    <a:lstStyle/>
                    <a:p>
                      <a:r>
                        <a:rPr sz="1575" b="1">
                          <a:solidFill>
                            <a:srgbClr val="FFFFFF"/>
                          </a:solidFill>
                          <a:latin typeface="Helvetica Neue"/>
                          <a:ea typeface="Helvetica Neue"/>
                          <a:cs typeface="Helvetica Neue"/>
                        </a:rPr>
                        <a:t>Current approach</a:t>
                      </a:r>
                    </a:p>
                  </a:txBody>
                  <a:tcPr marL="152400" marR="152400" marT="133350" marB="95250" anchor="ctr">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r>
              <a:tr h="871538">
                <a:tc>
                  <a:txBody>
                    <a:bodyPr/>
                    <a:lstStyle/>
                    <a:p>
                      <a:r>
                        <a:rPr sz="1875" b="1">
                          <a:solidFill>
                            <a:srgbClr val="171A1D"/>
                          </a:solidFill>
                          <a:latin typeface="Helvetica Neue"/>
                          <a:ea typeface="Helvetica Neue"/>
                          <a:cs typeface="Helvetica Neue"/>
                        </a:rPr>
                        <a:t>Regex parser</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Rigid phrase patterns</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Keep as an error fallback</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r h="871538">
                <a:tc>
                  <a:txBody>
                    <a:bodyPr/>
                    <a:lstStyle/>
                    <a:p>
                      <a:r>
                        <a:rPr sz="1875" b="1">
                          <a:solidFill>
                            <a:srgbClr val="171A1D"/>
                          </a:solidFill>
                          <a:latin typeface="Helvetica Neue"/>
                          <a:ea typeface="Helvetica Neue"/>
                          <a:cs typeface="Helvetica Neue"/>
                        </a:rPr>
                        <a:t>Rules-only prompt</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Missing fields and</a:t>
                      </a:r>
                    </a:p>
                    <a:p>
                      <a:r>
                        <a:rPr sz="1875" b="0">
                          <a:solidFill>
                            <a:srgbClr val="171A1D"/>
                          </a:solidFill>
                          <a:latin typeface="Helvetica Neue"/>
                          <a:ea typeface="Helvetica Neue"/>
                          <a:cs typeface="Helvetica Neue"/>
                        </a:rPr>
                        <a:t>wrong clarification</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Decision steps with</a:t>
                      </a:r>
                    </a:p>
                    <a:p>
                      <a:r>
                        <a:rPr sz="1875" b="0">
                          <a:solidFill>
                            <a:srgbClr val="171A1D"/>
                          </a:solidFill>
                          <a:latin typeface="Helvetica Neue"/>
                          <a:ea typeface="Helvetica Neue"/>
                          <a:cs typeface="Helvetica Neue"/>
                        </a:rPr>
                        <a:t>34 examples</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r h="871538">
                <a:tc>
                  <a:txBody>
                    <a:bodyPr/>
                    <a:lstStyle/>
                    <a:p>
                      <a:r>
                        <a:rPr sz="1875" b="1">
                          <a:solidFill>
                            <a:srgbClr val="171A1D"/>
                          </a:solidFill>
                          <a:latin typeface="Helvetica Neue"/>
                          <a:ea typeface="Helvetica Neue"/>
                          <a:cs typeface="Helvetica Neue"/>
                        </a:rPr>
                        <a:t>Model-only corrections</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Kept both instruments</a:t>
                      </a:r>
                    </a:p>
                    <a:p>
                      <a:r>
                        <a:rPr sz="1875" b="0">
                          <a:solidFill>
                            <a:srgbClr val="171A1D"/>
                          </a:solidFill>
                          <a:latin typeface="Helvetica Neue"/>
                          <a:ea typeface="Helvetica Neue"/>
                          <a:cs typeface="Helvetica Neue"/>
                        </a:rPr>
                        <a:t>after a correction</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Python handles corrections</a:t>
                      </a:r>
                    </a:p>
                    <a:p>
                      <a:r>
                        <a:rPr sz="1875" b="0">
                          <a:solidFill>
                            <a:srgbClr val="171A1D"/>
                          </a:solidFill>
                          <a:latin typeface="Helvetica Neue"/>
                          <a:ea typeface="Helvetica Neue"/>
                          <a:cs typeface="Helvetica Neue"/>
                        </a:rPr>
                        <a:t>and exclusions</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bl>
          </a:graphicData>
        </a:graphic>
      </p:graphicFrame>
      <p:sp>
        <p:nvSpPr>
          <p:cNvPr id="5" name="text">
            <a:extLst xmlns:a="http://schemas.openxmlformats.org/drawingml/2006/main">
              <a:ext uri="{FF2B5EF4-FFF2-40B4-BE49-F238E27FC236}">
                <a16:creationId xmlns:a16="http://schemas.microsoft.com/office/drawing/2014/main" id="{6DEE3A4B-F180-42F1-AC35-FEB94E838B24}"/>
              </a:ext>
            </a:extLst>
          </p:cNvPr>
          <p:cNvSpPr>
            <a:spLocks xmlns:a="http://schemas.openxmlformats.org/drawingml/2006/main" noGrp="1"/>
          </p:cNvSpPr>
          <p:nvPr/>
        </p:nvSpPr>
        <p:spPr>
          <a:xfrm xmlns:a="http://schemas.openxmlformats.org/drawingml/2006/main">
            <a:off x="714375" y="56197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1A1D"/>
                </a:solidFill>
                <a:latin typeface="Helvetica Neue"/>
                <a:ea typeface="Helvetica Neue"/>
                <a:cs typeface="Helvetica Neue"/>
              </a:defRPr>
            </a:defPPr>
            <a:lvl1pPr>
              <a:defRPr sz="2025" b="0">
                <a:solidFill>
                  <a:srgbClr val="171A1D"/>
                </a:solidFill>
                <a:latin typeface="Helvetica Neue"/>
                <a:ea typeface="Helvetica Neue"/>
                <a:cs typeface="Helvetica Neue"/>
              </a:defRPr>
            </a:lvl1pPr>
            <a:lvl2pPr>
              <a:defRPr sz="2025" b="0">
                <a:solidFill>
                  <a:srgbClr val="171A1D"/>
                </a:solidFill>
                <a:latin typeface="Helvetica Neue"/>
                <a:ea typeface="Helvetica Neue"/>
                <a:cs typeface="Helvetica Neue"/>
              </a:defRPr>
            </a:lvl2pPr>
            <a:lvl3pPr>
              <a:defRPr sz="2025" b="0">
                <a:solidFill>
                  <a:srgbClr val="171A1D"/>
                </a:solidFill>
                <a:latin typeface="Helvetica Neue"/>
                <a:ea typeface="Helvetica Neue"/>
                <a:cs typeface="Helvetica Neue"/>
              </a:defRPr>
            </a:lvl3pPr>
            <a:lvl4pPr>
              <a:defRPr sz="2025" b="0">
                <a:solidFill>
                  <a:srgbClr val="171A1D"/>
                </a:solidFill>
                <a:latin typeface="Helvetica Neue"/>
                <a:ea typeface="Helvetica Neue"/>
                <a:cs typeface="Helvetica Neue"/>
              </a:defRPr>
            </a:lvl4pPr>
            <a:lvl5pPr>
              <a:defRPr sz="2025" b="0">
                <a:solidFill>
                  <a:srgbClr val="171A1D"/>
                </a:solidFill>
                <a:latin typeface="Helvetica Neue"/>
                <a:ea typeface="Helvetica Neue"/>
                <a:cs typeface="Helvetica Neue"/>
              </a:defRPr>
            </a:lvl5pPr>
            <a:lvl6pPr>
              <a:defRPr sz="2025" b="0">
                <a:solidFill>
                  <a:srgbClr val="171A1D"/>
                </a:solidFill>
                <a:latin typeface="Helvetica Neue"/>
                <a:ea typeface="Helvetica Neue"/>
                <a:cs typeface="Helvetica Neue"/>
              </a:defRPr>
            </a:lvl6pPr>
            <a:lvl7pPr>
              <a:defRPr sz="2025" b="0">
                <a:solidFill>
                  <a:srgbClr val="171A1D"/>
                </a:solidFill>
                <a:latin typeface="Helvetica Neue"/>
                <a:ea typeface="Helvetica Neue"/>
                <a:cs typeface="Helvetica Neue"/>
              </a:defRPr>
            </a:lvl7pPr>
            <a:lvl8pPr>
              <a:defRPr sz="2025" b="0">
                <a:solidFill>
                  <a:srgbClr val="171A1D"/>
                </a:solidFill>
                <a:latin typeface="Helvetica Neue"/>
                <a:ea typeface="Helvetica Neue"/>
                <a:cs typeface="Helvetica Neue"/>
              </a:defRPr>
            </a:lvl8pPr>
            <a:lvl9pPr>
              <a:defRPr sz="2025" b="0">
                <a:solidFill>
                  <a:srgbClr val="171A1D"/>
                </a:solidFill>
                <a:latin typeface="Helvetica Neue"/>
                <a:ea typeface="Helvetica Neue"/>
                <a:cs typeface="Helvetica Neue"/>
              </a:defRPr>
            </a:lvl9pPr>
          </a:lstStyle>
          <a:p xmlns:a="http://schemas.openxmlformats.org/drawingml/2006/main">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The parser now runs locally through Ollama with Qwen2.5:7b.</a:t>
            </a:r>
          </a:p>
        </p:txBody>
      </p:sp>
      <p:sp>
        <p:nvSpPr>
          <p:cNvPr id="6" name="text">
            <a:extLst xmlns:a="http://schemas.openxmlformats.org/drawingml/2006/main">
              <a:ext uri="{FF2B5EF4-FFF2-40B4-BE49-F238E27FC236}">
                <a16:creationId xmlns:a16="http://schemas.microsoft.com/office/drawing/2014/main" id="{40C438D5-D8CA-4488-A5C1-400FC9D60723}"/>
              </a:ext>
            </a:extLst>
          </p:cNvPr>
          <p:cNvSpPr>
            <a:spLocks xmlns:a="http://schemas.openxmlformats.org/drawingml/2006/main" noGrp="1"/>
          </p:cNvSpPr>
          <p:nvPr/>
        </p:nvSpPr>
        <p:spPr>
          <a:xfrm xmlns:a="http://schemas.openxmlformats.org/drawingml/2006/main">
            <a:off x="714375" y="6105525"/>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C776F"/>
                </a:solidFill>
                <a:latin typeface="Helvetica Neue"/>
                <a:ea typeface="Helvetica Neue"/>
                <a:cs typeface="Helvetica Neue"/>
              </a:defRPr>
            </a:defPPr>
            <a:lvl1pPr>
              <a:defRPr sz="1650" b="0">
                <a:solidFill>
                  <a:srgbClr val="7C776F"/>
                </a:solidFill>
                <a:latin typeface="Helvetica Neue"/>
                <a:ea typeface="Helvetica Neue"/>
                <a:cs typeface="Helvetica Neue"/>
              </a:defRPr>
            </a:lvl1pPr>
            <a:lvl2pPr>
              <a:defRPr sz="1650" b="0">
                <a:solidFill>
                  <a:srgbClr val="7C776F"/>
                </a:solidFill>
                <a:latin typeface="Helvetica Neue"/>
                <a:ea typeface="Helvetica Neue"/>
                <a:cs typeface="Helvetica Neue"/>
              </a:defRPr>
            </a:lvl2pPr>
            <a:lvl3pPr>
              <a:defRPr sz="1650" b="0">
                <a:solidFill>
                  <a:srgbClr val="7C776F"/>
                </a:solidFill>
                <a:latin typeface="Helvetica Neue"/>
                <a:ea typeface="Helvetica Neue"/>
                <a:cs typeface="Helvetica Neue"/>
              </a:defRPr>
            </a:lvl3pPr>
            <a:lvl4pPr>
              <a:defRPr sz="1650" b="0">
                <a:solidFill>
                  <a:srgbClr val="7C776F"/>
                </a:solidFill>
                <a:latin typeface="Helvetica Neue"/>
                <a:ea typeface="Helvetica Neue"/>
                <a:cs typeface="Helvetica Neue"/>
              </a:defRPr>
            </a:lvl4pPr>
            <a:lvl5pPr>
              <a:defRPr sz="1650" b="0">
                <a:solidFill>
                  <a:srgbClr val="7C776F"/>
                </a:solidFill>
                <a:latin typeface="Helvetica Neue"/>
                <a:ea typeface="Helvetica Neue"/>
                <a:cs typeface="Helvetica Neue"/>
              </a:defRPr>
            </a:lvl5pPr>
            <a:lvl6pPr>
              <a:defRPr sz="1650" b="0">
                <a:solidFill>
                  <a:srgbClr val="7C776F"/>
                </a:solidFill>
                <a:latin typeface="Helvetica Neue"/>
                <a:ea typeface="Helvetica Neue"/>
                <a:cs typeface="Helvetica Neue"/>
              </a:defRPr>
            </a:lvl6pPr>
            <a:lvl7pPr>
              <a:defRPr sz="1650" b="0">
                <a:solidFill>
                  <a:srgbClr val="7C776F"/>
                </a:solidFill>
                <a:latin typeface="Helvetica Neue"/>
                <a:ea typeface="Helvetica Neue"/>
                <a:cs typeface="Helvetica Neue"/>
              </a:defRPr>
            </a:lvl7pPr>
            <a:lvl8pPr>
              <a:defRPr sz="1650" b="0">
                <a:solidFill>
                  <a:srgbClr val="7C776F"/>
                </a:solidFill>
                <a:latin typeface="Helvetica Neue"/>
                <a:ea typeface="Helvetica Neue"/>
                <a:cs typeface="Helvetica Neue"/>
              </a:defRPr>
            </a:lvl8pPr>
            <a:lvl9pPr>
              <a:defRPr sz="1650" b="0">
                <a:solidFill>
                  <a:srgbClr val="7C776F"/>
                </a:solidFill>
                <a:latin typeface="Helvetica Neue"/>
                <a:ea typeface="Helvetica Neue"/>
                <a:cs typeface="Helvetica Neue"/>
              </a:defRPr>
            </a:lvl9pPr>
          </a:lstStyle>
          <a:p xmlns:a="http://schemas.openxmlformats.org/drawingml/2006/main">
            <a:pPr>
              <a:defRPr sz="1650" b="0">
                <a:solidFill>
                  <a:srgbClr val="7C776F"/>
                </a:solidFill>
                <a:latin typeface="Helvetica Neue"/>
                <a:ea typeface="Helvetica Neue"/>
                <a:cs typeface="Helvetica Neue"/>
              </a:defRPr>
            </a:pPr>
            <a:r>
              <a:rPr sz="1650" b="0">
                <a:solidFill>
                  <a:srgbClr val="7C776F"/>
                </a:solidFill>
                <a:latin typeface="Helvetica Neue"/>
                <a:ea typeface="Helvetica Neue"/>
                <a:cs typeface="Helvetica Neue"/>
              </a:rPr>
              <a:t>Local inference replaced the API path after development hit rate limits.</a:t>
            </a:r>
          </a:p>
        </p:txBody>
      </p:sp>
    </p:spTree>
    <p:extLst>
      <p:ext uri="{BB962C8B-B14F-4D97-AF65-F5344CB8AC3E}">
        <p14:creationId xmlns:p14="http://schemas.microsoft.com/office/powerpoint/2010/main" val="681130466"/>
      </p:ext>
    </p:extLst>
  </p:cSld>
  <p:extLst>
    <p:ext uri="{6950BFC3-D8DA-4A85-94F7-54DA5524770B}">
      <p188:commentRel xmlns:r="http://schemas.openxmlformats.org/officeDocument/2006/relationships" xmlns:p188="http://schemas.microsoft.com/office/powerpoint/2018/8/main" r:id="R39aef6b4ed804276"/>
    </p:ext>
  </p:extLst>
</p:sld>
</file>

<file path=ppt/slides/slide7.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89A78A04-F998-4AA6-8D28-D9E9BBD78F6E}"/>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xmlns:a="http://schemas.openxmlformats.org/drawingml/2006/main">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Spoken clarification</a:t>
            </a:r>
          </a:p>
        </p:txBody>
      </p:sp>
      <p:sp>
        <p:nvSpPr>
          <p:cNvPr id="2" name="accent">
            <a:extLst xmlns:a="http://schemas.openxmlformats.org/drawingml/2006/main">
              <a:ext uri="{FF2B5EF4-FFF2-40B4-BE49-F238E27FC236}">
                <a16:creationId xmlns:a16="http://schemas.microsoft.com/office/drawing/2014/main" id="{47CBB26E-90C6-4710-A923-A2097CAE6B77}"/>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13AEFF79-47CA-47B1-8987-B702AC886277}"/>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xmlns:a="http://schemas.openxmlformats.org/drawingml/2006/main">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07</a:t>
            </a:r>
          </a:p>
        </p:txBody>
      </p:sp>
      <p:sp>
        <p:nvSpPr>
          <p:cNvPr id="4" name="text">
            <a:extLst xmlns:a="http://schemas.openxmlformats.org/drawingml/2006/main">
              <a:ext uri="{FF2B5EF4-FFF2-40B4-BE49-F238E27FC236}">
                <a16:creationId xmlns:a16="http://schemas.microsoft.com/office/drawing/2014/main" id="{AC34FA28-AE80-47A8-B851-F8A91B46EF44}"/>
              </a:ext>
            </a:extLst>
          </p:cNvPr>
          <p:cNvSpPr>
            <a:spLocks xmlns:a="http://schemas.openxmlformats.org/drawingml/2006/main" noGrp="1"/>
          </p:cNvSpPr>
          <p:nvPr/>
        </p:nvSpPr>
        <p:spPr>
          <a:xfrm xmlns:a="http://schemas.openxmlformats.org/drawingml/2006/main">
            <a:off x="714375" y="1628775"/>
            <a:ext cx="762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7C776F"/>
                </a:solidFill>
                <a:latin typeface="Helvetica Neue"/>
                <a:ea typeface="Helvetica Neue"/>
                <a:cs typeface="Helvetica Neue"/>
              </a:defRPr>
            </a:defPPr>
            <a:lvl1pPr>
              <a:defRPr sz="1725" b="0">
                <a:solidFill>
                  <a:srgbClr val="7C776F"/>
                </a:solidFill>
                <a:latin typeface="Helvetica Neue"/>
                <a:ea typeface="Helvetica Neue"/>
                <a:cs typeface="Helvetica Neue"/>
              </a:defRPr>
            </a:lvl1pPr>
            <a:lvl2pPr>
              <a:defRPr sz="1725" b="0">
                <a:solidFill>
                  <a:srgbClr val="7C776F"/>
                </a:solidFill>
                <a:latin typeface="Helvetica Neue"/>
                <a:ea typeface="Helvetica Neue"/>
                <a:cs typeface="Helvetica Neue"/>
              </a:defRPr>
            </a:lvl2pPr>
            <a:lvl3pPr>
              <a:defRPr sz="1725" b="0">
                <a:solidFill>
                  <a:srgbClr val="7C776F"/>
                </a:solidFill>
                <a:latin typeface="Helvetica Neue"/>
                <a:ea typeface="Helvetica Neue"/>
                <a:cs typeface="Helvetica Neue"/>
              </a:defRPr>
            </a:lvl3pPr>
            <a:lvl4pPr>
              <a:defRPr sz="1725" b="0">
                <a:solidFill>
                  <a:srgbClr val="7C776F"/>
                </a:solidFill>
                <a:latin typeface="Helvetica Neue"/>
                <a:ea typeface="Helvetica Neue"/>
                <a:cs typeface="Helvetica Neue"/>
              </a:defRPr>
            </a:lvl4pPr>
            <a:lvl5pPr>
              <a:defRPr sz="1725" b="0">
                <a:solidFill>
                  <a:srgbClr val="7C776F"/>
                </a:solidFill>
                <a:latin typeface="Helvetica Neue"/>
                <a:ea typeface="Helvetica Neue"/>
                <a:cs typeface="Helvetica Neue"/>
              </a:defRPr>
            </a:lvl5pPr>
            <a:lvl6pPr>
              <a:defRPr sz="1725" b="0">
                <a:solidFill>
                  <a:srgbClr val="7C776F"/>
                </a:solidFill>
                <a:latin typeface="Helvetica Neue"/>
                <a:ea typeface="Helvetica Neue"/>
                <a:cs typeface="Helvetica Neue"/>
              </a:defRPr>
            </a:lvl6pPr>
            <a:lvl7pPr>
              <a:defRPr sz="1725" b="0">
                <a:solidFill>
                  <a:srgbClr val="7C776F"/>
                </a:solidFill>
                <a:latin typeface="Helvetica Neue"/>
                <a:ea typeface="Helvetica Neue"/>
                <a:cs typeface="Helvetica Neue"/>
              </a:defRPr>
            </a:lvl7pPr>
            <a:lvl8pPr>
              <a:defRPr sz="1725" b="0">
                <a:solidFill>
                  <a:srgbClr val="7C776F"/>
                </a:solidFill>
                <a:latin typeface="Helvetica Neue"/>
                <a:ea typeface="Helvetica Neue"/>
                <a:cs typeface="Helvetica Neue"/>
              </a:defRPr>
            </a:lvl8pPr>
            <a:lvl9pPr>
              <a:defRPr sz="1725" b="0">
                <a:solidFill>
                  <a:srgbClr val="7C776F"/>
                </a:solidFill>
                <a:latin typeface="Helvetica Neue"/>
                <a:ea typeface="Helvetica Neue"/>
                <a:cs typeface="Helvetica Neue"/>
              </a:defRPr>
            </a:lvl9pPr>
          </a:lstStyle>
          <a:p xmlns:a="http://schemas.openxmlformats.org/drawingml/2006/main">
            <a:pPr>
              <a:defRPr sz="1725" b="0">
                <a:solidFill>
                  <a:srgbClr val="7C776F"/>
                </a:solidFill>
                <a:latin typeface="Helvetica Neue"/>
                <a:ea typeface="Helvetica Neue"/>
                <a:cs typeface="Helvetica Neue"/>
              </a:defRPr>
            </a:pPr>
            <a:r>
              <a:rPr sz="1725" b="0">
                <a:solidFill>
                  <a:srgbClr val="7C776F"/>
                </a:solidFill>
                <a:latin typeface="Helvetica Neue"/>
                <a:ea typeface="Helvetica Neue"/>
                <a:cs typeface="Helvetica Neue"/>
              </a:rPr>
              <a:t>Selected measure 2</a:t>
            </a:r>
          </a:p>
        </p:txBody>
      </p:sp>
      <p:sp>
        <p:nvSpPr>
          <p:cNvPr id="5" name="text">
            <a:extLst xmlns:a="http://schemas.openxmlformats.org/drawingml/2006/main">
              <a:ext uri="{FF2B5EF4-FFF2-40B4-BE49-F238E27FC236}">
                <a16:creationId xmlns:a16="http://schemas.microsoft.com/office/drawing/2014/main" id="{59DC1E0D-D355-40E8-B02A-0E6AB8B689E0}"/>
              </a:ext>
            </a:extLst>
          </p:cNvPr>
          <p:cNvSpPr>
            <a:spLocks xmlns:a="http://schemas.openxmlformats.org/drawingml/2006/main" noGrp="1"/>
          </p:cNvSpPr>
          <p:nvPr/>
        </p:nvSpPr>
        <p:spPr>
          <a:xfrm xmlns:a="http://schemas.openxmlformats.org/drawingml/2006/main">
            <a:off x="714375" y="23526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F06C5B"/>
                </a:solidFill>
                <a:latin typeface="Helvetica Neue"/>
                <a:ea typeface="Helvetica Neue"/>
                <a:cs typeface="Helvetica Neue"/>
              </a:defRPr>
            </a:defPPr>
            <a:lvl1pPr>
              <a:defRPr sz="1725" b="1">
                <a:solidFill>
                  <a:srgbClr val="F06C5B"/>
                </a:solidFill>
                <a:latin typeface="Helvetica Neue"/>
                <a:ea typeface="Helvetica Neue"/>
                <a:cs typeface="Helvetica Neue"/>
              </a:defRPr>
            </a:lvl1pPr>
            <a:lvl2pPr>
              <a:defRPr sz="1725" b="1">
                <a:solidFill>
                  <a:srgbClr val="F06C5B"/>
                </a:solidFill>
                <a:latin typeface="Helvetica Neue"/>
                <a:ea typeface="Helvetica Neue"/>
                <a:cs typeface="Helvetica Neue"/>
              </a:defRPr>
            </a:lvl2pPr>
            <a:lvl3pPr>
              <a:defRPr sz="1725" b="1">
                <a:solidFill>
                  <a:srgbClr val="F06C5B"/>
                </a:solidFill>
                <a:latin typeface="Helvetica Neue"/>
                <a:ea typeface="Helvetica Neue"/>
                <a:cs typeface="Helvetica Neue"/>
              </a:defRPr>
            </a:lvl3pPr>
            <a:lvl4pPr>
              <a:defRPr sz="1725" b="1">
                <a:solidFill>
                  <a:srgbClr val="F06C5B"/>
                </a:solidFill>
                <a:latin typeface="Helvetica Neue"/>
                <a:ea typeface="Helvetica Neue"/>
                <a:cs typeface="Helvetica Neue"/>
              </a:defRPr>
            </a:lvl4pPr>
            <a:lvl5pPr>
              <a:defRPr sz="1725" b="1">
                <a:solidFill>
                  <a:srgbClr val="F06C5B"/>
                </a:solidFill>
                <a:latin typeface="Helvetica Neue"/>
                <a:ea typeface="Helvetica Neue"/>
                <a:cs typeface="Helvetica Neue"/>
              </a:defRPr>
            </a:lvl5pPr>
            <a:lvl6pPr>
              <a:defRPr sz="1725" b="1">
                <a:solidFill>
                  <a:srgbClr val="F06C5B"/>
                </a:solidFill>
                <a:latin typeface="Helvetica Neue"/>
                <a:ea typeface="Helvetica Neue"/>
                <a:cs typeface="Helvetica Neue"/>
              </a:defRPr>
            </a:lvl6pPr>
            <a:lvl7pPr>
              <a:defRPr sz="1725" b="1">
                <a:solidFill>
                  <a:srgbClr val="F06C5B"/>
                </a:solidFill>
                <a:latin typeface="Helvetica Neue"/>
                <a:ea typeface="Helvetica Neue"/>
                <a:cs typeface="Helvetica Neue"/>
              </a:defRPr>
            </a:lvl7pPr>
            <a:lvl8pPr>
              <a:defRPr sz="1725" b="1">
                <a:solidFill>
                  <a:srgbClr val="F06C5B"/>
                </a:solidFill>
                <a:latin typeface="Helvetica Neue"/>
                <a:ea typeface="Helvetica Neue"/>
                <a:cs typeface="Helvetica Neue"/>
              </a:defRPr>
            </a:lvl8pPr>
            <a:lvl9pPr>
              <a:defRPr sz="1725" b="1">
                <a:solidFill>
                  <a:srgbClr val="F06C5B"/>
                </a:solidFill>
                <a:latin typeface="Helvetica Neue"/>
                <a:ea typeface="Helvetica Neue"/>
                <a:cs typeface="Helvetica Neue"/>
              </a:defRPr>
            </a:lvl9pPr>
          </a:lstStyle>
          <a:p xmlns:a="http://schemas.openxmlformats.org/drawingml/2006/main">
            <a:pPr>
              <a:defRPr sz="1725" b="1">
                <a:solidFill>
                  <a:srgbClr val="F06C5B"/>
                </a:solidFill>
                <a:latin typeface="Helvetica Neue"/>
                <a:ea typeface="Helvetica Neue"/>
                <a:cs typeface="Helvetica Neue"/>
              </a:defRPr>
            </a:pPr>
            <a:r>
              <a:rPr sz="1725" b="1">
                <a:solidFill>
                  <a:srgbClr val="F06C5B"/>
                </a:solidFill>
                <a:latin typeface="Helvetica Neue"/>
                <a:ea typeface="Helvetica Neue"/>
                <a:cs typeface="Helvetica Neue"/>
              </a:rPr>
              <a:t>Reader</a:t>
            </a:r>
          </a:p>
        </p:txBody>
      </p:sp>
      <p:sp>
        <p:nvSpPr>
          <p:cNvPr id="6" name="text">
            <a:extLst xmlns:a="http://schemas.openxmlformats.org/drawingml/2006/main">
              <a:ext uri="{FF2B5EF4-FFF2-40B4-BE49-F238E27FC236}">
                <a16:creationId xmlns:a16="http://schemas.microsoft.com/office/drawing/2014/main" id="{3BB3D2CA-F44C-41D2-91CC-D8CFF3F6F860}"/>
              </a:ext>
            </a:extLst>
          </p:cNvPr>
          <p:cNvSpPr>
            <a:spLocks xmlns:a="http://schemas.openxmlformats.org/drawingml/2006/main" noGrp="1"/>
          </p:cNvSpPr>
          <p:nvPr/>
        </p:nvSpPr>
        <p:spPr>
          <a:xfrm xmlns:a="http://schemas.openxmlformats.org/drawingml/2006/main">
            <a:off x="2495550" y="2305050"/>
            <a:ext cx="885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0">
                <a:solidFill>
                  <a:srgbClr val="171A1D"/>
                </a:solidFill>
                <a:latin typeface="Helvetica Neue"/>
                <a:ea typeface="Helvetica Neue"/>
                <a:cs typeface="Helvetica Neue"/>
              </a:defRPr>
            </a:defPPr>
            <a:lvl1pPr>
              <a:defRPr sz="2550" b="0">
                <a:solidFill>
                  <a:srgbClr val="171A1D"/>
                </a:solidFill>
                <a:latin typeface="Helvetica Neue"/>
                <a:ea typeface="Helvetica Neue"/>
                <a:cs typeface="Helvetica Neue"/>
              </a:defRPr>
            </a:lvl1pPr>
            <a:lvl2pPr>
              <a:defRPr sz="2550" b="0">
                <a:solidFill>
                  <a:srgbClr val="171A1D"/>
                </a:solidFill>
                <a:latin typeface="Helvetica Neue"/>
                <a:ea typeface="Helvetica Neue"/>
                <a:cs typeface="Helvetica Neue"/>
              </a:defRPr>
            </a:lvl2pPr>
            <a:lvl3pPr>
              <a:defRPr sz="2550" b="0">
                <a:solidFill>
                  <a:srgbClr val="171A1D"/>
                </a:solidFill>
                <a:latin typeface="Helvetica Neue"/>
                <a:ea typeface="Helvetica Neue"/>
                <a:cs typeface="Helvetica Neue"/>
              </a:defRPr>
            </a:lvl3pPr>
            <a:lvl4pPr>
              <a:defRPr sz="2550" b="0">
                <a:solidFill>
                  <a:srgbClr val="171A1D"/>
                </a:solidFill>
                <a:latin typeface="Helvetica Neue"/>
                <a:ea typeface="Helvetica Neue"/>
                <a:cs typeface="Helvetica Neue"/>
              </a:defRPr>
            </a:lvl4pPr>
            <a:lvl5pPr>
              <a:defRPr sz="2550" b="0">
                <a:solidFill>
                  <a:srgbClr val="171A1D"/>
                </a:solidFill>
                <a:latin typeface="Helvetica Neue"/>
                <a:ea typeface="Helvetica Neue"/>
                <a:cs typeface="Helvetica Neue"/>
              </a:defRPr>
            </a:lvl5pPr>
            <a:lvl6pPr>
              <a:defRPr sz="2550" b="0">
                <a:solidFill>
                  <a:srgbClr val="171A1D"/>
                </a:solidFill>
                <a:latin typeface="Helvetica Neue"/>
                <a:ea typeface="Helvetica Neue"/>
                <a:cs typeface="Helvetica Neue"/>
              </a:defRPr>
            </a:lvl6pPr>
            <a:lvl7pPr>
              <a:defRPr sz="2550" b="0">
                <a:solidFill>
                  <a:srgbClr val="171A1D"/>
                </a:solidFill>
                <a:latin typeface="Helvetica Neue"/>
                <a:ea typeface="Helvetica Neue"/>
                <a:cs typeface="Helvetica Neue"/>
              </a:defRPr>
            </a:lvl7pPr>
            <a:lvl8pPr>
              <a:defRPr sz="2550" b="0">
                <a:solidFill>
                  <a:srgbClr val="171A1D"/>
                </a:solidFill>
                <a:latin typeface="Helvetica Neue"/>
                <a:ea typeface="Helvetica Neue"/>
                <a:cs typeface="Helvetica Neue"/>
              </a:defRPr>
            </a:lvl8pPr>
            <a:lvl9pPr>
              <a:defRPr sz="2550" b="0">
                <a:solidFill>
                  <a:srgbClr val="171A1D"/>
                </a:solidFill>
                <a:latin typeface="Helvetica Neue"/>
                <a:ea typeface="Helvetica Neue"/>
                <a:cs typeface="Helvetica Neue"/>
              </a:defRPr>
            </a:lvl9pPr>
          </a:lstStyle>
          <a:p xmlns:a="http://schemas.openxmlformats.org/drawingml/2006/main">
            <a:pPr>
              <a:defRPr sz="2550" b="0">
                <a:solidFill>
                  <a:srgbClr val="171A1D"/>
                </a:solidFill>
                <a:latin typeface="Helvetica Neue"/>
                <a:ea typeface="Helvetica Neue"/>
                <a:cs typeface="Helvetica Neue"/>
              </a:defRPr>
            </a:pPr>
            <a:r>
              <a:rPr sz="2550" b="0">
                <a:solidFill>
                  <a:srgbClr val="171A1D"/>
                </a:solidFill>
                <a:latin typeface="Helvetica Neue"/>
                <a:ea typeface="Helvetica Neue"/>
                <a:cs typeface="Helvetica Neue"/>
              </a:rPr>
              <a:t>“Play flute.”</a:t>
            </a:r>
          </a:p>
        </p:txBody>
      </p:sp>
      <p:sp>
        <p:nvSpPr>
          <p:cNvPr id="7" name="accent">
            <a:extLst xmlns:a="http://schemas.openxmlformats.org/drawingml/2006/main">
              <a:ext uri="{FF2B5EF4-FFF2-40B4-BE49-F238E27FC236}">
                <a16:creationId xmlns:a16="http://schemas.microsoft.com/office/drawing/2014/main" id="{FA4B4264-ABAF-4339-AF00-4F5F19705A57}"/>
              </a:ext>
            </a:extLst>
          </p:cNvPr>
          <p:cNvSpPr>
            <a:spLocks xmlns:a="http://schemas.openxmlformats.org/drawingml/2006/main" noGrp="1"/>
          </p:cNvSpPr>
          <p:nvPr/>
        </p:nvSpPr>
        <p:spPr>
          <a:xfrm xmlns:a="http://schemas.openxmlformats.org/drawingml/2006/main">
            <a:off x="2495550" y="3114675"/>
            <a:ext cx="8763000" cy="9525"/>
          </a:xfrm>
          <a:prstGeom xmlns:a="http://schemas.openxmlformats.org/drawingml/2006/main" prst="rect">
            <a:avLst/>
          </a:prstGeom>
          <a:solidFill xmlns:a="http://schemas.openxmlformats.org/drawingml/2006/main">
            <a:srgbClr val="D8D1C5"/>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65382AE4-1D31-49CE-9751-1E2D754EC6FC}"/>
              </a:ext>
            </a:extLst>
          </p:cNvPr>
          <p:cNvSpPr>
            <a:spLocks xmlns:a="http://schemas.openxmlformats.org/drawingml/2006/main" noGrp="1"/>
          </p:cNvSpPr>
          <p:nvPr/>
        </p:nvSpPr>
        <p:spPr>
          <a:xfrm xmlns:a="http://schemas.openxmlformats.org/drawingml/2006/main">
            <a:off x="714375" y="339090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6AB7D6"/>
                </a:solidFill>
                <a:latin typeface="Helvetica Neue"/>
                <a:ea typeface="Helvetica Neue"/>
                <a:cs typeface="Helvetica Neue"/>
              </a:defRPr>
            </a:defPPr>
            <a:lvl1pPr>
              <a:defRPr sz="1725" b="1">
                <a:solidFill>
                  <a:srgbClr val="6AB7D6"/>
                </a:solidFill>
                <a:latin typeface="Helvetica Neue"/>
                <a:ea typeface="Helvetica Neue"/>
                <a:cs typeface="Helvetica Neue"/>
              </a:defRPr>
            </a:lvl1pPr>
            <a:lvl2pPr>
              <a:defRPr sz="1725" b="1">
                <a:solidFill>
                  <a:srgbClr val="6AB7D6"/>
                </a:solidFill>
                <a:latin typeface="Helvetica Neue"/>
                <a:ea typeface="Helvetica Neue"/>
                <a:cs typeface="Helvetica Neue"/>
              </a:defRPr>
            </a:lvl2pPr>
            <a:lvl3pPr>
              <a:defRPr sz="1725" b="1">
                <a:solidFill>
                  <a:srgbClr val="6AB7D6"/>
                </a:solidFill>
                <a:latin typeface="Helvetica Neue"/>
                <a:ea typeface="Helvetica Neue"/>
                <a:cs typeface="Helvetica Neue"/>
              </a:defRPr>
            </a:lvl3pPr>
            <a:lvl4pPr>
              <a:defRPr sz="1725" b="1">
                <a:solidFill>
                  <a:srgbClr val="6AB7D6"/>
                </a:solidFill>
                <a:latin typeface="Helvetica Neue"/>
                <a:ea typeface="Helvetica Neue"/>
                <a:cs typeface="Helvetica Neue"/>
              </a:defRPr>
            </a:lvl4pPr>
            <a:lvl5pPr>
              <a:defRPr sz="1725" b="1">
                <a:solidFill>
                  <a:srgbClr val="6AB7D6"/>
                </a:solidFill>
                <a:latin typeface="Helvetica Neue"/>
                <a:ea typeface="Helvetica Neue"/>
                <a:cs typeface="Helvetica Neue"/>
              </a:defRPr>
            </a:lvl5pPr>
            <a:lvl6pPr>
              <a:defRPr sz="1725" b="1">
                <a:solidFill>
                  <a:srgbClr val="6AB7D6"/>
                </a:solidFill>
                <a:latin typeface="Helvetica Neue"/>
                <a:ea typeface="Helvetica Neue"/>
                <a:cs typeface="Helvetica Neue"/>
              </a:defRPr>
            </a:lvl6pPr>
            <a:lvl7pPr>
              <a:defRPr sz="1725" b="1">
                <a:solidFill>
                  <a:srgbClr val="6AB7D6"/>
                </a:solidFill>
                <a:latin typeface="Helvetica Neue"/>
                <a:ea typeface="Helvetica Neue"/>
                <a:cs typeface="Helvetica Neue"/>
              </a:defRPr>
            </a:lvl7pPr>
            <a:lvl8pPr>
              <a:defRPr sz="1725" b="1">
                <a:solidFill>
                  <a:srgbClr val="6AB7D6"/>
                </a:solidFill>
                <a:latin typeface="Helvetica Neue"/>
                <a:ea typeface="Helvetica Neue"/>
                <a:cs typeface="Helvetica Neue"/>
              </a:defRPr>
            </a:lvl8pPr>
            <a:lvl9pPr>
              <a:defRPr sz="1725" b="1">
                <a:solidFill>
                  <a:srgbClr val="6AB7D6"/>
                </a:solidFill>
                <a:latin typeface="Helvetica Neue"/>
                <a:ea typeface="Helvetica Neue"/>
                <a:cs typeface="Helvetica Neue"/>
              </a:defRPr>
            </a:lvl9pPr>
          </a:lstStyle>
          <a:p xmlns:a="http://schemas.openxmlformats.org/drawingml/2006/main">
            <a:pPr>
              <a:defRPr sz="1725" b="1">
                <a:solidFill>
                  <a:srgbClr val="6AB7D6"/>
                </a:solidFill>
                <a:latin typeface="Helvetica Neue"/>
                <a:ea typeface="Helvetica Neue"/>
                <a:cs typeface="Helvetica Neue"/>
              </a:defRPr>
            </a:pPr>
            <a:r>
              <a:rPr sz="1725" b="1">
                <a:solidFill>
                  <a:srgbClr val="6AB7D6"/>
                </a:solidFill>
                <a:latin typeface="Helvetica Neue"/>
                <a:ea typeface="Helvetica Neue"/>
                <a:cs typeface="Helvetica Neue"/>
              </a:rPr>
              <a:t>System</a:t>
            </a:r>
          </a:p>
        </p:txBody>
      </p:sp>
      <p:sp>
        <p:nvSpPr>
          <p:cNvPr id="9" name="text">
            <a:extLst xmlns:a="http://schemas.openxmlformats.org/drawingml/2006/main">
              <a:ext uri="{FF2B5EF4-FFF2-40B4-BE49-F238E27FC236}">
                <a16:creationId xmlns:a16="http://schemas.microsoft.com/office/drawing/2014/main" id="{274434E5-E8A2-4353-BA76-8CD16D98EFA5}"/>
              </a:ext>
            </a:extLst>
          </p:cNvPr>
          <p:cNvSpPr>
            <a:spLocks xmlns:a="http://schemas.openxmlformats.org/drawingml/2006/main" noGrp="1"/>
          </p:cNvSpPr>
          <p:nvPr/>
        </p:nvSpPr>
        <p:spPr>
          <a:xfrm xmlns:a="http://schemas.openxmlformats.org/drawingml/2006/main">
            <a:off x="2495550" y="3343275"/>
            <a:ext cx="885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1A1D"/>
                </a:solidFill>
                <a:latin typeface="Helvetica Neue"/>
                <a:ea typeface="Helvetica Neue"/>
                <a:cs typeface="Helvetica Neue"/>
              </a:defRPr>
            </a:defPPr>
            <a:lvl1pPr>
              <a:defRPr sz="2550" b="1">
                <a:solidFill>
                  <a:srgbClr val="171A1D"/>
                </a:solidFill>
                <a:latin typeface="Helvetica Neue"/>
                <a:ea typeface="Helvetica Neue"/>
                <a:cs typeface="Helvetica Neue"/>
              </a:defRPr>
            </a:lvl1pPr>
            <a:lvl2pPr>
              <a:defRPr sz="2550" b="1">
                <a:solidFill>
                  <a:srgbClr val="171A1D"/>
                </a:solidFill>
                <a:latin typeface="Helvetica Neue"/>
                <a:ea typeface="Helvetica Neue"/>
                <a:cs typeface="Helvetica Neue"/>
              </a:defRPr>
            </a:lvl2pPr>
            <a:lvl3pPr>
              <a:defRPr sz="2550" b="1">
                <a:solidFill>
                  <a:srgbClr val="171A1D"/>
                </a:solidFill>
                <a:latin typeface="Helvetica Neue"/>
                <a:ea typeface="Helvetica Neue"/>
                <a:cs typeface="Helvetica Neue"/>
              </a:defRPr>
            </a:lvl3pPr>
            <a:lvl4pPr>
              <a:defRPr sz="2550" b="1">
                <a:solidFill>
                  <a:srgbClr val="171A1D"/>
                </a:solidFill>
                <a:latin typeface="Helvetica Neue"/>
                <a:ea typeface="Helvetica Neue"/>
                <a:cs typeface="Helvetica Neue"/>
              </a:defRPr>
            </a:lvl4pPr>
            <a:lvl5pPr>
              <a:defRPr sz="2550" b="1">
                <a:solidFill>
                  <a:srgbClr val="171A1D"/>
                </a:solidFill>
                <a:latin typeface="Helvetica Neue"/>
                <a:ea typeface="Helvetica Neue"/>
                <a:cs typeface="Helvetica Neue"/>
              </a:defRPr>
            </a:lvl5pPr>
            <a:lvl6pPr>
              <a:defRPr sz="2550" b="1">
                <a:solidFill>
                  <a:srgbClr val="171A1D"/>
                </a:solidFill>
                <a:latin typeface="Helvetica Neue"/>
                <a:ea typeface="Helvetica Neue"/>
                <a:cs typeface="Helvetica Neue"/>
              </a:defRPr>
            </a:lvl6pPr>
            <a:lvl7pPr>
              <a:defRPr sz="2550" b="1">
                <a:solidFill>
                  <a:srgbClr val="171A1D"/>
                </a:solidFill>
                <a:latin typeface="Helvetica Neue"/>
                <a:ea typeface="Helvetica Neue"/>
                <a:cs typeface="Helvetica Neue"/>
              </a:defRPr>
            </a:lvl7pPr>
            <a:lvl8pPr>
              <a:defRPr sz="2550" b="1">
                <a:solidFill>
                  <a:srgbClr val="171A1D"/>
                </a:solidFill>
                <a:latin typeface="Helvetica Neue"/>
                <a:ea typeface="Helvetica Neue"/>
                <a:cs typeface="Helvetica Neue"/>
              </a:defRPr>
            </a:lvl8pPr>
            <a:lvl9pPr>
              <a:defRPr sz="2550" b="1">
                <a:solidFill>
                  <a:srgbClr val="171A1D"/>
                </a:solidFill>
                <a:latin typeface="Helvetica Neue"/>
                <a:ea typeface="Helvetica Neue"/>
                <a:cs typeface="Helvetica Neue"/>
              </a:defRPr>
            </a:lvl9pPr>
          </a:lstStyle>
          <a:p xmlns:a="http://schemas.openxmlformats.org/drawingml/2006/main">
            <a:pPr>
              <a:defRPr sz="2550" b="1">
                <a:solidFill>
                  <a:srgbClr val="171A1D"/>
                </a:solidFill>
                <a:latin typeface="Helvetica Neue"/>
                <a:ea typeface="Helvetica Neue"/>
                <a:cs typeface="Helvetica Neue"/>
              </a:defRPr>
            </a:pPr>
            <a:r>
              <a:rPr sz="2550" b="1">
                <a:solidFill>
                  <a:srgbClr val="171A1D"/>
                </a:solidFill>
                <a:latin typeface="Helvetica Neue"/>
                <a:ea typeface="Helvetica Neue"/>
                <a:cs typeface="Helvetica Neue"/>
              </a:rPr>
              <a:t>“Flute one, flute two, or both?”</a:t>
            </a:r>
          </a:p>
        </p:txBody>
      </p:sp>
      <p:sp>
        <p:nvSpPr>
          <p:cNvPr id="10" name="accent">
            <a:extLst xmlns:a="http://schemas.openxmlformats.org/drawingml/2006/main">
              <a:ext uri="{FF2B5EF4-FFF2-40B4-BE49-F238E27FC236}">
                <a16:creationId xmlns:a16="http://schemas.microsoft.com/office/drawing/2014/main" id="{256B035E-E95E-494E-A481-85BB1809B8BE}"/>
              </a:ext>
            </a:extLst>
          </p:cNvPr>
          <p:cNvSpPr>
            <a:spLocks xmlns:a="http://schemas.openxmlformats.org/drawingml/2006/main" noGrp="1"/>
          </p:cNvSpPr>
          <p:nvPr/>
        </p:nvSpPr>
        <p:spPr>
          <a:xfrm xmlns:a="http://schemas.openxmlformats.org/drawingml/2006/main">
            <a:off x="2495550" y="4152900"/>
            <a:ext cx="8763000" cy="9525"/>
          </a:xfrm>
          <a:prstGeom xmlns:a="http://schemas.openxmlformats.org/drawingml/2006/main" prst="rect">
            <a:avLst/>
          </a:prstGeom>
          <a:solidFill xmlns:a="http://schemas.openxmlformats.org/drawingml/2006/main">
            <a:srgbClr val="D8D1C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29B35438-0D4C-4750-8DE3-B80EBCFFE984}"/>
              </a:ext>
            </a:extLst>
          </p:cNvPr>
          <p:cNvSpPr>
            <a:spLocks xmlns:a="http://schemas.openxmlformats.org/drawingml/2006/main" noGrp="1"/>
          </p:cNvSpPr>
          <p:nvPr/>
        </p:nvSpPr>
        <p:spPr>
          <a:xfrm xmlns:a="http://schemas.openxmlformats.org/drawingml/2006/main">
            <a:off x="714375" y="442912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F06C5B"/>
                </a:solidFill>
                <a:latin typeface="Helvetica Neue"/>
                <a:ea typeface="Helvetica Neue"/>
                <a:cs typeface="Helvetica Neue"/>
              </a:defRPr>
            </a:defPPr>
            <a:lvl1pPr>
              <a:defRPr sz="1725" b="1">
                <a:solidFill>
                  <a:srgbClr val="F06C5B"/>
                </a:solidFill>
                <a:latin typeface="Helvetica Neue"/>
                <a:ea typeface="Helvetica Neue"/>
                <a:cs typeface="Helvetica Neue"/>
              </a:defRPr>
            </a:lvl1pPr>
            <a:lvl2pPr>
              <a:defRPr sz="1725" b="1">
                <a:solidFill>
                  <a:srgbClr val="F06C5B"/>
                </a:solidFill>
                <a:latin typeface="Helvetica Neue"/>
                <a:ea typeface="Helvetica Neue"/>
                <a:cs typeface="Helvetica Neue"/>
              </a:defRPr>
            </a:lvl2pPr>
            <a:lvl3pPr>
              <a:defRPr sz="1725" b="1">
                <a:solidFill>
                  <a:srgbClr val="F06C5B"/>
                </a:solidFill>
                <a:latin typeface="Helvetica Neue"/>
                <a:ea typeface="Helvetica Neue"/>
                <a:cs typeface="Helvetica Neue"/>
              </a:defRPr>
            </a:lvl3pPr>
            <a:lvl4pPr>
              <a:defRPr sz="1725" b="1">
                <a:solidFill>
                  <a:srgbClr val="F06C5B"/>
                </a:solidFill>
                <a:latin typeface="Helvetica Neue"/>
                <a:ea typeface="Helvetica Neue"/>
                <a:cs typeface="Helvetica Neue"/>
              </a:defRPr>
            </a:lvl4pPr>
            <a:lvl5pPr>
              <a:defRPr sz="1725" b="1">
                <a:solidFill>
                  <a:srgbClr val="F06C5B"/>
                </a:solidFill>
                <a:latin typeface="Helvetica Neue"/>
                <a:ea typeface="Helvetica Neue"/>
                <a:cs typeface="Helvetica Neue"/>
              </a:defRPr>
            </a:lvl5pPr>
            <a:lvl6pPr>
              <a:defRPr sz="1725" b="1">
                <a:solidFill>
                  <a:srgbClr val="F06C5B"/>
                </a:solidFill>
                <a:latin typeface="Helvetica Neue"/>
                <a:ea typeface="Helvetica Neue"/>
                <a:cs typeface="Helvetica Neue"/>
              </a:defRPr>
            </a:lvl6pPr>
            <a:lvl7pPr>
              <a:defRPr sz="1725" b="1">
                <a:solidFill>
                  <a:srgbClr val="F06C5B"/>
                </a:solidFill>
                <a:latin typeface="Helvetica Neue"/>
                <a:ea typeface="Helvetica Neue"/>
                <a:cs typeface="Helvetica Neue"/>
              </a:defRPr>
            </a:lvl7pPr>
            <a:lvl8pPr>
              <a:defRPr sz="1725" b="1">
                <a:solidFill>
                  <a:srgbClr val="F06C5B"/>
                </a:solidFill>
                <a:latin typeface="Helvetica Neue"/>
                <a:ea typeface="Helvetica Neue"/>
                <a:cs typeface="Helvetica Neue"/>
              </a:defRPr>
            </a:lvl8pPr>
            <a:lvl9pPr>
              <a:defRPr sz="1725" b="1">
                <a:solidFill>
                  <a:srgbClr val="F06C5B"/>
                </a:solidFill>
                <a:latin typeface="Helvetica Neue"/>
                <a:ea typeface="Helvetica Neue"/>
                <a:cs typeface="Helvetica Neue"/>
              </a:defRPr>
            </a:lvl9pPr>
          </a:lstStyle>
          <a:p xmlns:a="http://schemas.openxmlformats.org/drawingml/2006/main">
            <a:pPr>
              <a:defRPr sz="1725" b="1">
                <a:solidFill>
                  <a:srgbClr val="F06C5B"/>
                </a:solidFill>
                <a:latin typeface="Helvetica Neue"/>
                <a:ea typeface="Helvetica Neue"/>
                <a:cs typeface="Helvetica Neue"/>
              </a:defRPr>
            </a:pPr>
            <a:r>
              <a:rPr sz="1725" b="1">
                <a:solidFill>
                  <a:srgbClr val="F06C5B"/>
                </a:solidFill>
                <a:latin typeface="Helvetica Neue"/>
                <a:ea typeface="Helvetica Neue"/>
                <a:cs typeface="Helvetica Neue"/>
              </a:rPr>
              <a:t>Reader</a:t>
            </a:r>
          </a:p>
        </p:txBody>
      </p:sp>
      <p:sp>
        <p:nvSpPr>
          <p:cNvPr id="12" name="text">
            <a:extLst xmlns:a="http://schemas.openxmlformats.org/drawingml/2006/main">
              <a:ext uri="{FF2B5EF4-FFF2-40B4-BE49-F238E27FC236}">
                <a16:creationId xmlns:a16="http://schemas.microsoft.com/office/drawing/2014/main" id="{CD2D17BC-819B-43B5-A292-2B9B62630DF5}"/>
              </a:ext>
            </a:extLst>
          </p:cNvPr>
          <p:cNvSpPr>
            <a:spLocks xmlns:a="http://schemas.openxmlformats.org/drawingml/2006/main" noGrp="1"/>
          </p:cNvSpPr>
          <p:nvPr/>
        </p:nvSpPr>
        <p:spPr>
          <a:xfrm xmlns:a="http://schemas.openxmlformats.org/drawingml/2006/main">
            <a:off x="2495550" y="4381500"/>
            <a:ext cx="885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0">
                <a:solidFill>
                  <a:srgbClr val="171A1D"/>
                </a:solidFill>
                <a:latin typeface="Helvetica Neue"/>
                <a:ea typeface="Helvetica Neue"/>
                <a:cs typeface="Helvetica Neue"/>
              </a:defRPr>
            </a:defPPr>
            <a:lvl1pPr>
              <a:defRPr sz="2550" b="0">
                <a:solidFill>
                  <a:srgbClr val="171A1D"/>
                </a:solidFill>
                <a:latin typeface="Helvetica Neue"/>
                <a:ea typeface="Helvetica Neue"/>
                <a:cs typeface="Helvetica Neue"/>
              </a:defRPr>
            </a:lvl1pPr>
            <a:lvl2pPr>
              <a:defRPr sz="2550" b="0">
                <a:solidFill>
                  <a:srgbClr val="171A1D"/>
                </a:solidFill>
                <a:latin typeface="Helvetica Neue"/>
                <a:ea typeface="Helvetica Neue"/>
                <a:cs typeface="Helvetica Neue"/>
              </a:defRPr>
            </a:lvl2pPr>
            <a:lvl3pPr>
              <a:defRPr sz="2550" b="0">
                <a:solidFill>
                  <a:srgbClr val="171A1D"/>
                </a:solidFill>
                <a:latin typeface="Helvetica Neue"/>
                <a:ea typeface="Helvetica Neue"/>
                <a:cs typeface="Helvetica Neue"/>
              </a:defRPr>
            </a:lvl3pPr>
            <a:lvl4pPr>
              <a:defRPr sz="2550" b="0">
                <a:solidFill>
                  <a:srgbClr val="171A1D"/>
                </a:solidFill>
                <a:latin typeface="Helvetica Neue"/>
                <a:ea typeface="Helvetica Neue"/>
                <a:cs typeface="Helvetica Neue"/>
              </a:defRPr>
            </a:lvl4pPr>
            <a:lvl5pPr>
              <a:defRPr sz="2550" b="0">
                <a:solidFill>
                  <a:srgbClr val="171A1D"/>
                </a:solidFill>
                <a:latin typeface="Helvetica Neue"/>
                <a:ea typeface="Helvetica Neue"/>
                <a:cs typeface="Helvetica Neue"/>
              </a:defRPr>
            </a:lvl5pPr>
            <a:lvl6pPr>
              <a:defRPr sz="2550" b="0">
                <a:solidFill>
                  <a:srgbClr val="171A1D"/>
                </a:solidFill>
                <a:latin typeface="Helvetica Neue"/>
                <a:ea typeface="Helvetica Neue"/>
                <a:cs typeface="Helvetica Neue"/>
              </a:defRPr>
            </a:lvl6pPr>
            <a:lvl7pPr>
              <a:defRPr sz="2550" b="0">
                <a:solidFill>
                  <a:srgbClr val="171A1D"/>
                </a:solidFill>
                <a:latin typeface="Helvetica Neue"/>
                <a:ea typeface="Helvetica Neue"/>
                <a:cs typeface="Helvetica Neue"/>
              </a:defRPr>
            </a:lvl7pPr>
            <a:lvl8pPr>
              <a:defRPr sz="2550" b="0">
                <a:solidFill>
                  <a:srgbClr val="171A1D"/>
                </a:solidFill>
                <a:latin typeface="Helvetica Neue"/>
                <a:ea typeface="Helvetica Neue"/>
                <a:cs typeface="Helvetica Neue"/>
              </a:defRPr>
            </a:lvl8pPr>
            <a:lvl9pPr>
              <a:defRPr sz="2550" b="0">
                <a:solidFill>
                  <a:srgbClr val="171A1D"/>
                </a:solidFill>
                <a:latin typeface="Helvetica Neue"/>
                <a:ea typeface="Helvetica Neue"/>
                <a:cs typeface="Helvetica Neue"/>
              </a:defRPr>
            </a:lvl9pPr>
          </a:lstStyle>
          <a:p xmlns:a="http://schemas.openxmlformats.org/drawingml/2006/main">
            <a:pPr>
              <a:defRPr sz="2550" b="0">
                <a:solidFill>
                  <a:srgbClr val="171A1D"/>
                </a:solidFill>
                <a:latin typeface="Helvetica Neue"/>
                <a:ea typeface="Helvetica Neue"/>
                <a:cs typeface="Helvetica Neue"/>
              </a:defRPr>
            </a:pPr>
            <a:r>
              <a:rPr sz="2550" b="0">
                <a:solidFill>
                  <a:srgbClr val="171A1D"/>
                </a:solidFill>
                <a:latin typeface="Helvetica Neue"/>
                <a:ea typeface="Helvetica Neue"/>
                <a:cs typeface="Helvetica Neue"/>
              </a:rPr>
              <a:t>“Flute one.”</a:t>
            </a:r>
          </a:p>
        </p:txBody>
      </p:sp>
      <p:sp>
        <p:nvSpPr>
          <p:cNvPr id="13" name="accent">
            <a:extLst xmlns:a="http://schemas.openxmlformats.org/drawingml/2006/main">
              <a:ext uri="{FF2B5EF4-FFF2-40B4-BE49-F238E27FC236}">
                <a16:creationId xmlns:a16="http://schemas.microsoft.com/office/drawing/2014/main" id="{0A9E1E76-D703-4405-B2F9-9F9AE8F0BE30}"/>
              </a:ext>
            </a:extLst>
          </p:cNvPr>
          <p:cNvSpPr>
            <a:spLocks xmlns:a="http://schemas.openxmlformats.org/drawingml/2006/main" noGrp="1"/>
          </p:cNvSpPr>
          <p:nvPr/>
        </p:nvSpPr>
        <p:spPr>
          <a:xfrm xmlns:a="http://schemas.openxmlformats.org/drawingml/2006/main">
            <a:off x="714375" y="5648325"/>
            <a:ext cx="10763250" cy="38100"/>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07D9FA1E-26B6-4B21-86BE-8ED11E50D5BB}"/>
              </a:ext>
            </a:extLst>
          </p:cNvPr>
          <p:cNvSpPr>
            <a:spLocks xmlns:a="http://schemas.openxmlformats.org/drawingml/2006/main" noGrp="1"/>
          </p:cNvSpPr>
          <p:nvPr/>
        </p:nvSpPr>
        <p:spPr>
          <a:xfrm xmlns:a="http://schemas.openxmlformats.org/drawingml/2006/main">
            <a:off x="714375" y="59150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1A1D"/>
                </a:solidFill>
                <a:latin typeface="Helvetica Neue"/>
                <a:ea typeface="Helvetica Neue"/>
                <a:cs typeface="Helvetica Neue"/>
              </a:defRPr>
            </a:defPPr>
            <a:lvl1pPr>
              <a:defRPr sz="2100" b="1">
                <a:solidFill>
                  <a:srgbClr val="171A1D"/>
                </a:solidFill>
                <a:latin typeface="Helvetica Neue"/>
                <a:ea typeface="Helvetica Neue"/>
                <a:cs typeface="Helvetica Neue"/>
              </a:defRPr>
            </a:lvl1pPr>
            <a:lvl2pPr>
              <a:defRPr sz="2100" b="1">
                <a:solidFill>
                  <a:srgbClr val="171A1D"/>
                </a:solidFill>
                <a:latin typeface="Helvetica Neue"/>
                <a:ea typeface="Helvetica Neue"/>
                <a:cs typeface="Helvetica Neue"/>
              </a:defRPr>
            </a:lvl2pPr>
            <a:lvl3pPr>
              <a:defRPr sz="2100" b="1">
                <a:solidFill>
                  <a:srgbClr val="171A1D"/>
                </a:solidFill>
                <a:latin typeface="Helvetica Neue"/>
                <a:ea typeface="Helvetica Neue"/>
                <a:cs typeface="Helvetica Neue"/>
              </a:defRPr>
            </a:lvl3pPr>
            <a:lvl4pPr>
              <a:defRPr sz="2100" b="1">
                <a:solidFill>
                  <a:srgbClr val="171A1D"/>
                </a:solidFill>
                <a:latin typeface="Helvetica Neue"/>
                <a:ea typeface="Helvetica Neue"/>
                <a:cs typeface="Helvetica Neue"/>
              </a:defRPr>
            </a:lvl4pPr>
            <a:lvl5pPr>
              <a:defRPr sz="2100" b="1">
                <a:solidFill>
                  <a:srgbClr val="171A1D"/>
                </a:solidFill>
                <a:latin typeface="Helvetica Neue"/>
                <a:ea typeface="Helvetica Neue"/>
                <a:cs typeface="Helvetica Neue"/>
              </a:defRPr>
            </a:lvl5pPr>
            <a:lvl6pPr>
              <a:defRPr sz="2100" b="1">
                <a:solidFill>
                  <a:srgbClr val="171A1D"/>
                </a:solidFill>
                <a:latin typeface="Helvetica Neue"/>
                <a:ea typeface="Helvetica Neue"/>
                <a:cs typeface="Helvetica Neue"/>
              </a:defRPr>
            </a:lvl6pPr>
            <a:lvl7pPr>
              <a:defRPr sz="2100" b="1">
                <a:solidFill>
                  <a:srgbClr val="171A1D"/>
                </a:solidFill>
                <a:latin typeface="Helvetica Neue"/>
                <a:ea typeface="Helvetica Neue"/>
                <a:cs typeface="Helvetica Neue"/>
              </a:defRPr>
            </a:lvl7pPr>
            <a:lvl8pPr>
              <a:defRPr sz="2100" b="1">
                <a:solidFill>
                  <a:srgbClr val="171A1D"/>
                </a:solidFill>
                <a:latin typeface="Helvetica Neue"/>
                <a:ea typeface="Helvetica Neue"/>
                <a:cs typeface="Helvetica Neue"/>
              </a:defRPr>
            </a:lvl8pPr>
            <a:lvl9pPr>
              <a:defRPr sz="2100" b="1">
                <a:solidFill>
                  <a:srgbClr val="171A1D"/>
                </a:solidFill>
                <a:latin typeface="Helvetica Neue"/>
                <a:ea typeface="Helvetica Neue"/>
                <a:cs typeface="Helvetica Neue"/>
              </a:defRPr>
            </a:lvl9pPr>
          </a:lstStyle>
          <a:p xmlns:a="http://schemas.openxmlformats.org/drawingml/2006/main">
            <a:pPr>
              <a:defRPr sz="2100" b="1">
                <a:solidFill>
                  <a:srgbClr val="171A1D"/>
                </a:solidFill>
                <a:latin typeface="Helvetica Neue"/>
                <a:ea typeface="Helvetica Neue"/>
                <a:cs typeface="Helvetica Neue"/>
              </a:defRPr>
            </a:pPr>
            <a:r>
              <a:rPr sz="2100" b="1">
                <a:solidFill>
                  <a:srgbClr val="171A1D"/>
                </a:solidFill>
                <a:latin typeface="Helvetica Neue"/>
                <a:ea typeface="Helvetica Neue"/>
                <a:cs typeface="Helvetica Neue"/>
              </a:rPr>
              <a:t>The answer keeps the original measure and starts Flute 1.</a:t>
            </a:r>
          </a:p>
        </p:txBody>
      </p:sp>
    </p:spTree>
    <p:extLst>
      <p:ext uri="{BB962C8B-B14F-4D97-AF65-F5344CB8AC3E}">
        <p14:creationId xmlns:p14="http://schemas.microsoft.com/office/powerpoint/2010/main" val="796785279"/>
      </p:ext>
    </p:extLst>
  </p:cSld>
  <p:extLst>
    <p:ext uri="{6950BFC3-D8DA-4A85-94F7-54DA5524770B}">
      <p188:commentRel xmlns:r="http://schemas.openxmlformats.org/officeDocument/2006/relationships" xmlns:p188="http://schemas.microsoft.com/office/powerpoint/2018/8/main" r:id="Re05e85fd0dd74852"/>
    </p:ext>
  </p:extLst>
</p:sld>
</file>

<file path=ppt/slides/slide8.xml><?xml version="1.0" encoding="utf-8"?>
<p:sld xmlns:p="http://schemas.openxmlformats.org/presentationml/2006/main">
  <p:cSld>
    <p:bg>
      <p:bgPr>
        <a:solidFill xmlns:a="http://schemas.openxmlformats.org/drawingml/2006/main">
          <a:srgbClr val="171A1D"/>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3371CCEC-3DD4-4973-9381-9F4050C99251}"/>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FFFFFF"/>
                </a:solidFill>
                <a:latin typeface="Helvetica Neue"/>
                <a:ea typeface="Helvetica Neue"/>
                <a:cs typeface="Helvetica Neue"/>
              </a:defRPr>
            </a:defPPr>
            <a:lvl1pPr>
              <a:defRPr sz="3375" b="1">
                <a:solidFill>
                  <a:srgbClr val="FFFFFF"/>
                </a:solidFill>
                <a:latin typeface="Helvetica Neue"/>
                <a:ea typeface="Helvetica Neue"/>
                <a:cs typeface="Helvetica Neue"/>
              </a:defRPr>
            </a:lvl1pPr>
            <a:lvl2pPr>
              <a:defRPr sz="3375" b="1">
                <a:solidFill>
                  <a:srgbClr val="FFFFFF"/>
                </a:solidFill>
                <a:latin typeface="Helvetica Neue"/>
                <a:ea typeface="Helvetica Neue"/>
                <a:cs typeface="Helvetica Neue"/>
              </a:defRPr>
            </a:lvl2pPr>
            <a:lvl3pPr>
              <a:defRPr sz="3375" b="1">
                <a:solidFill>
                  <a:srgbClr val="FFFFFF"/>
                </a:solidFill>
                <a:latin typeface="Helvetica Neue"/>
                <a:ea typeface="Helvetica Neue"/>
                <a:cs typeface="Helvetica Neue"/>
              </a:defRPr>
            </a:lvl3pPr>
            <a:lvl4pPr>
              <a:defRPr sz="3375" b="1">
                <a:solidFill>
                  <a:srgbClr val="FFFFFF"/>
                </a:solidFill>
                <a:latin typeface="Helvetica Neue"/>
                <a:ea typeface="Helvetica Neue"/>
                <a:cs typeface="Helvetica Neue"/>
              </a:defRPr>
            </a:lvl4pPr>
            <a:lvl5pPr>
              <a:defRPr sz="3375" b="1">
                <a:solidFill>
                  <a:srgbClr val="FFFFFF"/>
                </a:solidFill>
                <a:latin typeface="Helvetica Neue"/>
                <a:ea typeface="Helvetica Neue"/>
                <a:cs typeface="Helvetica Neue"/>
              </a:defRPr>
            </a:lvl5pPr>
            <a:lvl6pPr>
              <a:defRPr sz="3375" b="1">
                <a:solidFill>
                  <a:srgbClr val="FFFFFF"/>
                </a:solidFill>
                <a:latin typeface="Helvetica Neue"/>
                <a:ea typeface="Helvetica Neue"/>
                <a:cs typeface="Helvetica Neue"/>
              </a:defRPr>
            </a:lvl6pPr>
            <a:lvl7pPr>
              <a:defRPr sz="3375" b="1">
                <a:solidFill>
                  <a:srgbClr val="FFFFFF"/>
                </a:solidFill>
                <a:latin typeface="Helvetica Neue"/>
                <a:ea typeface="Helvetica Neue"/>
                <a:cs typeface="Helvetica Neue"/>
              </a:defRPr>
            </a:lvl7pPr>
            <a:lvl8pPr>
              <a:defRPr sz="3375" b="1">
                <a:solidFill>
                  <a:srgbClr val="FFFFFF"/>
                </a:solidFill>
                <a:latin typeface="Helvetica Neue"/>
                <a:ea typeface="Helvetica Neue"/>
                <a:cs typeface="Helvetica Neue"/>
              </a:defRPr>
            </a:lvl8pPr>
            <a:lvl9pPr>
              <a:defRPr sz="3375" b="1">
                <a:solidFill>
                  <a:srgbClr val="FFFFFF"/>
                </a:solidFill>
                <a:latin typeface="Helvetica Neue"/>
                <a:ea typeface="Helvetica Neue"/>
                <a:cs typeface="Helvetica Neue"/>
              </a:defRPr>
            </a:lvl9pPr>
          </a:lstStyle>
          <a:p xmlns:a="http://schemas.openxmlformats.org/drawingml/2006/main">
            <a:pPr>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Recorded demonstration</a:t>
            </a:r>
          </a:p>
        </p:txBody>
      </p:sp>
      <p:sp>
        <p:nvSpPr>
          <p:cNvPr id="2" name="accent">
            <a:extLst xmlns:a="http://schemas.openxmlformats.org/drawingml/2006/main">
              <a:ext uri="{FF2B5EF4-FFF2-40B4-BE49-F238E27FC236}">
                <a16:creationId xmlns:a16="http://schemas.microsoft.com/office/drawing/2014/main" id="{CB3BE923-CB20-47F0-97D4-9FC1BEAC65F1}"/>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65D7F2F3-06C7-41E0-8A0D-4F40A231478C}"/>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D8D1C5"/>
                </a:solidFill>
                <a:latin typeface="Helvetica Neue"/>
                <a:ea typeface="Helvetica Neue"/>
                <a:cs typeface="Helvetica Neue"/>
              </a:defRPr>
            </a:defPPr>
            <a:lvl1pPr>
              <a:defRPr sz="1275" b="1">
                <a:solidFill>
                  <a:srgbClr val="D8D1C5"/>
                </a:solidFill>
                <a:latin typeface="Helvetica Neue"/>
                <a:ea typeface="Helvetica Neue"/>
                <a:cs typeface="Helvetica Neue"/>
              </a:defRPr>
            </a:lvl1pPr>
            <a:lvl2pPr>
              <a:defRPr sz="1275" b="1">
                <a:solidFill>
                  <a:srgbClr val="D8D1C5"/>
                </a:solidFill>
                <a:latin typeface="Helvetica Neue"/>
                <a:ea typeface="Helvetica Neue"/>
                <a:cs typeface="Helvetica Neue"/>
              </a:defRPr>
            </a:lvl2pPr>
            <a:lvl3pPr>
              <a:defRPr sz="1275" b="1">
                <a:solidFill>
                  <a:srgbClr val="D8D1C5"/>
                </a:solidFill>
                <a:latin typeface="Helvetica Neue"/>
                <a:ea typeface="Helvetica Neue"/>
                <a:cs typeface="Helvetica Neue"/>
              </a:defRPr>
            </a:lvl3pPr>
            <a:lvl4pPr>
              <a:defRPr sz="1275" b="1">
                <a:solidFill>
                  <a:srgbClr val="D8D1C5"/>
                </a:solidFill>
                <a:latin typeface="Helvetica Neue"/>
                <a:ea typeface="Helvetica Neue"/>
                <a:cs typeface="Helvetica Neue"/>
              </a:defRPr>
            </a:lvl4pPr>
            <a:lvl5pPr>
              <a:defRPr sz="1275" b="1">
                <a:solidFill>
                  <a:srgbClr val="D8D1C5"/>
                </a:solidFill>
                <a:latin typeface="Helvetica Neue"/>
                <a:ea typeface="Helvetica Neue"/>
                <a:cs typeface="Helvetica Neue"/>
              </a:defRPr>
            </a:lvl5pPr>
            <a:lvl6pPr>
              <a:defRPr sz="1275" b="1">
                <a:solidFill>
                  <a:srgbClr val="D8D1C5"/>
                </a:solidFill>
                <a:latin typeface="Helvetica Neue"/>
                <a:ea typeface="Helvetica Neue"/>
                <a:cs typeface="Helvetica Neue"/>
              </a:defRPr>
            </a:lvl6pPr>
            <a:lvl7pPr>
              <a:defRPr sz="1275" b="1">
                <a:solidFill>
                  <a:srgbClr val="D8D1C5"/>
                </a:solidFill>
                <a:latin typeface="Helvetica Neue"/>
                <a:ea typeface="Helvetica Neue"/>
                <a:cs typeface="Helvetica Neue"/>
              </a:defRPr>
            </a:lvl7pPr>
            <a:lvl8pPr>
              <a:defRPr sz="1275" b="1">
                <a:solidFill>
                  <a:srgbClr val="D8D1C5"/>
                </a:solidFill>
                <a:latin typeface="Helvetica Neue"/>
                <a:ea typeface="Helvetica Neue"/>
                <a:cs typeface="Helvetica Neue"/>
              </a:defRPr>
            </a:lvl8pPr>
            <a:lvl9pPr>
              <a:defRPr sz="1275" b="1">
                <a:solidFill>
                  <a:srgbClr val="D8D1C5"/>
                </a:solidFill>
                <a:latin typeface="Helvetica Neue"/>
                <a:ea typeface="Helvetica Neue"/>
                <a:cs typeface="Helvetica Neue"/>
              </a:defRPr>
            </a:lvl9pPr>
          </a:lstStyle>
          <a:p xmlns:a="http://schemas.openxmlformats.org/drawingml/2006/main">
            <a:pPr>
              <a:defRPr sz="1275" b="1">
                <a:solidFill>
                  <a:srgbClr val="D8D1C5"/>
                </a:solidFill>
                <a:latin typeface="Helvetica Neue"/>
                <a:ea typeface="Helvetica Neue"/>
                <a:cs typeface="Helvetica Neue"/>
              </a:defRPr>
            </a:pPr>
            <a:r>
              <a:rPr sz="1275" b="1">
                <a:solidFill>
                  <a:srgbClr val="D8D1C5"/>
                </a:solidFill>
                <a:latin typeface="Helvetica Neue"/>
                <a:ea typeface="Helvetica Neue"/>
                <a:cs typeface="Helvetica Neue"/>
              </a:rPr>
              <a:t>08</a:t>
            </a:r>
          </a:p>
        </p:txBody>
      </p:sp>
      <p:pic>
        <p:nvPicPr>
          <p:cNvPr id="4" name="Current prototype demonstration" descr="Recorded developer demonstration. Click to play the embedded video.">
            <ns0:hlinkClick xmlns:ns0="http://schemas.openxmlformats.org/drawingml/2006/main" action="ppaction://media"/>
            <a:extLst xmlns:a="http://schemas.openxmlformats.org/drawingml/2006/main">
              <a:ext uri="{FF2B5EF4-FFF2-40B4-BE49-F238E27FC236}">
                <a16:creationId xmlns:a16="http://schemas.microsoft.com/office/drawing/2014/main" id="{543EDEBB-60CE-498E-B538-C9A2B9BFCBA2}"/>
              </a:ext>
            </a:extLst>
          </p:cNvPr>
          <p:cNvPicPr>
            <a:picLocks xmlns:a="http://schemas.openxmlformats.org/drawingml/2006/main" noChangeAspect="1"/>
          </p:cNvPicPr>
          <p:nvPr>
            <ns0:videoFile xmlns:ns0="http://schemas.openxmlformats.org/drawingml/2006/main" xmlns:ns1="http://schemas.openxmlformats.org/officeDocument/2006/relationships" ns1:link="rIdDemoVideo"/>
            <p:extLst>
              <p:ext uri="{DAA4B4D4-D01A-418F-89A0-4504762567E2}">
                <p14:media xmlns:p14="http://schemas.microsoft.com/office/powerpoint/2010/main" xmlns:ns2="http://schemas.openxmlformats.org/officeDocument/2006/relationships" ns2:embed="rIdDemoMedia"/>
              </p:ext>
            </p:extLst>
          </p:nvPr>
        </p:nvPicPr>
        <p:blipFill>
          <a:blip xmlns:r="http://schemas.openxmlformats.org/officeDocument/2006/relationships" xmlns:a="http://schemas.openxmlformats.org/drawingml/2006/main" r:embed="R42078e4b9a054c9e"/>
          <a:stretch xmlns:a="http://schemas.openxmlformats.org/drawingml/2006/main"/>
        </p:blipFill>
        <p:spPr>
          <a:xfrm xmlns:a="http://schemas.openxmlformats.org/drawingml/2006/main">
            <a:off x="687917" y="1628775"/>
            <a:ext cx="8111067" cy="4562475"/>
          </a:xfrm>
          <a:prstGeom xmlns:a="http://schemas.openxmlformats.org/drawingml/2006/main" prst="rect">
            <a:avLst/>
          </a:prstGeom>
        </p:spPr>
      </p:pic>
      <p:sp>
        <p:nvSpPr>
          <p:cNvPr id="5" name="accent">
            <a:extLst xmlns:a="http://schemas.openxmlformats.org/drawingml/2006/main">
              <a:ext uri="{FF2B5EF4-FFF2-40B4-BE49-F238E27FC236}">
                <a16:creationId xmlns:a16="http://schemas.microsoft.com/office/drawing/2014/main" id="{73B9CEB6-AB0B-44AD-98AB-FC7411AED6D9}"/>
              </a:ext>
            </a:extLst>
          </p:cNvPr>
          <p:cNvSpPr>
            <a:spLocks xmlns:a="http://schemas.openxmlformats.org/drawingml/2006/main" noGrp="1"/>
          </p:cNvSpPr>
          <p:nvPr/>
        </p:nvSpPr>
        <p:spPr>
          <a:xfrm xmlns:a="http://schemas.openxmlformats.org/drawingml/2006/main">
            <a:off x="685800" y="1571625"/>
            <a:ext cx="811530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BE586908-8CD8-4066-820C-D97143B46BF2}"/>
              </a:ext>
            </a:extLst>
          </p:cNvPr>
          <p:cNvSpPr>
            <a:spLocks xmlns:a="http://schemas.openxmlformats.org/drawingml/2006/main" noGrp="1"/>
          </p:cNvSpPr>
          <p:nvPr/>
        </p:nvSpPr>
        <p:spPr>
          <a:xfrm xmlns:a="http://schemas.openxmlformats.org/drawingml/2006/main">
            <a:off x="9144000" y="1743075"/>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FFFFFF"/>
                </a:solidFill>
                <a:latin typeface="Helvetica Neue"/>
                <a:ea typeface="Helvetica Neue"/>
                <a:cs typeface="Helvetica Neue"/>
              </a:defRPr>
            </a:defPPr>
            <a:lvl1pPr>
              <a:defRPr sz="2250" b="1">
                <a:solidFill>
                  <a:srgbClr val="FFFFFF"/>
                </a:solidFill>
                <a:latin typeface="Helvetica Neue"/>
                <a:ea typeface="Helvetica Neue"/>
                <a:cs typeface="Helvetica Neue"/>
              </a:defRPr>
            </a:lvl1pPr>
            <a:lvl2pPr>
              <a:defRPr sz="2250" b="1">
                <a:solidFill>
                  <a:srgbClr val="FFFFFF"/>
                </a:solidFill>
                <a:latin typeface="Helvetica Neue"/>
                <a:ea typeface="Helvetica Neue"/>
                <a:cs typeface="Helvetica Neue"/>
              </a:defRPr>
            </a:lvl2pPr>
            <a:lvl3pPr>
              <a:defRPr sz="2250" b="1">
                <a:solidFill>
                  <a:srgbClr val="FFFFFF"/>
                </a:solidFill>
                <a:latin typeface="Helvetica Neue"/>
                <a:ea typeface="Helvetica Neue"/>
                <a:cs typeface="Helvetica Neue"/>
              </a:defRPr>
            </a:lvl3pPr>
            <a:lvl4pPr>
              <a:defRPr sz="2250" b="1">
                <a:solidFill>
                  <a:srgbClr val="FFFFFF"/>
                </a:solidFill>
                <a:latin typeface="Helvetica Neue"/>
                <a:ea typeface="Helvetica Neue"/>
                <a:cs typeface="Helvetica Neue"/>
              </a:defRPr>
            </a:lvl4pPr>
            <a:lvl5pPr>
              <a:defRPr sz="2250" b="1">
                <a:solidFill>
                  <a:srgbClr val="FFFFFF"/>
                </a:solidFill>
                <a:latin typeface="Helvetica Neue"/>
                <a:ea typeface="Helvetica Neue"/>
                <a:cs typeface="Helvetica Neue"/>
              </a:defRPr>
            </a:lvl5pPr>
            <a:lvl6pPr>
              <a:defRPr sz="2250" b="1">
                <a:solidFill>
                  <a:srgbClr val="FFFFFF"/>
                </a:solidFill>
                <a:latin typeface="Helvetica Neue"/>
                <a:ea typeface="Helvetica Neue"/>
                <a:cs typeface="Helvetica Neue"/>
              </a:defRPr>
            </a:lvl6pPr>
            <a:lvl7pPr>
              <a:defRPr sz="2250" b="1">
                <a:solidFill>
                  <a:srgbClr val="FFFFFF"/>
                </a:solidFill>
                <a:latin typeface="Helvetica Neue"/>
                <a:ea typeface="Helvetica Neue"/>
                <a:cs typeface="Helvetica Neue"/>
              </a:defRPr>
            </a:lvl7pPr>
            <a:lvl8pPr>
              <a:defRPr sz="2250" b="1">
                <a:solidFill>
                  <a:srgbClr val="FFFFFF"/>
                </a:solidFill>
                <a:latin typeface="Helvetica Neue"/>
                <a:ea typeface="Helvetica Neue"/>
                <a:cs typeface="Helvetica Neue"/>
              </a:defRPr>
            </a:lvl8pPr>
            <a:lvl9pPr>
              <a:defRPr sz="2250" b="1">
                <a:solidFill>
                  <a:srgbClr val="FFFFFF"/>
                </a:solidFill>
                <a:latin typeface="Helvetica Neue"/>
                <a:ea typeface="Helvetica Neue"/>
                <a:cs typeface="Helvetica Neue"/>
              </a:defRPr>
            </a:lvl9pPr>
          </a:lstStyle>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Current prototype</a:t>
            </a:r>
          </a:p>
        </p:txBody>
      </p:sp>
      <p:sp>
        <p:nvSpPr>
          <p:cNvPr id="7" name="text">
            <a:extLst xmlns:a="http://schemas.openxmlformats.org/drawingml/2006/main">
              <a:ext uri="{FF2B5EF4-FFF2-40B4-BE49-F238E27FC236}">
                <a16:creationId xmlns:a16="http://schemas.microsoft.com/office/drawing/2014/main" id="{A86C4430-361A-478B-9AB7-83D96B443798}"/>
              </a:ext>
            </a:extLst>
          </p:cNvPr>
          <p:cNvSpPr>
            <a:spLocks xmlns:a="http://schemas.openxmlformats.org/drawingml/2006/main" noGrp="1"/>
          </p:cNvSpPr>
          <p:nvPr/>
        </p:nvSpPr>
        <p:spPr>
          <a:xfrm xmlns:a="http://schemas.openxmlformats.org/drawingml/2006/main">
            <a:off x="9144000" y="2781300"/>
            <a:ext cx="23812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1C5"/>
                </a:solidFill>
                <a:latin typeface="Helvetica Neue"/>
                <a:ea typeface="Helvetica Neue"/>
                <a:cs typeface="Helvetica Neue"/>
              </a:defRPr>
            </a:defPPr>
            <a:lvl1pPr>
              <a:defRPr sz="1875" b="0">
                <a:solidFill>
                  <a:srgbClr val="D8D1C5"/>
                </a:solidFill>
                <a:latin typeface="Helvetica Neue"/>
                <a:ea typeface="Helvetica Neue"/>
                <a:cs typeface="Helvetica Neue"/>
              </a:defRPr>
            </a:lvl1pPr>
            <a:lvl2pPr>
              <a:defRPr sz="1875" b="0">
                <a:solidFill>
                  <a:srgbClr val="D8D1C5"/>
                </a:solidFill>
                <a:latin typeface="Helvetica Neue"/>
                <a:ea typeface="Helvetica Neue"/>
                <a:cs typeface="Helvetica Neue"/>
              </a:defRPr>
            </a:lvl2pPr>
            <a:lvl3pPr>
              <a:defRPr sz="1875" b="0">
                <a:solidFill>
                  <a:srgbClr val="D8D1C5"/>
                </a:solidFill>
                <a:latin typeface="Helvetica Neue"/>
                <a:ea typeface="Helvetica Neue"/>
                <a:cs typeface="Helvetica Neue"/>
              </a:defRPr>
            </a:lvl3pPr>
            <a:lvl4pPr>
              <a:defRPr sz="1875" b="0">
                <a:solidFill>
                  <a:srgbClr val="D8D1C5"/>
                </a:solidFill>
                <a:latin typeface="Helvetica Neue"/>
                <a:ea typeface="Helvetica Neue"/>
                <a:cs typeface="Helvetica Neue"/>
              </a:defRPr>
            </a:lvl4pPr>
            <a:lvl5pPr>
              <a:defRPr sz="1875" b="0">
                <a:solidFill>
                  <a:srgbClr val="D8D1C5"/>
                </a:solidFill>
                <a:latin typeface="Helvetica Neue"/>
                <a:ea typeface="Helvetica Neue"/>
                <a:cs typeface="Helvetica Neue"/>
              </a:defRPr>
            </a:lvl5pPr>
            <a:lvl6pPr>
              <a:defRPr sz="1875" b="0">
                <a:solidFill>
                  <a:srgbClr val="D8D1C5"/>
                </a:solidFill>
                <a:latin typeface="Helvetica Neue"/>
                <a:ea typeface="Helvetica Neue"/>
                <a:cs typeface="Helvetica Neue"/>
              </a:defRPr>
            </a:lvl6pPr>
            <a:lvl7pPr>
              <a:defRPr sz="1875" b="0">
                <a:solidFill>
                  <a:srgbClr val="D8D1C5"/>
                </a:solidFill>
                <a:latin typeface="Helvetica Neue"/>
                <a:ea typeface="Helvetica Neue"/>
                <a:cs typeface="Helvetica Neue"/>
              </a:defRPr>
            </a:lvl7pPr>
            <a:lvl8pPr>
              <a:defRPr sz="1875" b="0">
                <a:solidFill>
                  <a:srgbClr val="D8D1C5"/>
                </a:solidFill>
                <a:latin typeface="Helvetica Neue"/>
                <a:ea typeface="Helvetica Neue"/>
                <a:cs typeface="Helvetica Neue"/>
              </a:defRPr>
            </a:lvl8pPr>
            <a:lvl9pPr>
              <a:defRPr sz="1875" b="0">
                <a:solidFill>
                  <a:srgbClr val="D8D1C5"/>
                </a:solidFill>
                <a:latin typeface="Helvetica Neue"/>
                <a:ea typeface="Helvetica Neue"/>
                <a:cs typeface="Helvetica Neue"/>
              </a:defRPr>
            </a:lvl9pPr>
          </a:lstStyle>
          <a:p xmlns:a="http://schemas.openxmlformats.org/drawingml/2006/main">
            <a:pPr>
              <a:defRPr sz="1875" b="0">
                <a:solidFill>
                  <a:srgbClr val="D8D1C5"/>
                </a:solidFill>
                <a:latin typeface="Helvetica Neue"/>
                <a:ea typeface="Helvetica Neue"/>
                <a:cs typeface="Helvetica Neue"/>
              </a:defRPr>
            </a:pPr>
            <a:r>
              <a:rPr sz="1875" b="0">
                <a:solidFill>
                  <a:srgbClr val="D8D1C5"/>
                </a:solidFill>
                <a:latin typeface="Helvetica Neue"/>
                <a:ea typeface="Helvetica Neue"/>
                <a:cs typeface="Helvetica Neue"/>
              </a:rPr>
              <a:t>Measure selection</a:t>
            </a:r>
          </a:p>
          <a:p xmlns:a="http://schemas.openxmlformats.org/drawingml/2006/main">
            <a:pPr>
              <a:defRPr sz="1875" b="0">
                <a:solidFill>
                  <a:srgbClr val="D8D1C5"/>
                </a:solidFill>
                <a:latin typeface="Helvetica Neue"/>
                <a:ea typeface="Helvetica Neue"/>
                <a:cs typeface="Helvetica Neue"/>
              </a:defRPr>
            </a:pPr>
            <a:r>
              <a:rPr sz="1875" b="0">
                <a:solidFill>
                  <a:srgbClr val="D8D1C5"/>
                </a:solidFill>
                <a:latin typeface="Helvetica Neue"/>
                <a:ea typeface="Helvetica Neue"/>
                <a:cs typeface="Helvetica Neue"/>
              </a:rPr>
              <a:t>Physical controls</a:t>
            </a:r>
          </a:p>
          <a:p xmlns:a="http://schemas.openxmlformats.org/drawingml/2006/main">
            <a:pPr>
              <a:defRPr sz="1875" b="0">
                <a:solidFill>
                  <a:srgbClr val="D8D1C5"/>
                </a:solidFill>
                <a:latin typeface="Helvetica Neue"/>
                <a:ea typeface="Helvetica Neue"/>
                <a:cs typeface="Helvetica Neue"/>
              </a:defRPr>
            </a:pPr>
            <a:r>
              <a:rPr sz="1875" b="0">
                <a:solidFill>
                  <a:srgbClr val="D8D1C5"/>
                </a:solidFill>
                <a:latin typeface="Helvetica Neue"/>
                <a:ea typeface="Helvetica Neue"/>
                <a:cs typeface="Helvetica Neue"/>
              </a:rPr>
              <a:t>Voice requests</a:t>
            </a:r>
          </a:p>
          <a:p xmlns:a="http://schemas.openxmlformats.org/drawingml/2006/main">
            <a:pPr>
              <a:defRPr sz="1875" b="0">
                <a:solidFill>
                  <a:srgbClr val="D8D1C5"/>
                </a:solidFill>
                <a:latin typeface="Helvetica Neue"/>
                <a:ea typeface="Helvetica Neue"/>
                <a:cs typeface="Helvetica Neue"/>
              </a:defRPr>
            </a:pPr>
            <a:r>
              <a:rPr sz="1875" b="0">
                <a:solidFill>
                  <a:srgbClr val="D8D1C5"/>
                </a:solidFill>
                <a:latin typeface="Helvetica Neue"/>
                <a:ea typeface="Helvetica Neue"/>
                <a:cs typeface="Helvetica Neue"/>
              </a:rPr>
              <a:t>Max playback</a:t>
            </a:r>
          </a:p>
        </p:txBody>
      </p:sp>
      <p:sp>
        <p:nvSpPr>
          <p:cNvPr id="8" name="text">
            <a:extLst xmlns:a="http://schemas.openxmlformats.org/drawingml/2006/main">
              <a:ext uri="{FF2B5EF4-FFF2-40B4-BE49-F238E27FC236}">
                <a16:creationId xmlns:a16="http://schemas.microsoft.com/office/drawing/2014/main" id="{3FDE503E-5CFA-4E4A-85E9-97AD5512543C}"/>
              </a:ext>
            </a:extLst>
          </p:cNvPr>
          <p:cNvSpPr>
            <a:spLocks xmlns:a="http://schemas.openxmlformats.org/drawingml/2006/main" noGrp="1"/>
          </p:cNvSpPr>
          <p:nvPr/>
        </p:nvSpPr>
        <p:spPr>
          <a:xfrm xmlns:a="http://schemas.openxmlformats.org/drawingml/2006/main">
            <a:off x="9144000" y="5314950"/>
            <a:ext cx="2381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CFEA79"/>
                </a:solidFill>
                <a:latin typeface="Helvetica Neue"/>
                <a:ea typeface="Helvetica Neue"/>
                <a:cs typeface="Helvetica Neue"/>
              </a:defRPr>
            </a:defPPr>
            <a:lvl1pPr>
              <a:defRPr sz="1875" b="1">
                <a:solidFill>
                  <a:srgbClr val="CFEA79"/>
                </a:solidFill>
                <a:latin typeface="Helvetica Neue"/>
                <a:ea typeface="Helvetica Neue"/>
                <a:cs typeface="Helvetica Neue"/>
              </a:defRPr>
            </a:lvl1pPr>
            <a:lvl2pPr>
              <a:defRPr sz="1875" b="1">
                <a:solidFill>
                  <a:srgbClr val="CFEA79"/>
                </a:solidFill>
                <a:latin typeface="Helvetica Neue"/>
                <a:ea typeface="Helvetica Neue"/>
                <a:cs typeface="Helvetica Neue"/>
              </a:defRPr>
            </a:lvl2pPr>
            <a:lvl3pPr>
              <a:defRPr sz="1875" b="1">
                <a:solidFill>
                  <a:srgbClr val="CFEA79"/>
                </a:solidFill>
                <a:latin typeface="Helvetica Neue"/>
                <a:ea typeface="Helvetica Neue"/>
                <a:cs typeface="Helvetica Neue"/>
              </a:defRPr>
            </a:lvl3pPr>
            <a:lvl4pPr>
              <a:defRPr sz="1875" b="1">
                <a:solidFill>
                  <a:srgbClr val="CFEA79"/>
                </a:solidFill>
                <a:latin typeface="Helvetica Neue"/>
                <a:ea typeface="Helvetica Neue"/>
                <a:cs typeface="Helvetica Neue"/>
              </a:defRPr>
            </a:lvl4pPr>
            <a:lvl5pPr>
              <a:defRPr sz="1875" b="1">
                <a:solidFill>
                  <a:srgbClr val="CFEA79"/>
                </a:solidFill>
                <a:latin typeface="Helvetica Neue"/>
                <a:ea typeface="Helvetica Neue"/>
                <a:cs typeface="Helvetica Neue"/>
              </a:defRPr>
            </a:lvl5pPr>
            <a:lvl6pPr>
              <a:defRPr sz="1875" b="1">
                <a:solidFill>
                  <a:srgbClr val="CFEA79"/>
                </a:solidFill>
                <a:latin typeface="Helvetica Neue"/>
                <a:ea typeface="Helvetica Neue"/>
                <a:cs typeface="Helvetica Neue"/>
              </a:defRPr>
            </a:lvl6pPr>
            <a:lvl7pPr>
              <a:defRPr sz="1875" b="1">
                <a:solidFill>
                  <a:srgbClr val="CFEA79"/>
                </a:solidFill>
                <a:latin typeface="Helvetica Neue"/>
                <a:ea typeface="Helvetica Neue"/>
                <a:cs typeface="Helvetica Neue"/>
              </a:defRPr>
            </a:lvl7pPr>
            <a:lvl8pPr>
              <a:defRPr sz="1875" b="1">
                <a:solidFill>
                  <a:srgbClr val="CFEA79"/>
                </a:solidFill>
                <a:latin typeface="Helvetica Neue"/>
                <a:ea typeface="Helvetica Neue"/>
                <a:cs typeface="Helvetica Neue"/>
              </a:defRPr>
            </a:lvl8pPr>
            <a:lvl9pPr>
              <a:defRPr sz="1875" b="1">
                <a:solidFill>
                  <a:srgbClr val="CFEA79"/>
                </a:solidFill>
                <a:latin typeface="Helvetica Neue"/>
                <a:ea typeface="Helvetica Neue"/>
                <a:cs typeface="Helvetica Neue"/>
              </a:defRPr>
            </a:lvl9pPr>
          </a:lstStyle>
          <a:p xmlns:a="http://schemas.openxmlformats.org/drawingml/2006/main">
            <a:pPr>
              <a:defRPr sz="1875" b="1">
                <a:solidFill>
                  <a:srgbClr val="CFEA79"/>
                </a:solidFill>
                <a:latin typeface="Helvetica Neue"/>
                <a:ea typeface="Helvetica Neue"/>
                <a:cs typeface="Helvetica Neue"/>
              </a:defRPr>
            </a:pPr>
            <a:r>
              <a:rPr sz="1875" b="1">
                <a:solidFill>
                  <a:srgbClr val="CFEA79"/>
                </a:solidFill>
                <a:latin typeface="Helvetica Neue"/>
                <a:ea typeface="Helvetica Neue"/>
                <a:cs typeface="Helvetica Neue"/>
              </a:rPr>
              <a:t>Click the video to play</a:t>
            </a:r>
          </a:p>
        </p:txBody>
      </p:sp>
    </p:spTree>
    <p:extLst>
      <p:ext uri="{BB962C8B-B14F-4D97-AF65-F5344CB8AC3E}">
        <p14:creationId xmlns:p14="http://schemas.microsoft.com/office/powerpoint/2010/main" val="954146174"/>
      </p:ext>
    </p:extLst>
  </p:cSld>
  <p:timing>
    <p:tnLst>
      <p:par>
        <p:cTn id="1" dur="indefinite" restart="never" nodeType="tmRoot">
          <p:childTnLst>
            <p:video>
              <p:cMediaNode vol="100000">
                <p:cTn id="2" fill="hold" display="0">
                  <p:stCondLst>
                    <p:cond delay="indefinite"/>
                  </p:stCondLst>
                </p:cTn>
                <p:tgtEl>
                  <p:spTgt spid="4"/>
                </p:tgtEl>
              </p:cMediaNode>
            </p:video>
          </p:childTnLst>
        </p:cTn>
      </p:par>
    </p:tnLst>
  </p:timing>
  <p:extLst>
    <p:ext uri="{6950BFC3-D8DA-4A85-94F7-54DA5524770B}">
      <p188:commentRel xmlns:r="http://schemas.openxmlformats.org/officeDocument/2006/relationships" xmlns:p188="http://schemas.microsoft.com/office/powerpoint/2018/8/main" r:id="R5e26ad509b554888"/>
    </p:ext>
  </p:extLst>
</p:sld>
</file>

<file path=ppt/slides/slide9.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803C2E2A-FF52-41DE-BCB0-186D26C26793}"/>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xmlns:a="http://schemas.openxmlformats.org/drawingml/2006/main">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Current evidence</a:t>
            </a:r>
          </a:p>
        </p:txBody>
      </p:sp>
      <p:sp>
        <p:nvSpPr>
          <p:cNvPr id="2" name="accent">
            <a:extLst xmlns:a="http://schemas.openxmlformats.org/drawingml/2006/main">
              <a:ext uri="{FF2B5EF4-FFF2-40B4-BE49-F238E27FC236}">
                <a16:creationId xmlns:a16="http://schemas.microsoft.com/office/drawing/2014/main" id="{B8057EBA-6C06-456E-8949-DA345EE9BA4D}"/>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3113C900-541A-427F-91B8-035E9FB125E7}"/>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xmlns:a="http://schemas.openxmlformats.org/drawingml/2006/main">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09</a:t>
            </a:r>
          </a:p>
        </p:txBody>
      </p:sp>
      <p:sp>
        <p:nvSpPr>
          <p:cNvPr id="4" name="text">
            <a:extLst xmlns:a="http://schemas.openxmlformats.org/drawingml/2006/main">
              <a:ext uri="{FF2B5EF4-FFF2-40B4-BE49-F238E27FC236}">
                <a16:creationId xmlns:a16="http://schemas.microsoft.com/office/drawing/2014/main" id="{6B20E460-D7E4-4694-AD92-656A766368B1}"/>
              </a:ext>
            </a:extLst>
          </p:cNvPr>
          <p:cNvSpPr>
            <a:spLocks xmlns:a="http://schemas.openxmlformats.org/drawingml/2006/main" noGrp="1"/>
          </p:cNvSpPr>
          <p:nvPr/>
        </p:nvSpPr>
        <p:spPr>
          <a:xfrm xmlns:a="http://schemas.openxmlformats.org/drawingml/2006/main">
            <a:off x="704850" y="1733550"/>
            <a:ext cx="24288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475" b="1">
                <a:solidFill>
                  <a:srgbClr val="F06C5B"/>
                </a:solidFill>
                <a:latin typeface="Helvetica Neue"/>
                <a:ea typeface="Helvetica Neue"/>
                <a:cs typeface="Helvetica Neue"/>
              </a:defRPr>
            </a:defPPr>
            <a:lvl1pPr>
              <a:defRPr sz="8475" b="1">
                <a:solidFill>
                  <a:srgbClr val="F06C5B"/>
                </a:solidFill>
                <a:latin typeface="Helvetica Neue"/>
                <a:ea typeface="Helvetica Neue"/>
                <a:cs typeface="Helvetica Neue"/>
              </a:defRPr>
            </a:lvl1pPr>
            <a:lvl2pPr>
              <a:defRPr sz="8475" b="1">
                <a:solidFill>
                  <a:srgbClr val="F06C5B"/>
                </a:solidFill>
                <a:latin typeface="Helvetica Neue"/>
                <a:ea typeface="Helvetica Neue"/>
                <a:cs typeface="Helvetica Neue"/>
              </a:defRPr>
            </a:lvl2pPr>
            <a:lvl3pPr>
              <a:defRPr sz="8475" b="1">
                <a:solidFill>
                  <a:srgbClr val="F06C5B"/>
                </a:solidFill>
                <a:latin typeface="Helvetica Neue"/>
                <a:ea typeface="Helvetica Neue"/>
                <a:cs typeface="Helvetica Neue"/>
              </a:defRPr>
            </a:lvl3pPr>
            <a:lvl4pPr>
              <a:defRPr sz="8475" b="1">
                <a:solidFill>
                  <a:srgbClr val="F06C5B"/>
                </a:solidFill>
                <a:latin typeface="Helvetica Neue"/>
                <a:ea typeface="Helvetica Neue"/>
                <a:cs typeface="Helvetica Neue"/>
              </a:defRPr>
            </a:lvl4pPr>
            <a:lvl5pPr>
              <a:defRPr sz="8475" b="1">
                <a:solidFill>
                  <a:srgbClr val="F06C5B"/>
                </a:solidFill>
                <a:latin typeface="Helvetica Neue"/>
                <a:ea typeface="Helvetica Neue"/>
                <a:cs typeface="Helvetica Neue"/>
              </a:defRPr>
            </a:lvl5pPr>
            <a:lvl6pPr>
              <a:defRPr sz="8475" b="1">
                <a:solidFill>
                  <a:srgbClr val="F06C5B"/>
                </a:solidFill>
                <a:latin typeface="Helvetica Neue"/>
                <a:ea typeface="Helvetica Neue"/>
                <a:cs typeface="Helvetica Neue"/>
              </a:defRPr>
            </a:lvl6pPr>
            <a:lvl7pPr>
              <a:defRPr sz="8475" b="1">
                <a:solidFill>
                  <a:srgbClr val="F06C5B"/>
                </a:solidFill>
                <a:latin typeface="Helvetica Neue"/>
                <a:ea typeface="Helvetica Neue"/>
                <a:cs typeface="Helvetica Neue"/>
              </a:defRPr>
            </a:lvl7pPr>
            <a:lvl8pPr>
              <a:defRPr sz="8475" b="1">
                <a:solidFill>
                  <a:srgbClr val="F06C5B"/>
                </a:solidFill>
                <a:latin typeface="Helvetica Neue"/>
                <a:ea typeface="Helvetica Neue"/>
                <a:cs typeface="Helvetica Neue"/>
              </a:defRPr>
            </a:lvl8pPr>
            <a:lvl9pPr>
              <a:defRPr sz="8475" b="1">
                <a:solidFill>
                  <a:srgbClr val="F06C5B"/>
                </a:solidFill>
                <a:latin typeface="Helvetica Neue"/>
                <a:ea typeface="Helvetica Neue"/>
                <a:cs typeface="Helvetica Neue"/>
              </a:defRPr>
            </a:lvl9pPr>
          </a:lstStyle>
          <a:p xmlns:a="http://schemas.openxmlformats.org/drawingml/2006/main">
            <a:pPr>
              <a:defRPr sz="8475" b="1">
                <a:solidFill>
                  <a:srgbClr val="F06C5B"/>
                </a:solidFill>
                <a:latin typeface="Helvetica Neue"/>
                <a:ea typeface="Helvetica Neue"/>
                <a:cs typeface="Helvetica Neue"/>
              </a:defRPr>
            </a:pPr>
            <a:r>
              <a:rPr sz="8475" b="1">
                <a:solidFill>
                  <a:srgbClr val="F06C5B"/>
                </a:solidFill>
                <a:latin typeface="Helvetica Neue"/>
                <a:ea typeface="Helvetica Neue"/>
                <a:cs typeface="Helvetica Neue"/>
              </a:rPr>
              <a:t>31</a:t>
            </a:r>
          </a:p>
        </p:txBody>
      </p:sp>
      <p:sp>
        <p:nvSpPr>
          <p:cNvPr id="5" name="text">
            <a:extLst xmlns:a="http://schemas.openxmlformats.org/drawingml/2006/main">
              <a:ext uri="{FF2B5EF4-FFF2-40B4-BE49-F238E27FC236}">
                <a16:creationId xmlns:a16="http://schemas.microsoft.com/office/drawing/2014/main" id="{E5FD413F-7A97-4F6C-B400-0F2D8CE29143}"/>
              </a:ext>
            </a:extLst>
          </p:cNvPr>
          <p:cNvSpPr>
            <a:spLocks xmlns:a="http://schemas.openxmlformats.org/drawingml/2006/main" noGrp="1"/>
          </p:cNvSpPr>
          <p:nvPr/>
        </p:nvSpPr>
        <p:spPr>
          <a:xfrm xmlns:a="http://schemas.openxmlformats.org/drawingml/2006/main">
            <a:off x="762000" y="3067050"/>
            <a:ext cx="2571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1A1D"/>
                </a:solidFill>
                <a:latin typeface="Helvetica Neue"/>
                <a:ea typeface="Helvetica Neue"/>
                <a:cs typeface="Helvetica Neue"/>
              </a:defRPr>
            </a:defPPr>
            <a:lvl1pPr>
              <a:defRPr sz="2175" b="1">
                <a:solidFill>
                  <a:srgbClr val="171A1D"/>
                </a:solidFill>
                <a:latin typeface="Helvetica Neue"/>
                <a:ea typeface="Helvetica Neue"/>
                <a:cs typeface="Helvetica Neue"/>
              </a:defRPr>
            </a:lvl1pPr>
            <a:lvl2pPr>
              <a:defRPr sz="2175" b="1">
                <a:solidFill>
                  <a:srgbClr val="171A1D"/>
                </a:solidFill>
                <a:latin typeface="Helvetica Neue"/>
                <a:ea typeface="Helvetica Neue"/>
                <a:cs typeface="Helvetica Neue"/>
              </a:defRPr>
            </a:lvl2pPr>
            <a:lvl3pPr>
              <a:defRPr sz="2175" b="1">
                <a:solidFill>
                  <a:srgbClr val="171A1D"/>
                </a:solidFill>
                <a:latin typeface="Helvetica Neue"/>
                <a:ea typeface="Helvetica Neue"/>
                <a:cs typeface="Helvetica Neue"/>
              </a:defRPr>
            </a:lvl3pPr>
            <a:lvl4pPr>
              <a:defRPr sz="2175" b="1">
                <a:solidFill>
                  <a:srgbClr val="171A1D"/>
                </a:solidFill>
                <a:latin typeface="Helvetica Neue"/>
                <a:ea typeface="Helvetica Neue"/>
                <a:cs typeface="Helvetica Neue"/>
              </a:defRPr>
            </a:lvl4pPr>
            <a:lvl5pPr>
              <a:defRPr sz="2175" b="1">
                <a:solidFill>
                  <a:srgbClr val="171A1D"/>
                </a:solidFill>
                <a:latin typeface="Helvetica Neue"/>
                <a:ea typeface="Helvetica Neue"/>
                <a:cs typeface="Helvetica Neue"/>
              </a:defRPr>
            </a:lvl5pPr>
            <a:lvl6pPr>
              <a:defRPr sz="2175" b="1">
                <a:solidFill>
                  <a:srgbClr val="171A1D"/>
                </a:solidFill>
                <a:latin typeface="Helvetica Neue"/>
                <a:ea typeface="Helvetica Neue"/>
                <a:cs typeface="Helvetica Neue"/>
              </a:defRPr>
            </a:lvl6pPr>
            <a:lvl7pPr>
              <a:defRPr sz="2175" b="1">
                <a:solidFill>
                  <a:srgbClr val="171A1D"/>
                </a:solidFill>
                <a:latin typeface="Helvetica Neue"/>
                <a:ea typeface="Helvetica Neue"/>
                <a:cs typeface="Helvetica Neue"/>
              </a:defRPr>
            </a:lvl7pPr>
            <a:lvl8pPr>
              <a:defRPr sz="2175" b="1">
                <a:solidFill>
                  <a:srgbClr val="171A1D"/>
                </a:solidFill>
                <a:latin typeface="Helvetica Neue"/>
                <a:ea typeface="Helvetica Neue"/>
                <a:cs typeface="Helvetica Neue"/>
              </a:defRPr>
            </a:lvl8pPr>
            <a:lvl9pPr>
              <a:defRPr sz="2175" b="1">
                <a:solidFill>
                  <a:srgbClr val="171A1D"/>
                </a:solidFill>
                <a:latin typeface="Helvetica Neue"/>
                <a:ea typeface="Helvetica Neue"/>
                <a:cs typeface="Helvetica Neue"/>
              </a:defRPr>
            </a:lvl9pPr>
          </a:lstStyle>
          <a:p xmlns:a="http://schemas.openxmlformats.org/drawingml/2006/main">
            <a:pPr>
              <a:defRPr sz="2175" b="1">
                <a:solidFill>
                  <a:srgbClr val="171A1D"/>
                </a:solidFill>
                <a:latin typeface="Helvetica Neue"/>
                <a:ea typeface="Helvetica Neue"/>
                <a:cs typeface="Helvetica Neue"/>
              </a:defRPr>
            </a:pPr>
            <a:r>
              <a:rPr sz="2175" b="1">
                <a:solidFill>
                  <a:srgbClr val="171A1D"/>
                </a:solidFill>
                <a:latin typeface="Helvetica Neue"/>
                <a:ea typeface="Helvetica Neue"/>
                <a:cs typeface="Helvetica Neue"/>
              </a:rPr>
              <a:t>development cases</a:t>
            </a:r>
          </a:p>
          <a:p xmlns:a="http://schemas.openxmlformats.org/drawingml/2006/main">
            <a:pPr>
              <a:defRPr sz="2175" b="1">
                <a:solidFill>
                  <a:srgbClr val="171A1D"/>
                </a:solidFill>
                <a:latin typeface="Helvetica Neue"/>
                <a:ea typeface="Helvetica Neue"/>
                <a:cs typeface="Helvetica Neue"/>
              </a:defRPr>
            </a:pPr>
            <a:r>
              <a:rPr sz="2175" b="1">
                <a:solidFill>
                  <a:srgbClr val="171A1D"/>
                </a:solidFill>
                <a:latin typeface="Helvetica Neue"/>
                <a:ea typeface="Helvetica Neue"/>
                <a:cs typeface="Helvetica Neue"/>
              </a:rPr>
              <a:t>reported passing</a:t>
            </a:r>
          </a:p>
        </p:txBody>
      </p:sp>
      <p:sp>
        <p:nvSpPr>
          <p:cNvPr id="6" name="text">
            <a:extLst xmlns:a="http://schemas.openxmlformats.org/drawingml/2006/main">
              <a:ext uri="{FF2B5EF4-FFF2-40B4-BE49-F238E27FC236}">
                <a16:creationId xmlns:a16="http://schemas.microsoft.com/office/drawing/2014/main" id="{DFD5768F-D960-4B63-B730-021345C566EE}"/>
              </a:ext>
            </a:extLst>
          </p:cNvPr>
          <p:cNvSpPr>
            <a:spLocks xmlns:a="http://schemas.openxmlformats.org/drawingml/2006/main" noGrp="1"/>
          </p:cNvSpPr>
          <p:nvPr/>
        </p:nvSpPr>
        <p:spPr>
          <a:xfrm xmlns:a="http://schemas.openxmlformats.org/drawingml/2006/main">
            <a:off x="762000" y="4714875"/>
            <a:ext cx="295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C776F"/>
                </a:solidFill>
                <a:latin typeface="Helvetica Neue"/>
                <a:ea typeface="Helvetica Neue"/>
                <a:cs typeface="Helvetica Neue"/>
              </a:defRPr>
            </a:defPPr>
            <a:lvl1pPr>
              <a:defRPr sz="1650" b="0">
                <a:solidFill>
                  <a:srgbClr val="7C776F"/>
                </a:solidFill>
                <a:latin typeface="Helvetica Neue"/>
                <a:ea typeface="Helvetica Neue"/>
                <a:cs typeface="Helvetica Neue"/>
              </a:defRPr>
            </a:lvl1pPr>
            <a:lvl2pPr>
              <a:defRPr sz="1650" b="0">
                <a:solidFill>
                  <a:srgbClr val="7C776F"/>
                </a:solidFill>
                <a:latin typeface="Helvetica Neue"/>
                <a:ea typeface="Helvetica Neue"/>
                <a:cs typeface="Helvetica Neue"/>
              </a:defRPr>
            </a:lvl2pPr>
            <a:lvl3pPr>
              <a:defRPr sz="1650" b="0">
                <a:solidFill>
                  <a:srgbClr val="7C776F"/>
                </a:solidFill>
                <a:latin typeface="Helvetica Neue"/>
                <a:ea typeface="Helvetica Neue"/>
                <a:cs typeface="Helvetica Neue"/>
              </a:defRPr>
            </a:lvl3pPr>
            <a:lvl4pPr>
              <a:defRPr sz="1650" b="0">
                <a:solidFill>
                  <a:srgbClr val="7C776F"/>
                </a:solidFill>
                <a:latin typeface="Helvetica Neue"/>
                <a:ea typeface="Helvetica Neue"/>
                <a:cs typeface="Helvetica Neue"/>
              </a:defRPr>
            </a:lvl4pPr>
            <a:lvl5pPr>
              <a:defRPr sz="1650" b="0">
                <a:solidFill>
                  <a:srgbClr val="7C776F"/>
                </a:solidFill>
                <a:latin typeface="Helvetica Neue"/>
                <a:ea typeface="Helvetica Neue"/>
                <a:cs typeface="Helvetica Neue"/>
              </a:defRPr>
            </a:lvl5pPr>
            <a:lvl6pPr>
              <a:defRPr sz="1650" b="0">
                <a:solidFill>
                  <a:srgbClr val="7C776F"/>
                </a:solidFill>
                <a:latin typeface="Helvetica Neue"/>
                <a:ea typeface="Helvetica Neue"/>
                <a:cs typeface="Helvetica Neue"/>
              </a:defRPr>
            </a:lvl6pPr>
            <a:lvl7pPr>
              <a:defRPr sz="1650" b="0">
                <a:solidFill>
                  <a:srgbClr val="7C776F"/>
                </a:solidFill>
                <a:latin typeface="Helvetica Neue"/>
                <a:ea typeface="Helvetica Neue"/>
                <a:cs typeface="Helvetica Neue"/>
              </a:defRPr>
            </a:lvl7pPr>
            <a:lvl8pPr>
              <a:defRPr sz="1650" b="0">
                <a:solidFill>
                  <a:srgbClr val="7C776F"/>
                </a:solidFill>
                <a:latin typeface="Helvetica Neue"/>
                <a:ea typeface="Helvetica Neue"/>
                <a:cs typeface="Helvetica Neue"/>
              </a:defRPr>
            </a:lvl8pPr>
            <a:lvl9pPr>
              <a:defRPr sz="1650" b="0">
                <a:solidFill>
                  <a:srgbClr val="7C776F"/>
                </a:solidFill>
                <a:latin typeface="Helvetica Neue"/>
                <a:ea typeface="Helvetica Neue"/>
                <a:cs typeface="Helvetica Neue"/>
              </a:defRPr>
            </a:lvl9pPr>
          </a:lstStyle>
          <a:p xmlns:a="http://schemas.openxmlformats.org/drawingml/2006/main">
            <a:pPr>
              <a:defRPr sz="1650" b="0">
                <a:solidFill>
                  <a:srgbClr val="7C776F"/>
                </a:solidFill>
                <a:latin typeface="Helvetica Neue"/>
                <a:ea typeface="Helvetica Neue"/>
                <a:cs typeface="Helvetica Neue"/>
              </a:defRPr>
            </a:pPr>
            <a:r>
              <a:rPr sz="1650" b="0">
                <a:solidFill>
                  <a:srgbClr val="7C776F"/>
                </a:solidFill>
                <a:latin typeface="Helvetica Neue"/>
                <a:ea typeface="Helvetica Neue"/>
                <a:cs typeface="Helvetica Neue"/>
              </a:rPr>
              <a:t>October 12 report</a:t>
            </a:r>
          </a:p>
          <a:p xmlns:a="http://schemas.openxmlformats.org/drawingml/2006/main">
            <a:pPr>
              <a:defRPr sz="1650" b="0">
                <a:solidFill>
                  <a:srgbClr val="7C776F"/>
                </a:solidFill>
                <a:latin typeface="Helvetica Neue"/>
                <a:ea typeface="Helvetica Neue"/>
                <a:cs typeface="Helvetica Neue"/>
              </a:defRPr>
            </a:pPr>
            <a:r>
              <a:rPr sz="1650" b="0">
                <a:solidFill>
                  <a:srgbClr val="7C776F"/>
                </a:solidFill>
                <a:latin typeface="Helvetica Neue"/>
                <a:ea typeface="Helvetica Neue"/>
                <a:cs typeface="Helvetica Neue"/>
              </a:rPr>
              <a:t>Transcript inputs, not reader trials</a:t>
            </a:r>
          </a:p>
        </p:txBody>
      </p:sp>
      <p:sp>
        <p:nvSpPr>
          <p:cNvPr id="7" name="accent">
            <a:extLst xmlns:a="http://schemas.openxmlformats.org/drawingml/2006/main">
              <a:ext uri="{FF2B5EF4-FFF2-40B4-BE49-F238E27FC236}">
                <a16:creationId xmlns:a16="http://schemas.microsoft.com/office/drawing/2014/main" id="{1DA01A66-D147-4E7D-B38B-7CA6CA0DC1B8}"/>
              </a:ext>
            </a:extLst>
          </p:cNvPr>
          <p:cNvSpPr>
            <a:spLocks xmlns:a="http://schemas.openxmlformats.org/drawingml/2006/main" noGrp="1"/>
          </p:cNvSpPr>
          <p:nvPr/>
        </p:nvSpPr>
        <p:spPr>
          <a:xfrm xmlns:a="http://schemas.openxmlformats.org/drawingml/2006/main">
            <a:off x="4114800" y="1752600"/>
            <a:ext cx="9525" cy="4171950"/>
          </a:xfrm>
          <a:prstGeom xmlns:a="http://schemas.openxmlformats.org/drawingml/2006/main" prst="rect">
            <a:avLst/>
          </a:prstGeom>
          <a:solidFill xmlns:a="http://schemas.openxmlformats.org/drawingml/2006/main">
            <a:srgbClr val="D8D1C5"/>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90872883-828A-435D-8644-E2448D6B7DA7}"/>
              </a:ext>
            </a:extLst>
          </p:cNvPr>
          <p:cNvSpPr>
            <a:spLocks xmlns:a="http://schemas.openxmlformats.org/drawingml/2006/main" noGrp="1"/>
          </p:cNvSpPr>
          <p:nvPr/>
        </p:nvSpPr>
        <p:spPr>
          <a:xfrm xmlns:a="http://schemas.openxmlformats.org/drawingml/2006/main">
            <a:off x="4638675" y="1781175"/>
            <a:ext cx="676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171A1D"/>
                </a:solidFill>
                <a:latin typeface="Helvetica Neue"/>
                <a:ea typeface="Helvetica Neue"/>
                <a:cs typeface="Helvetica Neue"/>
              </a:defRPr>
            </a:defPPr>
            <a:lvl1pPr>
              <a:defRPr sz="2400" b="1">
                <a:solidFill>
                  <a:srgbClr val="171A1D"/>
                </a:solidFill>
                <a:latin typeface="Helvetica Neue"/>
                <a:ea typeface="Helvetica Neue"/>
                <a:cs typeface="Helvetica Neue"/>
              </a:defRPr>
            </a:lvl1pPr>
            <a:lvl2pPr>
              <a:defRPr sz="2400" b="1">
                <a:solidFill>
                  <a:srgbClr val="171A1D"/>
                </a:solidFill>
                <a:latin typeface="Helvetica Neue"/>
                <a:ea typeface="Helvetica Neue"/>
                <a:cs typeface="Helvetica Neue"/>
              </a:defRPr>
            </a:lvl2pPr>
            <a:lvl3pPr>
              <a:defRPr sz="2400" b="1">
                <a:solidFill>
                  <a:srgbClr val="171A1D"/>
                </a:solidFill>
                <a:latin typeface="Helvetica Neue"/>
                <a:ea typeface="Helvetica Neue"/>
                <a:cs typeface="Helvetica Neue"/>
              </a:defRPr>
            </a:lvl3pPr>
            <a:lvl4pPr>
              <a:defRPr sz="2400" b="1">
                <a:solidFill>
                  <a:srgbClr val="171A1D"/>
                </a:solidFill>
                <a:latin typeface="Helvetica Neue"/>
                <a:ea typeface="Helvetica Neue"/>
                <a:cs typeface="Helvetica Neue"/>
              </a:defRPr>
            </a:lvl4pPr>
            <a:lvl5pPr>
              <a:defRPr sz="2400" b="1">
                <a:solidFill>
                  <a:srgbClr val="171A1D"/>
                </a:solidFill>
                <a:latin typeface="Helvetica Neue"/>
                <a:ea typeface="Helvetica Neue"/>
                <a:cs typeface="Helvetica Neue"/>
              </a:defRPr>
            </a:lvl5pPr>
            <a:lvl6pPr>
              <a:defRPr sz="2400" b="1">
                <a:solidFill>
                  <a:srgbClr val="171A1D"/>
                </a:solidFill>
                <a:latin typeface="Helvetica Neue"/>
                <a:ea typeface="Helvetica Neue"/>
                <a:cs typeface="Helvetica Neue"/>
              </a:defRPr>
            </a:lvl6pPr>
            <a:lvl7pPr>
              <a:defRPr sz="2400" b="1">
                <a:solidFill>
                  <a:srgbClr val="171A1D"/>
                </a:solidFill>
                <a:latin typeface="Helvetica Neue"/>
                <a:ea typeface="Helvetica Neue"/>
                <a:cs typeface="Helvetica Neue"/>
              </a:defRPr>
            </a:lvl7pPr>
            <a:lvl8pPr>
              <a:defRPr sz="2400" b="1">
                <a:solidFill>
                  <a:srgbClr val="171A1D"/>
                </a:solidFill>
                <a:latin typeface="Helvetica Neue"/>
                <a:ea typeface="Helvetica Neue"/>
                <a:cs typeface="Helvetica Neue"/>
              </a:defRPr>
            </a:lvl8pPr>
            <a:lvl9pPr>
              <a:defRPr sz="2400" b="1">
                <a:solidFill>
                  <a:srgbClr val="171A1D"/>
                </a:solidFill>
                <a:latin typeface="Helvetica Neue"/>
                <a:ea typeface="Helvetica Neue"/>
                <a:cs typeface="Helvetica Neue"/>
              </a:defRPr>
            </a:lvl9pPr>
          </a:lstStyle>
          <a:p xmlns:a="http://schemas.openxmlformats.org/drawingml/2006/main">
            <a:pPr>
              <a:defRPr sz="2400" b="1">
                <a:solidFill>
                  <a:srgbClr val="171A1D"/>
                </a:solidFill>
                <a:latin typeface="Helvetica Neue"/>
                <a:ea typeface="Helvetica Neue"/>
                <a:cs typeface="Helvetica Neue"/>
              </a:defRPr>
            </a:pPr>
            <a:r>
              <a:rPr sz="2400" b="1">
                <a:solidFill>
                  <a:srgbClr val="171A1D"/>
                </a:solidFill>
                <a:latin typeface="Helvetica Neue"/>
                <a:ea typeface="Helvetica Neue"/>
                <a:cs typeface="Helvetica Neue"/>
              </a:rPr>
              <a:t>Hardware tests</a:t>
            </a:r>
          </a:p>
        </p:txBody>
      </p:sp>
      <p:sp>
        <p:nvSpPr>
          <p:cNvPr id="9" name="text">
            <a:extLst xmlns:a="http://schemas.openxmlformats.org/drawingml/2006/main">
              <a:ext uri="{FF2B5EF4-FFF2-40B4-BE49-F238E27FC236}">
                <a16:creationId xmlns:a16="http://schemas.microsoft.com/office/drawing/2014/main" id="{74864E55-F8B1-458C-ACD1-C9AB7D4F8639}"/>
              </a:ext>
            </a:extLst>
          </p:cNvPr>
          <p:cNvSpPr>
            <a:spLocks xmlns:a="http://schemas.openxmlformats.org/drawingml/2006/main" noGrp="1"/>
          </p:cNvSpPr>
          <p:nvPr/>
        </p:nvSpPr>
        <p:spPr>
          <a:xfrm xmlns:a="http://schemas.openxmlformats.org/drawingml/2006/main">
            <a:off x="4638675" y="2390775"/>
            <a:ext cx="676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1A1D"/>
                </a:solidFill>
                <a:latin typeface="Helvetica Neue"/>
                <a:ea typeface="Helvetica Neue"/>
                <a:cs typeface="Helvetica Neue"/>
              </a:defRPr>
            </a:defPPr>
            <a:lvl1pPr>
              <a:defRPr sz="2025" b="0">
                <a:solidFill>
                  <a:srgbClr val="171A1D"/>
                </a:solidFill>
                <a:latin typeface="Helvetica Neue"/>
                <a:ea typeface="Helvetica Neue"/>
                <a:cs typeface="Helvetica Neue"/>
              </a:defRPr>
            </a:lvl1pPr>
            <a:lvl2pPr>
              <a:defRPr sz="2025" b="0">
                <a:solidFill>
                  <a:srgbClr val="171A1D"/>
                </a:solidFill>
                <a:latin typeface="Helvetica Neue"/>
                <a:ea typeface="Helvetica Neue"/>
                <a:cs typeface="Helvetica Neue"/>
              </a:defRPr>
            </a:lvl2pPr>
            <a:lvl3pPr>
              <a:defRPr sz="2025" b="0">
                <a:solidFill>
                  <a:srgbClr val="171A1D"/>
                </a:solidFill>
                <a:latin typeface="Helvetica Neue"/>
                <a:ea typeface="Helvetica Neue"/>
                <a:cs typeface="Helvetica Neue"/>
              </a:defRPr>
            </a:lvl3pPr>
            <a:lvl4pPr>
              <a:defRPr sz="2025" b="0">
                <a:solidFill>
                  <a:srgbClr val="171A1D"/>
                </a:solidFill>
                <a:latin typeface="Helvetica Neue"/>
                <a:ea typeface="Helvetica Neue"/>
                <a:cs typeface="Helvetica Neue"/>
              </a:defRPr>
            </a:lvl4pPr>
            <a:lvl5pPr>
              <a:defRPr sz="2025" b="0">
                <a:solidFill>
                  <a:srgbClr val="171A1D"/>
                </a:solidFill>
                <a:latin typeface="Helvetica Neue"/>
                <a:ea typeface="Helvetica Neue"/>
                <a:cs typeface="Helvetica Neue"/>
              </a:defRPr>
            </a:lvl5pPr>
            <a:lvl6pPr>
              <a:defRPr sz="2025" b="0">
                <a:solidFill>
                  <a:srgbClr val="171A1D"/>
                </a:solidFill>
                <a:latin typeface="Helvetica Neue"/>
                <a:ea typeface="Helvetica Neue"/>
                <a:cs typeface="Helvetica Neue"/>
              </a:defRPr>
            </a:lvl6pPr>
            <a:lvl7pPr>
              <a:defRPr sz="2025" b="0">
                <a:solidFill>
                  <a:srgbClr val="171A1D"/>
                </a:solidFill>
                <a:latin typeface="Helvetica Neue"/>
                <a:ea typeface="Helvetica Neue"/>
                <a:cs typeface="Helvetica Neue"/>
              </a:defRPr>
            </a:lvl7pPr>
            <a:lvl8pPr>
              <a:defRPr sz="2025" b="0">
                <a:solidFill>
                  <a:srgbClr val="171A1D"/>
                </a:solidFill>
                <a:latin typeface="Helvetica Neue"/>
                <a:ea typeface="Helvetica Neue"/>
                <a:cs typeface="Helvetica Neue"/>
              </a:defRPr>
            </a:lvl8pPr>
            <a:lvl9pPr>
              <a:defRPr sz="2025" b="0">
                <a:solidFill>
                  <a:srgbClr val="171A1D"/>
                </a:solidFill>
                <a:latin typeface="Helvetica Neue"/>
                <a:ea typeface="Helvetica Neue"/>
                <a:cs typeface="Helvetica Neue"/>
              </a:defRPr>
            </a:lvl9pPr>
          </a:lstStyle>
          <a:p xmlns:a="http://schemas.openxmlformats.org/drawingml/2006/main">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Buttons, voice requests and the camera anchor</a:t>
            </a:r>
          </a:p>
          <a:p xmlns:a="http://schemas.openxmlformats.org/drawingml/2006/main">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were connected in developer tests.</a:t>
            </a:r>
          </a:p>
        </p:txBody>
      </p:sp>
      <p:sp>
        <p:nvSpPr>
          <p:cNvPr id="10" name="text">
            <a:extLst xmlns:a="http://schemas.openxmlformats.org/drawingml/2006/main">
              <a:ext uri="{FF2B5EF4-FFF2-40B4-BE49-F238E27FC236}">
                <a16:creationId xmlns:a16="http://schemas.microsoft.com/office/drawing/2014/main" id="{18F8F271-AD0C-42B4-8EA6-E5089480D0EF}"/>
              </a:ext>
            </a:extLst>
          </p:cNvPr>
          <p:cNvSpPr>
            <a:spLocks xmlns:a="http://schemas.openxmlformats.org/drawingml/2006/main" noGrp="1"/>
          </p:cNvSpPr>
          <p:nvPr/>
        </p:nvSpPr>
        <p:spPr>
          <a:xfrm xmlns:a="http://schemas.openxmlformats.org/drawingml/2006/main">
            <a:off x="4638675" y="3800475"/>
            <a:ext cx="676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171A1D"/>
                </a:solidFill>
                <a:latin typeface="Helvetica Neue"/>
                <a:ea typeface="Helvetica Neue"/>
                <a:cs typeface="Helvetica Neue"/>
              </a:defRPr>
            </a:defPPr>
            <a:lvl1pPr>
              <a:defRPr sz="2400" b="1">
                <a:solidFill>
                  <a:srgbClr val="171A1D"/>
                </a:solidFill>
                <a:latin typeface="Helvetica Neue"/>
                <a:ea typeface="Helvetica Neue"/>
                <a:cs typeface="Helvetica Neue"/>
              </a:defRPr>
            </a:lvl1pPr>
            <a:lvl2pPr>
              <a:defRPr sz="2400" b="1">
                <a:solidFill>
                  <a:srgbClr val="171A1D"/>
                </a:solidFill>
                <a:latin typeface="Helvetica Neue"/>
                <a:ea typeface="Helvetica Neue"/>
                <a:cs typeface="Helvetica Neue"/>
              </a:defRPr>
            </a:lvl2pPr>
            <a:lvl3pPr>
              <a:defRPr sz="2400" b="1">
                <a:solidFill>
                  <a:srgbClr val="171A1D"/>
                </a:solidFill>
                <a:latin typeface="Helvetica Neue"/>
                <a:ea typeface="Helvetica Neue"/>
                <a:cs typeface="Helvetica Neue"/>
              </a:defRPr>
            </a:lvl3pPr>
            <a:lvl4pPr>
              <a:defRPr sz="2400" b="1">
                <a:solidFill>
                  <a:srgbClr val="171A1D"/>
                </a:solidFill>
                <a:latin typeface="Helvetica Neue"/>
                <a:ea typeface="Helvetica Neue"/>
                <a:cs typeface="Helvetica Neue"/>
              </a:defRPr>
            </a:lvl4pPr>
            <a:lvl5pPr>
              <a:defRPr sz="2400" b="1">
                <a:solidFill>
                  <a:srgbClr val="171A1D"/>
                </a:solidFill>
                <a:latin typeface="Helvetica Neue"/>
                <a:ea typeface="Helvetica Neue"/>
                <a:cs typeface="Helvetica Neue"/>
              </a:defRPr>
            </a:lvl5pPr>
            <a:lvl6pPr>
              <a:defRPr sz="2400" b="1">
                <a:solidFill>
                  <a:srgbClr val="171A1D"/>
                </a:solidFill>
                <a:latin typeface="Helvetica Neue"/>
                <a:ea typeface="Helvetica Neue"/>
                <a:cs typeface="Helvetica Neue"/>
              </a:defRPr>
            </a:lvl6pPr>
            <a:lvl7pPr>
              <a:defRPr sz="2400" b="1">
                <a:solidFill>
                  <a:srgbClr val="171A1D"/>
                </a:solidFill>
                <a:latin typeface="Helvetica Neue"/>
                <a:ea typeface="Helvetica Neue"/>
                <a:cs typeface="Helvetica Neue"/>
              </a:defRPr>
            </a:lvl7pPr>
            <a:lvl8pPr>
              <a:defRPr sz="2400" b="1">
                <a:solidFill>
                  <a:srgbClr val="171A1D"/>
                </a:solidFill>
                <a:latin typeface="Helvetica Neue"/>
                <a:ea typeface="Helvetica Neue"/>
                <a:cs typeface="Helvetica Neue"/>
              </a:defRPr>
            </a:lvl8pPr>
            <a:lvl9pPr>
              <a:defRPr sz="2400" b="1">
                <a:solidFill>
                  <a:srgbClr val="171A1D"/>
                </a:solidFill>
                <a:latin typeface="Helvetica Neue"/>
                <a:ea typeface="Helvetica Neue"/>
                <a:cs typeface="Helvetica Neue"/>
              </a:defRPr>
            </a:lvl9pPr>
          </a:lstStyle>
          <a:p xmlns:a="http://schemas.openxmlformats.org/drawingml/2006/main">
            <a:pPr>
              <a:defRPr sz="2400" b="1">
                <a:solidFill>
                  <a:srgbClr val="171A1D"/>
                </a:solidFill>
                <a:latin typeface="Helvetica Neue"/>
                <a:ea typeface="Helvetica Neue"/>
                <a:cs typeface="Helvetica Neue"/>
              </a:defRPr>
            </a:pPr>
            <a:r>
              <a:rPr sz="2400" b="1">
                <a:solidFill>
                  <a:srgbClr val="171A1D"/>
                </a:solidFill>
                <a:latin typeface="Helvetica Neue"/>
                <a:ea typeface="Helvetica Neue"/>
                <a:cs typeface="Helvetica Neue"/>
              </a:rPr>
              <a:t>Remaining errors</a:t>
            </a:r>
          </a:p>
        </p:txBody>
      </p:sp>
      <p:sp>
        <p:nvSpPr>
          <p:cNvPr id="11" name="text">
            <a:extLst xmlns:a="http://schemas.openxmlformats.org/drawingml/2006/main">
              <a:ext uri="{FF2B5EF4-FFF2-40B4-BE49-F238E27FC236}">
                <a16:creationId xmlns:a16="http://schemas.microsoft.com/office/drawing/2014/main" id="{B8FB82AC-B0AA-44DE-8C20-B52DB6481696}"/>
              </a:ext>
            </a:extLst>
          </p:cNvPr>
          <p:cNvSpPr>
            <a:spLocks xmlns:a="http://schemas.openxmlformats.org/drawingml/2006/main" noGrp="1"/>
          </p:cNvSpPr>
          <p:nvPr/>
        </p:nvSpPr>
        <p:spPr>
          <a:xfrm xmlns:a="http://schemas.openxmlformats.org/drawingml/2006/main">
            <a:off x="4638675" y="4410075"/>
            <a:ext cx="676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71A1D"/>
                </a:solidFill>
                <a:latin typeface="Helvetica Neue"/>
                <a:ea typeface="Helvetica Neue"/>
                <a:cs typeface="Helvetica Neue"/>
              </a:defRPr>
            </a:defPPr>
            <a:lvl1pPr>
              <a:defRPr sz="1950" b="0">
                <a:solidFill>
                  <a:srgbClr val="171A1D"/>
                </a:solidFill>
                <a:latin typeface="Helvetica Neue"/>
                <a:ea typeface="Helvetica Neue"/>
                <a:cs typeface="Helvetica Neue"/>
              </a:defRPr>
            </a:lvl1pPr>
            <a:lvl2pPr>
              <a:defRPr sz="1950" b="0">
                <a:solidFill>
                  <a:srgbClr val="171A1D"/>
                </a:solidFill>
                <a:latin typeface="Helvetica Neue"/>
                <a:ea typeface="Helvetica Neue"/>
                <a:cs typeface="Helvetica Neue"/>
              </a:defRPr>
            </a:lvl2pPr>
            <a:lvl3pPr>
              <a:defRPr sz="1950" b="0">
                <a:solidFill>
                  <a:srgbClr val="171A1D"/>
                </a:solidFill>
                <a:latin typeface="Helvetica Neue"/>
                <a:ea typeface="Helvetica Neue"/>
                <a:cs typeface="Helvetica Neue"/>
              </a:defRPr>
            </a:lvl3pPr>
            <a:lvl4pPr>
              <a:defRPr sz="1950" b="0">
                <a:solidFill>
                  <a:srgbClr val="171A1D"/>
                </a:solidFill>
                <a:latin typeface="Helvetica Neue"/>
                <a:ea typeface="Helvetica Neue"/>
                <a:cs typeface="Helvetica Neue"/>
              </a:defRPr>
            </a:lvl4pPr>
            <a:lvl5pPr>
              <a:defRPr sz="1950" b="0">
                <a:solidFill>
                  <a:srgbClr val="171A1D"/>
                </a:solidFill>
                <a:latin typeface="Helvetica Neue"/>
                <a:ea typeface="Helvetica Neue"/>
                <a:cs typeface="Helvetica Neue"/>
              </a:defRPr>
            </a:lvl5pPr>
            <a:lvl6pPr>
              <a:defRPr sz="1950" b="0">
                <a:solidFill>
                  <a:srgbClr val="171A1D"/>
                </a:solidFill>
                <a:latin typeface="Helvetica Neue"/>
                <a:ea typeface="Helvetica Neue"/>
                <a:cs typeface="Helvetica Neue"/>
              </a:defRPr>
            </a:lvl6pPr>
            <a:lvl7pPr>
              <a:defRPr sz="1950" b="0">
                <a:solidFill>
                  <a:srgbClr val="171A1D"/>
                </a:solidFill>
                <a:latin typeface="Helvetica Neue"/>
                <a:ea typeface="Helvetica Neue"/>
                <a:cs typeface="Helvetica Neue"/>
              </a:defRPr>
            </a:lvl7pPr>
            <a:lvl8pPr>
              <a:defRPr sz="1950" b="0">
                <a:solidFill>
                  <a:srgbClr val="171A1D"/>
                </a:solidFill>
                <a:latin typeface="Helvetica Neue"/>
                <a:ea typeface="Helvetica Neue"/>
                <a:cs typeface="Helvetica Neue"/>
              </a:defRPr>
            </a:lvl8pPr>
            <a:lvl9pPr>
              <a:defRPr sz="1950" b="0">
                <a:solidFill>
                  <a:srgbClr val="171A1D"/>
                </a:solidFill>
                <a:latin typeface="Helvetica Neue"/>
                <a:ea typeface="Helvetica Neue"/>
                <a:cs typeface="Helvetica Neue"/>
              </a:defRPr>
            </a:lvl9pPr>
          </a:lstStyle>
          <a:p xmlns:a="http://schemas.openxmlformats.org/drawingml/2006/main">
            <a:pPr>
              <a:defRPr sz="1950" b="0">
                <a:solidFill>
                  <a:srgbClr val="171A1D"/>
                </a:solidFill>
                <a:latin typeface="Helvetica Neue"/>
                <a:ea typeface="Helvetica Neue"/>
                <a:cs typeface="Helvetica Neue"/>
              </a:defRPr>
            </a:pPr>
            <a:r>
              <a:rPr sz="1950" b="0">
                <a:solidFill>
                  <a:srgbClr val="171A1D"/>
                </a:solidFill>
                <a:latin typeface="Helvetica Neue"/>
                <a:ea typeface="Helvetica Neue"/>
                <a:cs typeface="Helvetica Neue"/>
              </a:rPr>
              <a:t>Whisper can hear “full mix” as “four mix”.</a:t>
            </a:r>
          </a:p>
          <a:p xmlns:a="http://schemas.openxmlformats.org/drawingml/2006/main">
            <a:pPr>
              <a:defRPr sz="1950" b="0">
                <a:solidFill>
                  <a:srgbClr val="171A1D"/>
                </a:solidFill>
                <a:latin typeface="Helvetica Neue"/>
                <a:ea typeface="Helvetica Neue"/>
                <a:cs typeface="Helvetica Neue"/>
              </a:defRPr>
            </a:pPr>
            <a:r>
              <a:rPr sz="1950" b="0">
                <a:solidFill>
                  <a:srgbClr val="171A1D"/>
                </a:solidFill>
                <a:latin typeface="Helvetica Neue"/>
                <a:ea typeface="Helvetica Neue"/>
                <a:cs typeface="Helvetica Neue"/>
              </a:rPr>
              <a:t>Terminal feedback can disagree with corrected tracks.</a:t>
            </a:r>
          </a:p>
        </p:txBody>
      </p:sp>
      <p:sp>
        <p:nvSpPr>
          <p:cNvPr id="12" name="text">
            <a:extLst xmlns:a="http://schemas.openxmlformats.org/drawingml/2006/main">
              <a:ext uri="{FF2B5EF4-FFF2-40B4-BE49-F238E27FC236}">
                <a16:creationId xmlns:a16="http://schemas.microsoft.com/office/drawing/2014/main" id="{0C9EDE52-7DD6-4981-8B8B-E6464D6A772D}"/>
              </a:ext>
            </a:extLst>
          </p:cNvPr>
          <p:cNvSpPr>
            <a:spLocks xmlns:a="http://schemas.openxmlformats.org/drawingml/2006/main" noGrp="1"/>
          </p:cNvSpPr>
          <p:nvPr/>
        </p:nvSpPr>
        <p:spPr>
          <a:xfrm xmlns:a="http://schemas.openxmlformats.org/drawingml/2006/main">
            <a:off x="704850" y="6229350"/>
            <a:ext cx="10715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7C776F"/>
                </a:solidFill>
                <a:latin typeface="Helvetica Neue"/>
                <a:ea typeface="Helvetica Neue"/>
                <a:cs typeface="Helvetica Neue"/>
              </a:defRPr>
            </a:defPPr>
            <a:lvl1pPr>
              <a:defRPr sz="1800" b="0">
                <a:solidFill>
                  <a:srgbClr val="7C776F"/>
                </a:solidFill>
                <a:latin typeface="Helvetica Neue"/>
                <a:ea typeface="Helvetica Neue"/>
                <a:cs typeface="Helvetica Neue"/>
              </a:defRPr>
            </a:lvl1pPr>
            <a:lvl2pPr>
              <a:defRPr sz="1800" b="0">
                <a:solidFill>
                  <a:srgbClr val="7C776F"/>
                </a:solidFill>
                <a:latin typeface="Helvetica Neue"/>
                <a:ea typeface="Helvetica Neue"/>
                <a:cs typeface="Helvetica Neue"/>
              </a:defRPr>
            </a:lvl2pPr>
            <a:lvl3pPr>
              <a:defRPr sz="1800" b="0">
                <a:solidFill>
                  <a:srgbClr val="7C776F"/>
                </a:solidFill>
                <a:latin typeface="Helvetica Neue"/>
                <a:ea typeface="Helvetica Neue"/>
                <a:cs typeface="Helvetica Neue"/>
              </a:defRPr>
            </a:lvl3pPr>
            <a:lvl4pPr>
              <a:defRPr sz="1800" b="0">
                <a:solidFill>
                  <a:srgbClr val="7C776F"/>
                </a:solidFill>
                <a:latin typeface="Helvetica Neue"/>
                <a:ea typeface="Helvetica Neue"/>
                <a:cs typeface="Helvetica Neue"/>
              </a:defRPr>
            </a:lvl4pPr>
            <a:lvl5pPr>
              <a:defRPr sz="1800" b="0">
                <a:solidFill>
                  <a:srgbClr val="7C776F"/>
                </a:solidFill>
                <a:latin typeface="Helvetica Neue"/>
                <a:ea typeface="Helvetica Neue"/>
                <a:cs typeface="Helvetica Neue"/>
              </a:defRPr>
            </a:lvl5pPr>
            <a:lvl6pPr>
              <a:defRPr sz="1800" b="0">
                <a:solidFill>
                  <a:srgbClr val="7C776F"/>
                </a:solidFill>
                <a:latin typeface="Helvetica Neue"/>
                <a:ea typeface="Helvetica Neue"/>
                <a:cs typeface="Helvetica Neue"/>
              </a:defRPr>
            </a:lvl6pPr>
            <a:lvl7pPr>
              <a:defRPr sz="1800" b="0">
                <a:solidFill>
                  <a:srgbClr val="7C776F"/>
                </a:solidFill>
                <a:latin typeface="Helvetica Neue"/>
                <a:ea typeface="Helvetica Neue"/>
                <a:cs typeface="Helvetica Neue"/>
              </a:defRPr>
            </a:lvl7pPr>
            <a:lvl8pPr>
              <a:defRPr sz="1800" b="0">
                <a:solidFill>
                  <a:srgbClr val="7C776F"/>
                </a:solidFill>
                <a:latin typeface="Helvetica Neue"/>
                <a:ea typeface="Helvetica Neue"/>
                <a:cs typeface="Helvetica Neue"/>
              </a:defRPr>
            </a:lvl8pPr>
            <a:lvl9pPr>
              <a:defRPr sz="1800" b="0">
                <a:solidFill>
                  <a:srgbClr val="7C776F"/>
                </a:solidFill>
                <a:latin typeface="Helvetica Neue"/>
                <a:ea typeface="Helvetica Neue"/>
                <a:cs typeface="Helvetica Neue"/>
              </a:defRPr>
            </a:lvl9pPr>
          </a:lstStyle>
          <a:p xmlns:a="http://schemas.openxmlformats.org/drawingml/2006/main">
            <a:pPr>
              <a:defRPr sz="1800" b="0">
                <a:solidFill>
                  <a:srgbClr val="7C776F"/>
                </a:solidFill>
                <a:latin typeface="Helvetica Neue"/>
                <a:ea typeface="Helvetica Neue"/>
                <a:cs typeface="Helvetica Neue"/>
              </a:defRPr>
            </a:pPr>
            <a:r>
              <a:rPr sz="1800" b="0">
                <a:solidFill>
                  <a:srgbClr val="7C776F"/>
                </a:solidFill>
                <a:latin typeface="Helvetica Neue"/>
                <a:ea typeface="Helvetica Neue"/>
                <a:cs typeface="Helvetica Neue"/>
              </a:rPr>
              <a:t>Reader usability, selection accuracy and latency still need measurement.</a:t>
            </a:r>
          </a:p>
        </p:txBody>
      </p:sp>
    </p:spTree>
    <p:extLst>
      <p:ext uri="{BB962C8B-B14F-4D97-AF65-F5344CB8AC3E}">
        <p14:creationId xmlns:p14="http://schemas.microsoft.com/office/powerpoint/2010/main" val="74477095"/>
      </p:ext>
    </p:extLst>
  </p:cSld>
  <p:extLst>
    <p:ext uri="{6950BFC3-D8DA-4A85-94F7-54DA5524770B}">
      <p188:commentRel xmlns:r="http://schemas.openxmlformats.org/officeDocument/2006/relationships" xmlns:p188="http://schemas.microsoft.com/office/powerpoint/2018/8/main" r:id="R587c09a78a264002"/>
    </p:ext>
  </p:extLst>
</p:sld>
</file>

<file path=ppt/slides/slide10.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482F437A-14D8-4A58-BDC0-F7414D83E3E5}"/>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xmlns:a="http://schemas.openxmlformats.org/drawingml/2006/main">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Remaining work</a:t>
            </a:r>
          </a:p>
        </p:txBody>
      </p:sp>
      <p:sp>
        <p:nvSpPr>
          <p:cNvPr id="2" name="accent">
            <a:extLst xmlns:a="http://schemas.openxmlformats.org/drawingml/2006/main">
              <a:ext uri="{FF2B5EF4-FFF2-40B4-BE49-F238E27FC236}">
                <a16:creationId xmlns:a16="http://schemas.microsoft.com/office/drawing/2014/main" id="{49C5E1E9-AD17-4861-BE1B-610ACE70CFC3}"/>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B5E4C841-10B5-43EB-A607-673892A94F72}"/>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xmlns:a="http://schemas.openxmlformats.org/drawingml/2006/main">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10</a:t>
            </a:r>
          </a:p>
        </p:txBody>
      </p:sp>
      <p:sp>
        <p:nvSpPr>
          <p:cNvPr id="4" name="text">
            <a:extLst xmlns:a="http://schemas.openxmlformats.org/drawingml/2006/main">
              <a:ext uri="{FF2B5EF4-FFF2-40B4-BE49-F238E27FC236}">
                <a16:creationId xmlns:a16="http://schemas.microsoft.com/office/drawing/2014/main" id="{B35DD135-2D2E-488D-98AD-9E2EBD7FA1F6}"/>
              </a:ext>
            </a:extLst>
          </p:cNvPr>
          <p:cNvSpPr>
            <a:spLocks xmlns:a="http://schemas.openxmlformats.org/drawingml/2006/main" noGrp="1"/>
          </p:cNvSpPr>
          <p:nvPr/>
        </p:nvSpPr>
        <p:spPr>
          <a:xfrm xmlns:a="http://schemas.openxmlformats.org/drawingml/2006/main">
            <a:off x="762000" y="1752600"/>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F06C5B"/>
                </a:solidFill>
                <a:latin typeface="Helvetica Neue"/>
                <a:ea typeface="Helvetica Neue"/>
                <a:cs typeface="Helvetica Neue"/>
              </a:defRPr>
            </a:defPPr>
            <a:lvl1pPr>
              <a:defRPr sz="4350" b="1">
                <a:solidFill>
                  <a:srgbClr val="F06C5B"/>
                </a:solidFill>
                <a:latin typeface="Helvetica Neue"/>
                <a:ea typeface="Helvetica Neue"/>
                <a:cs typeface="Helvetica Neue"/>
              </a:defRPr>
            </a:lvl1pPr>
            <a:lvl2pPr>
              <a:defRPr sz="4350" b="1">
                <a:solidFill>
                  <a:srgbClr val="F06C5B"/>
                </a:solidFill>
                <a:latin typeface="Helvetica Neue"/>
                <a:ea typeface="Helvetica Neue"/>
                <a:cs typeface="Helvetica Neue"/>
              </a:defRPr>
            </a:lvl2pPr>
            <a:lvl3pPr>
              <a:defRPr sz="4350" b="1">
                <a:solidFill>
                  <a:srgbClr val="F06C5B"/>
                </a:solidFill>
                <a:latin typeface="Helvetica Neue"/>
                <a:ea typeface="Helvetica Neue"/>
                <a:cs typeface="Helvetica Neue"/>
              </a:defRPr>
            </a:lvl3pPr>
            <a:lvl4pPr>
              <a:defRPr sz="4350" b="1">
                <a:solidFill>
                  <a:srgbClr val="F06C5B"/>
                </a:solidFill>
                <a:latin typeface="Helvetica Neue"/>
                <a:ea typeface="Helvetica Neue"/>
                <a:cs typeface="Helvetica Neue"/>
              </a:defRPr>
            </a:lvl4pPr>
            <a:lvl5pPr>
              <a:defRPr sz="4350" b="1">
                <a:solidFill>
                  <a:srgbClr val="F06C5B"/>
                </a:solidFill>
                <a:latin typeface="Helvetica Neue"/>
                <a:ea typeface="Helvetica Neue"/>
                <a:cs typeface="Helvetica Neue"/>
              </a:defRPr>
            </a:lvl5pPr>
            <a:lvl6pPr>
              <a:defRPr sz="4350" b="1">
                <a:solidFill>
                  <a:srgbClr val="F06C5B"/>
                </a:solidFill>
                <a:latin typeface="Helvetica Neue"/>
                <a:ea typeface="Helvetica Neue"/>
                <a:cs typeface="Helvetica Neue"/>
              </a:defRPr>
            </a:lvl6pPr>
            <a:lvl7pPr>
              <a:defRPr sz="4350" b="1">
                <a:solidFill>
                  <a:srgbClr val="F06C5B"/>
                </a:solidFill>
                <a:latin typeface="Helvetica Neue"/>
                <a:ea typeface="Helvetica Neue"/>
                <a:cs typeface="Helvetica Neue"/>
              </a:defRPr>
            </a:lvl7pPr>
            <a:lvl8pPr>
              <a:defRPr sz="4350" b="1">
                <a:solidFill>
                  <a:srgbClr val="F06C5B"/>
                </a:solidFill>
                <a:latin typeface="Helvetica Neue"/>
                <a:ea typeface="Helvetica Neue"/>
                <a:cs typeface="Helvetica Neue"/>
              </a:defRPr>
            </a:lvl8pPr>
            <a:lvl9pPr>
              <a:defRPr sz="4350" b="1">
                <a:solidFill>
                  <a:srgbClr val="F06C5B"/>
                </a:solidFill>
                <a:latin typeface="Helvetica Neue"/>
                <a:ea typeface="Helvetica Neue"/>
                <a:cs typeface="Helvetica Neue"/>
              </a:defRPr>
            </a:lvl9pPr>
          </a:lstStyle>
          <a:p xmlns:a="http://schemas.openxmlformats.org/drawingml/2006/main">
            <a:pPr>
              <a:defRPr sz="4350" b="1">
                <a:solidFill>
                  <a:srgbClr val="F06C5B"/>
                </a:solidFill>
                <a:latin typeface="Helvetica Neue"/>
                <a:ea typeface="Helvetica Neue"/>
                <a:cs typeface="Helvetica Neue"/>
              </a:defRPr>
            </a:pPr>
            <a:r>
              <a:rPr sz="4350" b="1">
                <a:solidFill>
                  <a:srgbClr val="F06C5B"/>
                </a:solidFill>
                <a:latin typeface="Helvetica Neue"/>
                <a:ea typeface="Helvetica Neue"/>
                <a:cs typeface="Helvetica Neue"/>
              </a:rPr>
              <a:t>01</a:t>
            </a:r>
          </a:p>
        </p:txBody>
      </p:sp>
      <p:sp>
        <p:nvSpPr>
          <p:cNvPr id="5" name="accent">
            <a:extLst xmlns:a="http://schemas.openxmlformats.org/drawingml/2006/main">
              <a:ext uri="{FF2B5EF4-FFF2-40B4-BE49-F238E27FC236}">
                <a16:creationId xmlns:a16="http://schemas.microsoft.com/office/drawing/2014/main" id="{50074427-DB2F-467A-813C-4B50AF6B2D2F}"/>
              </a:ext>
            </a:extLst>
          </p:cNvPr>
          <p:cNvSpPr>
            <a:spLocks xmlns:a="http://schemas.openxmlformats.org/drawingml/2006/main" noGrp="1"/>
          </p:cNvSpPr>
          <p:nvPr/>
        </p:nvSpPr>
        <p:spPr>
          <a:xfrm xmlns:a="http://schemas.openxmlformats.org/drawingml/2006/main">
            <a:off x="2066925" y="1762125"/>
            <a:ext cx="38100" cy="1028700"/>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09D91C5E-A0FB-4DEE-90AB-7D34BE112A89}"/>
              </a:ext>
            </a:extLst>
          </p:cNvPr>
          <p:cNvSpPr>
            <a:spLocks xmlns:a="http://schemas.openxmlformats.org/drawingml/2006/main" noGrp="1"/>
          </p:cNvSpPr>
          <p:nvPr/>
        </p:nvSpPr>
        <p:spPr>
          <a:xfrm xmlns:a="http://schemas.openxmlformats.org/drawingml/2006/main">
            <a:off x="2476500" y="1771650"/>
            <a:ext cx="314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71A1D"/>
                </a:solidFill>
                <a:latin typeface="Helvetica Neue"/>
                <a:ea typeface="Helvetica Neue"/>
                <a:cs typeface="Helvetica Neue"/>
              </a:defRPr>
            </a:defPPr>
            <a:lvl1pPr>
              <a:defRPr sz="2250" b="1">
                <a:solidFill>
                  <a:srgbClr val="171A1D"/>
                </a:solidFill>
                <a:latin typeface="Helvetica Neue"/>
                <a:ea typeface="Helvetica Neue"/>
                <a:cs typeface="Helvetica Neue"/>
              </a:defRPr>
            </a:lvl1pPr>
            <a:lvl2pPr>
              <a:defRPr sz="2250" b="1">
                <a:solidFill>
                  <a:srgbClr val="171A1D"/>
                </a:solidFill>
                <a:latin typeface="Helvetica Neue"/>
                <a:ea typeface="Helvetica Neue"/>
                <a:cs typeface="Helvetica Neue"/>
              </a:defRPr>
            </a:lvl2pPr>
            <a:lvl3pPr>
              <a:defRPr sz="2250" b="1">
                <a:solidFill>
                  <a:srgbClr val="171A1D"/>
                </a:solidFill>
                <a:latin typeface="Helvetica Neue"/>
                <a:ea typeface="Helvetica Neue"/>
                <a:cs typeface="Helvetica Neue"/>
              </a:defRPr>
            </a:lvl3pPr>
            <a:lvl4pPr>
              <a:defRPr sz="2250" b="1">
                <a:solidFill>
                  <a:srgbClr val="171A1D"/>
                </a:solidFill>
                <a:latin typeface="Helvetica Neue"/>
                <a:ea typeface="Helvetica Neue"/>
                <a:cs typeface="Helvetica Neue"/>
              </a:defRPr>
            </a:lvl4pPr>
            <a:lvl5pPr>
              <a:defRPr sz="2250" b="1">
                <a:solidFill>
                  <a:srgbClr val="171A1D"/>
                </a:solidFill>
                <a:latin typeface="Helvetica Neue"/>
                <a:ea typeface="Helvetica Neue"/>
                <a:cs typeface="Helvetica Neue"/>
              </a:defRPr>
            </a:lvl5pPr>
            <a:lvl6pPr>
              <a:defRPr sz="2250" b="1">
                <a:solidFill>
                  <a:srgbClr val="171A1D"/>
                </a:solidFill>
                <a:latin typeface="Helvetica Neue"/>
                <a:ea typeface="Helvetica Neue"/>
                <a:cs typeface="Helvetica Neue"/>
              </a:defRPr>
            </a:lvl6pPr>
            <a:lvl7pPr>
              <a:defRPr sz="2250" b="1">
                <a:solidFill>
                  <a:srgbClr val="171A1D"/>
                </a:solidFill>
                <a:latin typeface="Helvetica Neue"/>
                <a:ea typeface="Helvetica Neue"/>
                <a:cs typeface="Helvetica Neue"/>
              </a:defRPr>
            </a:lvl7pPr>
            <a:lvl8pPr>
              <a:defRPr sz="2250" b="1">
                <a:solidFill>
                  <a:srgbClr val="171A1D"/>
                </a:solidFill>
                <a:latin typeface="Helvetica Neue"/>
                <a:ea typeface="Helvetica Neue"/>
                <a:cs typeface="Helvetica Neue"/>
              </a:defRPr>
            </a:lvl8pPr>
            <a:lvl9pPr>
              <a:defRPr sz="2250" b="1">
                <a:solidFill>
                  <a:srgbClr val="171A1D"/>
                </a:solidFill>
                <a:latin typeface="Helvetica Neue"/>
                <a:ea typeface="Helvetica Neue"/>
                <a:cs typeface="Helvetica Neue"/>
              </a:defRPr>
            </a:lvl9pPr>
          </a:lstStyle>
          <a:p xmlns:a="http://schemas.openxmlformats.org/drawingml/2006/main">
            <a:pPr>
              <a:defRPr sz="2250" b="1">
                <a:solidFill>
                  <a:srgbClr val="171A1D"/>
                </a:solidFill>
                <a:latin typeface="Helvetica Neue"/>
                <a:ea typeface="Helvetica Neue"/>
                <a:cs typeface="Helvetica Neue"/>
              </a:defRPr>
            </a:pPr>
            <a:r>
              <a:rPr sz="2250" b="1">
                <a:solidFill>
                  <a:srgbClr val="171A1D"/>
                </a:solidFill>
                <a:latin typeface="Helvetica Neue"/>
                <a:ea typeface="Helvetica Neue"/>
                <a:cs typeface="Helvetica Neue"/>
              </a:rPr>
              <a:t>Nonvisual information</a:t>
            </a:r>
          </a:p>
        </p:txBody>
      </p:sp>
      <p:sp>
        <p:nvSpPr>
          <p:cNvPr id="7" name="text">
            <a:extLst xmlns:a="http://schemas.openxmlformats.org/drawingml/2006/main">
              <a:ext uri="{FF2B5EF4-FFF2-40B4-BE49-F238E27FC236}">
                <a16:creationId xmlns:a16="http://schemas.microsoft.com/office/drawing/2014/main" id="{10563D24-DF15-46D9-99AA-F32B87C38629}"/>
              </a:ext>
            </a:extLst>
          </p:cNvPr>
          <p:cNvSpPr>
            <a:spLocks xmlns:a="http://schemas.openxmlformats.org/drawingml/2006/main" noGrp="1"/>
          </p:cNvSpPr>
          <p:nvPr/>
        </p:nvSpPr>
        <p:spPr>
          <a:xfrm xmlns:a="http://schemas.openxmlformats.org/drawingml/2006/main">
            <a:off x="5810250" y="1800225"/>
            <a:ext cx="5476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1A1D"/>
                </a:solidFill>
                <a:latin typeface="Helvetica Neue"/>
                <a:ea typeface="Helvetica Neue"/>
                <a:cs typeface="Helvetica Neue"/>
              </a:defRPr>
            </a:defPPr>
            <a:lvl1pPr>
              <a:defRPr sz="1875" b="0">
                <a:solidFill>
                  <a:srgbClr val="171A1D"/>
                </a:solidFill>
                <a:latin typeface="Helvetica Neue"/>
                <a:ea typeface="Helvetica Neue"/>
                <a:cs typeface="Helvetica Neue"/>
              </a:defRPr>
            </a:lvl1pPr>
            <a:lvl2pPr>
              <a:defRPr sz="1875" b="0">
                <a:solidFill>
                  <a:srgbClr val="171A1D"/>
                </a:solidFill>
                <a:latin typeface="Helvetica Neue"/>
                <a:ea typeface="Helvetica Neue"/>
                <a:cs typeface="Helvetica Neue"/>
              </a:defRPr>
            </a:lvl2pPr>
            <a:lvl3pPr>
              <a:defRPr sz="1875" b="0">
                <a:solidFill>
                  <a:srgbClr val="171A1D"/>
                </a:solidFill>
                <a:latin typeface="Helvetica Neue"/>
                <a:ea typeface="Helvetica Neue"/>
                <a:cs typeface="Helvetica Neue"/>
              </a:defRPr>
            </a:lvl3pPr>
            <a:lvl4pPr>
              <a:defRPr sz="1875" b="0">
                <a:solidFill>
                  <a:srgbClr val="171A1D"/>
                </a:solidFill>
                <a:latin typeface="Helvetica Neue"/>
                <a:ea typeface="Helvetica Neue"/>
                <a:cs typeface="Helvetica Neue"/>
              </a:defRPr>
            </a:lvl4pPr>
            <a:lvl5pPr>
              <a:defRPr sz="1875" b="0">
                <a:solidFill>
                  <a:srgbClr val="171A1D"/>
                </a:solidFill>
                <a:latin typeface="Helvetica Neue"/>
                <a:ea typeface="Helvetica Neue"/>
                <a:cs typeface="Helvetica Neue"/>
              </a:defRPr>
            </a:lvl5pPr>
            <a:lvl6pPr>
              <a:defRPr sz="1875" b="0">
                <a:solidFill>
                  <a:srgbClr val="171A1D"/>
                </a:solidFill>
                <a:latin typeface="Helvetica Neue"/>
                <a:ea typeface="Helvetica Neue"/>
                <a:cs typeface="Helvetica Neue"/>
              </a:defRPr>
            </a:lvl6pPr>
            <a:lvl7pPr>
              <a:defRPr sz="1875" b="0">
                <a:solidFill>
                  <a:srgbClr val="171A1D"/>
                </a:solidFill>
                <a:latin typeface="Helvetica Neue"/>
                <a:ea typeface="Helvetica Neue"/>
                <a:cs typeface="Helvetica Neue"/>
              </a:defRPr>
            </a:lvl7pPr>
            <a:lvl8pPr>
              <a:defRPr sz="1875" b="0">
                <a:solidFill>
                  <a:srgbClr val="171A1D"/>
                </a:solidFill>
                <a:latin typeface="Helvetica Neue"/>
                <a:ea typeface="Helvetica Neue"/>
                <a:cs typeface="Helvetica Neue"/>
              </a:defRPr>
            </a:lvl8pPr>
            <a:lvl9pPr>
              <a:defRPr sz="1875" b="0">
                <a:solidFill>
                  <a:srgbClr val="171A1D"/>
                </a:solidFill>
                <a:latin typeface="Helvetica Neue"/>
                <a:ea typeface="Helvetica Neue"/>
                <a:cs typeface="Helvetica Neue"/>
              </a:defRPr>
            </a:lvl9pPr>
          </a:lstStyle>
          <a:p xmlns:a="http://schemas.openxmlformats.org/drawingml/2006/main">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Selected-measure queries, instrument information</a:t>
            </a:r>
          </a:p>
          <a:p xmlns:a="http://schemas.openxmlformats.org/drawingml/2006/main">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and silent-part feedback remain unfinished.</a:t>
            </a:r>
          </a:p>
        </p:txBody>
      </p:sp>
      <p:sp>
        <p:nvSpPr>
          <p:cNvPr id="8" name="accent">
            <a:extLst xmlns:a="http://schemas.openxmlformats.org/drawingml/2006/main">
              <a:ext uri="{FF2B5EF4-FFF2-40B4-BE49-F238E27FC236}">
                <a16:creationId xmlns:a16="http://schemas.microsoft.com/office/drawing/2014/main" id="{371AD556-84D5-4D31-A396-A102A75146C4}"/>
              </a:ext>
            </a:extLst>
          </p:cNvPr>
          <p:cNvSpPr>
            <a:spLocks xmlns:a="http://schemas.openxmlformats.org/drawingml/2006/main" noGrp="1"/>
          </p:cNvSpPr>
          <p:nvPr/>
        </p:nvSpPr>
        <p:spPr>
          <a:xfrm xmlns:a="http://schemas.openxmlformats.org/drawingml/2006/main">
            <a:off x="2476500" y="2981325"/>
            <a:ext cx="8810625" cy="9525"/>
          </a:xfrm>
          <a:prstGeom xmlns:a="http://schemas.openxmlformats.org/drawingml/2006/main" prst="rect">
            <a:avLst/>
          </a:prstGeom>
          <a:solidFill xmlns:a="http://schemas.openxmlformats.org/drawingml/2006/main">
            <a:srgbClr val="D8D1C5"/>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BEFAD332-F9AE-47D3-9F43-C980298E4ABF}"/>
              </a:ext>
            </a:extLst>
          </p:cNvPr>
          <p:cNvSpPr>
            <a:spLocks xmlns:a="http://schemas.openxmlformats.org/drawingml/2006/main" noGrp="1"/>
          </p:cNvSpPr>
          <p:nvPr/>
        </p:nvSpPr>
        <p:spPr>
          <a:xfrm xmlns:a="http://schemas.openxmlformats.org/drawingml/2006/main">
            <a:off x="762000" y="3314700"/>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F06C5B"/>
                </a:solidFill>
                <a:latin typeface="Helvetica Neue"/>
                <a:ea typeface="Helvetica Neue"/>
                <a:cs typeface="Helvetica Neue"/>
              </a:defRPr>
            </a:defPPr>
            <a:lvl1pPr>
              <a:defRPr sz="4350" b="1">
                <a:solidFill>
                  <a:srgbClr val="F06C5B"/>
                </a:solidFill>
                <a:latin typeface="Helvetica Neue"/>
                <a:ea typeface="Helvetica Neue"/>
                <a:cs typeface="Helvetica Neue"/>
              </a:defRPr>
            </a:lvl1pPr>
            <a:lvl2pPr>
              <a:defRPr sz="4350" b="1">
                <a:solidFill>
                  <a:srgbClr val="F06C5B"/>
                </a:solidFill>
                <a:latin typeface="Helvetica Neue"/>
                <a:ea typeface="Helvetica Neue"/>
                <a:cs typeface="Helvetica Neue"/>
              </a:defRPr>
            </a:lvl2pPr>
            <a:lvl3pPr>
              <a:defRPr sz="4350" b="1">
                <a:solidFill>
                  <a:srgbClr val="F06C5B"/>
                </a:solidFill>
                <a:latin typeface="Helvetica Neue"/>
                <a:ea typeface="Helvetica Neue"/>
                <a:cs typeface="Helvetica Neue"/>
              </a:defRPr>
            </a:lvl3pPr>
            <a:lvl4pPr>
              <a:defRPr sz="4350" b="1">
                <a:solidFill>
                  <a:srgbClr val="F06C5B"/>
                </a:solidFill>
                <a:latin typeface="Helvetica Neue"/>
                <a:ea typeface="Helvetica Neue"/>
                <a:cs typeface="Helvetica Neue"/>
              </a:defRPr>
            </a:lvl4pPr>
            <a:lvl5pPr>
              <a:defRPr sz="4350" b="1">
                <a:solidFill>
                  <a:srgbClr val="F06C5B"/>
                </a:solidFill>
                <a:latin typeface="Helvetica Neue"/>
                <a:ea typeface="Helvetica Neue"/>
                <a:cs typeface="Helvetica Neue"/>
              </a:defRPr>
            </a:lvl5pPr>
            <a:lvl6pPr>
              <a:defRPr sz="4350" b="1">
                <a:solidFill>
                  <a:srgbClr val="F06C5B"/>
                </a:solidFill>
                <a:latin typeface="Helvetica Neue"/>
                <a:ea typeface="Helvetica Neue"/>
                <a:cs typeface="Helvetica Neue"/>
              </a:defRPr>
            </a:lvl6pPr>
            <a:lvl7pPr>
              <a:defRPr sz="4350" b="1">
                <a:solidFill>
                  <a:srgbClr val="F06C5B"/>
                </a:solidFill>
                <a:latin typeface="Helvetica Neue"/>
                <a:ea typeface="Helvetica Neue"/>
                <a:cs typeface="Helvetica Neue"/>
              </a:defRPr>
            </a:lvl7pPr>
            <a:lvl8pPr>
              <a:defRPr sz="4350" b="1">
                <a:solidFill>
                  <a:srgbClr val="F06C5B"/>
                </a:solidFill>
                <a:latin typeface="Helvetica Neue"/>
                <a:ea typeface="Helvetica Neue"/>
                <a:cs typeface="Helvetica Neue"/>
              </a:defRPr>
            </a:lvl8pPr>
            <a:lvl9pPr>
              <a:defRPr sz="4350" b="1">
                <a:solidFill>
                  <a:srgbClr val="F06C5B"/>
                </a:solidFill>
                <a:latin typeface="Helvetica Neue"/>
                <a:ea typeface="Helvetica Neue"/>
                <a:cs typeface="Helvetica Neue"/>
              </a:defRPr>
            </a:lvl9pPr>
          </a:lstStyle>
          <a:p xmlns:a="http://schemas.openxmlformats.org/drawingml/2006/main">
            <a:pPr>
              <a:defRPr sz="4350" b="1">
                <a:solidFill>
                  <a:srgbClr val="F06C5B"/>
                </a:solidFill>
                <a:latin typeface="Helvetica Neue"/>
                <a:ea typeface="Helvetica Neue"/>
                <a:cs typeface="Helvetica Neue"/>
              </a:defRPr>
            </a:pPr>
            <a:r>
              <a:rPr sz="4350" b="1">
                <a:solidFill>
                  <a:srgbClr val="F06C5B"/>
                </a:solidFill>
                <a:latin typeface="Helvetica Neue"/>
                <a:ea typeface="Helvetica Neue"/>
                <a:cs typeface="Helvetica Neue"/>
              </a:rPr>
              <a:t>02</a:t>
            </a:r>
          </a:p>
        </p:txBody>
      </p:sp>
      <p:sp>
        <p:nvSpPr>
          <p:cNvPr id="10" name="accent">
            <a:extLst xmlns:a="http://schemas.openxmlformats.org/drawingml/2006/main">
              <a:ext uri="{FF2B5EF4-FFF2-40B4-BE49-F238E27FC236}">
                <a16:creationId xmlns:a16="http://schemas.microsoft.com/office/drawing/2014/main" id="{A7EAE748-BDC0-4FE3-BE04-867C567E72C3}"/>
              </a:ext>
            </a:extLst>
          </p:cNvPr>
          <p:cNvSpPr>
            <a:spLocks xmlns:a="http://schemas.openxmlformats.org/drawingml/2006/main" noGrp="1"/>
          </p:cNvSpPr>
          <p:nvPr/>
        </p:nvSpPr>
        <p:spPr>
          <a:xfrm xmlns:a="http://schemas.openxmlformats.org/drawingml/2006/main">
            <a:off x="2066925" y="3324225"/>
            <a:ext cx="38100" cy="1028700"/>
          </a:xfrm>
          <a:prstGeom xmlns:a="http://schemas.openxmlformats.org/drawingml/2006/main" prst="rect">
            <a:avLst/>
          </a:prstGeom>
          <a:solidFill xmlns:a="http://schemas.openxmlformats.org/drawingml/2006/main">
            <a:srgbClr val="6AB7D6"/>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68BB6FFF-FAAE-44B7-AED7-579371833FC9}"/>
              </a:ext>
            </a:extLst>
          </p:cNvPr>
          <p:cNvSpPr>
            <a:spLocks xmlns:a="http://schemas.openxmlformats.org/drawingml/2006/main" noGrp="1"/>
          </p:cNvSpPr>
          <p:nvPr/>
        </p:nvSpPr>
        <p:spPr>
          <a:xfrm xmlns:a="http://schemas.openxmlformats.org/drawingml/2006/main">
            <a:off x="2476500" y="3333750"/>
            <a:ext cx="314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71A1D"/>
                </a:solidFill>
                <a:latin typeface="Helvetica Neue"/>
                <a:ea typeface="Helvetica Neue"/>
                <a:cs typeface="Helvetica Neue"/>
              </a:defRPr>
            </a:defPPr>
            <a:lvl1pPr>
              <a:defRPr sz="2250" b="1">
                <a:solidFill>
                  <a:srgbClr val="171A1D"/>
                </a:solidFill>
                <a:latin typeface="Helvetica Neue"/>
                <a:ea typeface="Helvetica Neue"/>
                <a:cs typeface="Helvetica Neue"/>
              </a:defRPr>
            </a:lvl1pPr>
            <a:lvl2pPr>
              <a:defRPr sz="2250" b="1">
                <a:solidFill>
                  <a:srgbClr val="171A1D"/>
                </a:solidFill>
                <a:latin typeface="Helvetica Neue"/>
                <a:ea typeface="Helvetica Neue"/>
                <a:cs typeface="Helvetica Neue"/>
              </a:defRPr>
            </a:lvl2pPr>
            <a:lvl3pPr>
              <a:defRPr sz="2250" b="1">
                <a:solidFill>
                  <a:srgbClr val="171A1D"/>
                </a:solidFill>
                <a:latin typeface="Helvetica Neue"/>
                <a:ea typeface="Helvetica Neue"/>
                <a:cs typeface="Helvetica Neue"/>
              </a:defRPr>
            </a:lvl3pPr>
            <a:lvl4pPr>
              <a:defRPr sz="2250" b="1">
                <a:solidFill>
                  <a:srgbClr val="171A1D"/>
                </a:solidFill>
                <a:latin typeface="Helvetica Neue"/>
                <a:ea typeface="Helvetica Neue"/>
                <a:cs typeface="Helvetica Neue"/>
              </a:defRPr>
            </a:lvl4pPr>
            <a:lvl5pPr>
              <a:defRPr sz="2250" b="1">
                <a:solidFill>
                  <a:srgbClr val="171A1D"/>
                </a:solidFill>
                <a:latin typeface="Helvetica Neue"/>
                <a:ea typeface="Helvetica Neue"/>
                <a:cs typeface="Helvetica Neue"/>
              </a:defRPr>
            </a:lvl5pPr>
            <a:lvl6pPr>
              <a:defRPr sz="2250" b="1">
                <a:solidFill>
                  <a:srgbClr val="171A1D"/>
                </a:solidFill>
                <a:latin typeface="Helvetica Neue"/>
                <a:ea typeface="Helvetica Neue"/>
                <a:cs typeface="Helvetica Neue"/>
              </a:defRPr>
            </a:lvl6pPr>
            <a:lvl7pPr>
              <a:defRPr sz="2250" b="1">
                <a:solidFill>
                  <a:srgbClr val="171A1D"/>
                </a:solidFill>
                <a:latin typeface="Helvetica Neue"/>
                <a:ea typeface="Helvetica Neue"/>
                <a:cs typeface="Helvetica Neue"/>
              </a:defRPr>
            </a:lvl7pPr>
            <a:lvl8pPr>
              <a:defRPr sz="2250" b="1">
                <a:solidFill>
                  <a:srgbClr val="171A1D"/>
                </a:solidFill>
                <a:latin typeface="Helvetica Neue"/>
                <a:ea typeface="Helvetica Neue"/>
                <a:cs typeface="Helvetica Neue"/>
              </a:defRPr>
            </a:lvl8pPr>
            <a:lvl9pPr>
              <a:defRPr sz="2250" b="1">
                <a:solidFill>
                  <a:srgbClr val="171A1D"/>
                </a:solidFill>
                <a:latin typeface="Helvetica Neue"/>
                <a:ea typeface="Helvetica Neue"/>
                <a:cs typeface="Helvetica Neue"/>
              </a:defRPr>
            </a:lvl9pPr>
          </a:lstStyle>
          <a:p xmlns:a="http://schemas.openxmlformats.org/drawingml/2006/main">
            <a:pPr>
              <a:defRPr sz="2250" b="1">
                <a:solidFill>
                  <a:srgbClr val="171A1D"/>
                </a:solidFill>
                <a:latin typeface="Helvetica Neue"/>
                <a:ea typeface="Helvetica Neue"/>
                <a:cs typeface="Helvetica Neue"/>
              </a:defRPr>
            </a:pPr>
            <a:r>
              <a:rPr sz="2250" b="1">
                <a:solidFill>
                  <a:srgbClr val="171A1D"/>
                </a:solidFill>
                <a:latin typeface="Helvetica Neue"/>
                <a:ea typeface="Helvetica Neue"/>
                <a:cs typeface="Helvetica Neue"/>
              </a:rPr>
              <a:t>Tracking and setup</a:t>
            </a:r>
          </a:p>
        </p:txBody>
      </p:sp>
      <p:sp>
        <p:nvSpPr>
          <p:cNvPr id="12" name="text">
            <a:extLst xmlns:a="http://schemas.openxmlformats.org/drawingml/2006/main">
              <a:ext uri="{FF2B5EF4-FFF2-40B4-BE49-F238E27FC236}">
                <a16:creationId xmlns:a16="http://schemas.microsoft.com/office/drawing/2014/main" id="{E5F260E9-9C36-44CC-8EB2-3721D1EE1060}"/>
              </a:ext>
            </a:extLst>
          </p:cNvPr>
          <p:cNvSpPr>
            <a:spLocks xmlns:a="http://schemas.openxmlformats.org/drawingml/2006/main" noGrp="1"/>
          </p:cNvSpPr>
          <p:nvPr/>
        </p:nvSpPr>
        <p:spPr>
          <a:xfrm xmlns:a="http://schemas.openxmlformats.org/drawingml/2006/main">
            <a:off x="5810250" y="3362325"/>
            <a:ext cx="5476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1A1D"/>
                </a:solidFill>
                <a:latin typeface="Helvetica Neue"/>
                <a:ea typeface="Helvetica Neue"/>
                <a:cs typeface="Helvetica Neue"/>
              </a:defRPr>
            </a:defPPr>
            <a:lvl1pPr>
              <a:defRPr sz="1875" b="0">
                <a:solidFill>
                  <a:srgbClr val="171A1D"/>
                </a:solidFill>
                <a:latin typeface="Helvetica Neue"/>
                <a:ea typeface="Helvetica Neue"/>
                <a:cs typeface="Helvetica Neue"/>
              </a:defRPr>
            </a:lvl1pPr>
            <a:lvl2pPr>
              <a:defRPr sz="1875" b="0">
                <a:solidFill>
                  <a:srgbClr val="171A1D"/>
                </a:solidFill>
                <a:latin typeface="Helvetica Neue"/>
                <a:ea typeface="Helvetica Neue"/>
                <a:cs typeface="Helvetica Neue"/>
              </a:defRPr>
            </a:lvl2pPr>
            <a:lvl3pPr>
              <a:defRPr sz="1875" b="0">
                <a:solidFill>
                  <a:srgbClr val="171A1D"/>
                </a:solidFill>
                <a:latin typeface="Helvetica Neue"/>
                <a:ea typeface="Helvetica Neue"/>
                <a:cs typeface="Helvetica Neue"/>
              </a:defRPr>
            </a:lvl3pPr>
            <a:lvl4pPr>
              <a:defRPr sz="1875" b="0">
                <a:solidFill>
                  <a:srgbClr val="171A1D"/>
                </a:solidFill>
                <a:latin typeface="Helvetica Neue"/>
                <a:ea typeface="Helvetica Neue"/>
                <a:cs typeface="Helvetica Neue"/>
              </a:defRPr>
            </a:lvl4pPr>
            <a:lvl5pPr>
              <a:defRPr sz="1875" b="0">
                <a:solidFill>
                  <a:srgbClr val="171A1D"/>
                </a:solidFill>
                <a:latin typeface="Helvetica Neue"/>
                <a:ea typeface="Helvetica Neue"/>
                <a:cs typeface="Helvetica Neue"/>
              </a:defRPr>
            </a:lvl5pPr>
            <a:lvl6pPr>
              <a:defRPr sz="1875" b="0">
                <a:solidFill>
                  <a:srgbClr val="171A1D"/>
                </a:solidFill>
                <a:latin typeface="Helvetica Neue"/>
                <a:ea typeface="Helvetica Neue"/>
                <a:cs typeface="Helvetica Neue"/>
              </a:defRPr>
            </a:lvl6pPr>
            <a:lvl7pPr>
              <a:defRPr sz="1875" b="0">
                <a:solidFill>
                  <a:srgbClr val="171A1D"/>
                </a:solidFill>
                <a:latin typeface="Helvetica Neue"/>
                <a:ea typeface="Helvetica Neue"/>
                <a:cs typeface="Helvetica Neue"/>
              </a:defRPr>
            </a:lvl7pPr>
            <a:lvl8pPr>
              <a:defRPr sz="1875" b="0">
                <a:solidFill>
                  <a:srgbClr val="171A1D"/>
                </a:solidFill>
                <a:latin typeface="Helvetica Neue"/>
                <a:ea typeface="Helvetica Neue"/>
                <a:cs typeface="Helvetica Neue"/>
              </a:defRPr>
            </a:lvl8pPr>
            <a:lvl9pPr>
              <a:defRPr sz="1875" b="0">
                <a:solidFill>
                  <a:srgbClr val="171A1D"/>
                </a:solidFill>
                <a:latin typeface="Helvetica Neue"/>
                <a:ea typeface="Helvetica Neue"/>
                <a:cs typeface="Helvetica Neue"/>
              </a:defRPr>
            </a:lvl9pPr>
          </a:lstStyle>
          <a:p xmlns:a="http://schemas.openxmlformats.org/drawingml/2006/main">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Measure selection and page-placement tolerance</a:t>
            </a:r>
          </a:p>
          <a:p xmlns:a="http://schemas.openxmlformats.org/drawingml/2006/main">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still need repeated trials.</a:t>
            </a:r>
          </a:p>
        </p:txBody>
      </p:sp>
      <p:sp>
        <p:nvSpPr>
          <p:cNvPr id="13" name="accent">
            <a:extLst xmlns:a="http://schemas.openxmlformats.org/drawingml/2006/main">
              <a:ext uri="{FF2B5EF4-FFF2-40B4-BE49-F238E27FC236}">
                <a16:creationId xmlns:a16="http://schemas.microsoft.com/office/drawing/2014/main" id="{E05964B6-4F22-413C-B827-755307C9826C}"/>
              </a:ext>
            </a:extLst>
          </p:cNvPr>
          <p:cNvSpPr>
            <a:spLocks xmlns:a="http://schemas.openxmlformats.org/drawingml/2006/main" noGrp="1"/>
          </p:cNvSpPr>
          <p:nvPr/>
        </p:nvSpPr>
        <p:spPr>
          <a:xfrm xmlns:a="http://schemas.openxmlformats.org/drawingml/2006/main">
            <a:off x="2476500" y="4543425"/>
            <a:ext cx="8810625" cy="9525"/>
          </a:xfrm>
          <a:prstGeom xmlns:a="http://schemas.openxmlformats.org/drawingml/2006/main" prst="rect">
            <a:avLst/>
          </a:prstGeom>
          <a:solidFill xmlns:a="http://schemas.openxmlformats.org/drawingml/2006/main">
            <a:srgbClr val="D8D1C5"/>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DF5EDB95-8572-4925-B96A-8D19C3D9572B}"/>
              </a:ext>
            </a:extLst>
          </p:cNvPr>
          <p:cNvSpPr>
            <a:spLocks xmlns:a="http://schemas.openxmlformats.org/drawingml/2006/main" noGrp="1"/>
          </p:cNvSpPr>
          <p:nvPr/>
        </p:nvSpPr>
        <p:spPr>
          <a:xfrm xmlns:a="http://schemas.openxmlformats.org/drawingml/2006/main">
            <a:off x="762000" y="4876800"/>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F06C5B"/>
                </a:solidFill>
                <a:latin typeface="Helvetica Neue"/>
                <a:ea typeface="Helvetica Neue"/>
                <a:cs typeface="Helvetica Neue"/>
              </a:defRPr>
            </a:defPPr>
            <a:lvl1pPr>
              <a:defRPr sz="4350" b="1">
                <a:solidFill>
                  <a:srgbClr val="F06C5B"/>
                </a:solidFill>
                <a:latin typeface="Helvetica Neue"/>
                <a:ea typeface="Helvetica Neue"/>
                <a:cs typeface="Helvetica Neue"/>
              </a:defRPr>
            </a:lvl1pPr>
            <a:lvl2pPr>
              <a:defRPr sz="4350" b="1">
                <a:solidFill>
                  <a:srgbClr val="F06C5B"/>
                </a:solidFill>
                <a:latin typeface="Helvetica Neue"/>
                <a:ea typeface="Helvetica Neue"/>
                <a:cs typeface="Helvetica Neue"/>
              </a:defRPr>
            </a:lvl2pPr>
            <a:lvl3pPr>
              <a:defRPr sz="4350" b="1">
                <a:solidFill>
                  <a:srgbClr val="F06C5B"/>
                </a:solidFill>
                <a:latin typeface="Helvetica Neue"/>
                <a:ea typeface="Helvetica Neue"/>
                <a:cs typeface="Helvetica Neue"/>
              </a:defRPr>
            </a:lvl3pPr>
            <a:lvl4pPr>
              <a:defRPr sz="4350" b="1">
                <a:solidFill>
                  <a:srgbClr val="F06C5B"/>
                </a:solidFill>
                <a:latin typeface="Helvetica Neue"/>
                <a:ea typeface="Helvetica Neue"/>
                <a:cs typeface="Helvetica Neue"/>
              </a:defRPr>
            </a:lvl4pPr>
            <a:lvl5pPr>
              <a:defRPr sz="4350" b="1">
                <a:solidFill>
                  <a:srgbClr val="F06C5B"/>
                </a:solidFill>
                <a:latin typeface="Helvetica Neue"/>
                <a:ea typeface="Helvetica Neue"/>
                <a:cs typeface="Helvetica Neue"/>
              </a:defRPr>
            </a:lvl5pPr>
            <a:lvl6pPr>
              <a:defRPr sz="4350" b="1">
                <a:solidFill>
                  <a:srgbClr val="F06C5B"/>
                </a:solidFill>
                <a:latin typeface="Helvetica Neue"/>
                <a:ea typeface="Helvetica Neue"/>
                <a:cs typeface="Helvetica Neue"/>
              </a:defRPr>
            </a:lvl6pPr>
            <a:lvl7pPr>
              <a:defRPr sz="4350" b="1">
                <a:solidFill>
                  <a:srgbClr val="F06C5B"/>
                </a:solidFill>
                <a:latin typeface="Helvetica Neue"/>
                <a:ea typeface="Helvetica Neue"/>
                <a:cs typeface="Helvetica Neue"/>
              </a:defRPr>
            </a:lvl7pPr>
            <a:lvl8pPr>
              <a:defRPr sz="4350" b="1">
                <a:solidFill>
                  <a:srgbClr val="F06C5B"/>
                </a:solidFill>
                <a:latin typeface="Helvetica Neue"/>
                <a:ea typeface="Helvetica Neue"/>
                <a:cs typeface="Helvetica Neue"/>
              </a:defRPr>
            </a:lvl8pPr>
            <a:lvl9pPr>
              <a:defRPr sz="4350" b="1">
                <a:solidFill>
                  <a:srgbClr val="F06C5B"/>
                </a:solidFill>
                <a:latin typeface="Helvetica Neue"/>
                <a:ea typeface="Helvetica Neue"/>
                <a:cs typeface="Helvetica Neue"/>
              </a:defRPr>
            </a:lvl9pPr>
          </a:lstStyle>
          <a:p xmlns:a="http://schemas.openxmlformats.org/drawingml/2006/main">
            <a:pPr>
              <a:defRPr sz="4350" b="1">
                <a:solidFill>
                  <a:srgbClr val="F06C5B"/>
                </a:solidFill>
                <a:latin typeface="Helvetica Neue"/>
                <a:ea typeface="Helvetica Neue"/>
                <a:cs typeface="Helvetica Neue"/>
              </a:defRPr>
            </a:pPr>
            <a:r>
              <a:rPr sz="4350" b="1">
                <a:solidFill>
                  <a:srgbClr val="F06C5B"/>
                </a:solidFill>
                <a:latin typeface="Helvetica Neue"/>
                <a:ea typeface="Helvetica Neue"/>
                <a:cs typeface="Helvetica Neue"/>
              </a:rPr>
              <a:t>03</a:t>
            </a:r>
          </a:p>
        </p:txBody>
      </p:sp>
      <p:sp>
        <p:nvSpPr>
          <p:cNvPr id="15" name="accent">
            <a:extLst xmlns:a="http://schemas.openxmlformats.org/drawingml/2006/main">
              <a:ext uri="{FF2B5EF4-FFF2-40B4-BE49-F238E27FC236}">
                <a16:creationId xmlns:a16="http://schemas.microsoft.com/office/drawing/2014/main" id="{9DA13C55-2DE9-4A4D-9183-D5340D316733}"/>
              </a:ext>
            </a:extLst>
          </p:cNvPr>
          <p:cNvSpPr>
            <a:spLocks xmlns:a="http://schemas.openxmlformats.org/drawingml/2006/main" noGrp="1"/>
          </p:cNvSpPr>
          <p:nvPr/>
        </p:nvSpPr>
        <p:spPr>
          <a:xfrm xmlns:a="http://schemas.openxmlformats.org/drawingml/2006/main">
            <a:off x="2066925" y="4886325"/>
            <a:ext cx="38100" cy="1028700"/>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8E6C013C-48CE-400F-9648-A757718B1B1F}"/>
              </a:ext>
            </a:extLst>
          </p:cNvPr>
          <p:cNvSpPr>
            <a:spLocks xmlns:a="http://schemas.openxmlformats.org/drawingml/2006/main" noGrp="1"/>
          </p:cNvSpPr>
          <p:nvPr/>
        </p:nvSpPr>
        <p:spPr>
          <a:xfrm xmlns:a="http://schemas.openxmlformats.org/drawingml/2006/main">
            <a:off x="2476500" y="4895850"/>
            <a:ext cx="314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71A1D"/>
                </a:solidFill>
                <a:latin typeface="Helvetica Neue"/>
                <a:ea typeface="Helvetica Neue"/>
                <a:cs typeface="Helvetica Neue"/>
              </a:defRPr>
            </a:defPPr>
            <a:lvl1pPr>
              <a:defRPr sz="2250" b="1">
                <a:solidFill>
                  <a:srgbClr val="171A1D"/>
                </a:solidFill>
                <a:latin typeface="Helvetica Neue"/>
                <a:ea typeface="Helvetica Neue"/>
                <a:cs typeface="Helvetica Neue"/>
              </a:defRPr>
            </a:lvl1pPr>
            <a:lvl2pPr>
              <a:defRPr sz="2250" b="1">
                <a:solidFill>
                  <a:srgbClr val="171A1D"/>
                </a:solidFill>
                <a:latin typeface="Helvetica Neue"/>
                <a:ea typeface="Helvetica Neue"/>
                <a:cs typeface="Helvetica Neue"/>
              </a:defRPr>
            </a:lvl2pPr>
            <a:lvl3pPr>
              <a:defRPr sz="2250" b="1">
                <a:solidFill>
                  <a:srgbClr val="171A1D"/>
                </a:solidFill>
                <a:latin typeface="Helvetica Neue"/>
                <a:ea typeface="Helvetica Neue"/>
                <a:cs typeface="Helvetica Neue"/>
              </a:defRPr>
            </a:lvl3pPr>
            <a:lvl4pPr>
              <a:defRPr sz="2250" b="1">
                <a:solidFill>
                  <a:srgbClr val="171A1D"/>
                </a:solidFill>
                <a:latin typeface="Helvetica Neue"/>
                <a:ea typeface="Helvetica Neue"/>
                <a:cs typeface="Helvetica Neue"/>
              </a:defRPr>
            </a:lvl4pPr>
            <a:lvl5pPr>
              <a:defRPr sz="2250" b="1">
                <a:solidFill>
                  <a:srgbClr val="171A1D"/>
                </a:solidFill>
                <a:latin typeface="Helvetica Neue"/>
                <a:ea typeface="Helvetica Neue"/>
                <a:cs typeface="Helvetica Neue"/>
              </a:defRPr>
            </a:lvl5pPr>
            <a:lvl6pPr>
              <a:defRPr sz="2250" b="1">
                <a:solidFill>
                  <a:srgbClr val="171A1D"/>
                </a:solidFill>
                <a:latin typeface="Helvetica Neue"/>
                <a:ea typeface="Helvetica Neue"/>
                <a:cs typeface="Helvetica Neue"/>
              </a:defRPr>
            </a:lvl6pPr>
            <a:lvl7pPr>
              <a:defRPr sz="2250" b="1">
                <a:solidFill>
                  <a:srgbClr val="171A1D"/>
                </a:solidFill>
                <a:latin typeface="Helvetica Neue"/>
                <a:ea typeface="Helvetica Neue"/>
                <a:cs typeface="Helvetica Neue"/>
              </a:defRPr>
            </a:lvl7pPr>
            <a:lvl8pPr>
              <a:defRPr sz="2250" b="1">
                <a:solidFill>
                  <a:srgbClr val="171A1D"/>
                </a:solidFill>
                <a:latin typeface="Helvetica Neue"/>
                <a:ea typeface="Helvetica Neue"/>
                <a:cs typeface="Helvetica Neue"/>
              </a:defRPr>
            </a:lvl8pPr>
            <a:lvl9pPr>
              <a:defRPr sz="2250" b="1">
                <a:solidFill>
                  <a:srgbClr val="171A1D"/>
                </a:solidFill>
                <a:latin typeface="Helvetica Neue"/>
                <a:ea typeface="Helvetica Neue"/>
                <a:cs typeface="Helvetica Neue"/>
              </a:defRPr>
            </a:lvl9pPr>
          </a:lstStyle>
          <a:p xmlns:a="http://schemas.openxmlformats.org/drawingml/2006/main">
            <a:pPr>
              <a:defRPr sz="2250" b="1">
                <a:solidFill>
                  <a:srgbClr val="171A1D"/>
                </a:solidFill>
                <a:latin typeface="Helvetica Neue"/>
                <a:ea typeface="Helvetica Neue"/>
                <a:cs typeface="Helvetica Neue"/>
              </a:defRPr>
            </a:pPr>
            <a:r>
              <a:rPr sz="2250" b="1">
                <a:solidFill>
                  <a:srgbClr val="171A1D"/>
                </a:solidFill>
                <a:latin typeface="Helvetica Neue"/>
                <a:ea typeface="Helvetica Neue"/>
                <a:cs typeface="Helvetica Neue"/>
              </a:rPr>
              <a:t>Study readiness</a:t>
            </a:r>
          </a:p>
        </p:txBody>
      </p:sp>
      <p:sp>
        <p:nvSpPr>
          <p:cNvPr id="17" name="text">
            <a:extLst xmlns:a="http://schemas.openxmlformats.org/drawingml/2006/main">
              <a:ext uri="{FF2B5EF4-FFF2-40B4-BE49-F238E27FC236}">
                <a16:creationId xmlns:a16="http://schemas.microsoft.com/office/drawing/2014/main" id="{AFB8C128-648F-42B7-949D-215CFD606E83}"/>
              </a:ext>
            </a:extLst>
          </p:cNvPr>
          <p:cNvSpPr>
            <a:spLocks xmlns:a="http://schemas.openxmlformats.org/drawingml/2006/main" noGrp="1"/>
          </p:cNvSpPr>
          <p:nvPr/>
        </p:nvSpPr>
        <p:spPr>
          <a:xfrm xmlns:a="http://schemas.openxmlformats.org/drawingml/2006/main">
            <a:off x="5810250" y="4924425"/>
            <a:ext cx="5476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1A1D"/>
                </a:solidFill>
                <a:latin typeface="Helvetica Neue"/>
                <a:ea typeface="Helvetica Neue"/>
                <a:cs typeface="Helvetica Neue"/>
              </a:defRPr>
            </a:defPPr>
            <a:lvl1pPr>
              <a:defRPr sz="1875" b="0">
                <a:solidFill>
                  <a:srgbClr val="171A1D"/>
                </a:solidFill>
                <a:latin typeface="Helvetica Neue"/>
                <a:ea typeface="Helvetica Neue"/>
                <a:cs typeface="Helvetica Neue"/>
              </a:defRPr>
            </a:lvl1pPr>
            <a:lvl2pPr>
              <a:defRPr sz="1875" b="0">
                <a:solidFill>
                  <a:srgbClr val="171A1D"/>
                </a:solidFill>
                <a:latin typeface="Helvetica Neue"/>
                <a:ea typeface="Helvetica Neue"/>
                <a:cs typeface="Helvetica Neue"/>
              </a:defRPr>
            </a:lvl2pPr>
            <a:lvl3pPr>
              <a:defRPr sz="1875" b="0">
                <a:solidFill>
                  <a:srgbClr val="171A1D"/>
                </a:solidFill>
                <a:latin typeface="Helvetica Neue"/>
                <a:ea typeface="Helvetica Neue"/>
                <a:cs typeface="Helvetica Neue"/>
              </a:defRPr>
            </a:lvl3pPr>
            <a:lvl4pPr>
              <a:defRPr sz="1875" b="0">
                <a:solidFill>
                  <a:srgbClr val="171A1D"/>
                </a:solidFill>
                <a:latin typeface="Helvetica Neue"/>
                <a:ea typeface="Helvetica Neue"/>
                <a:cs typeface="Helvetica Neue"/>
              </a:defRPr>
            </a:lvl4pPr>
            <a:lvl5pPr>
              <a:defRPr sz="1875" b="0">
                <a:solidFill>
                  <a:srgbClr val="171A1D"/>
                </a:solidFill>
                <a:latin typeface="Helvetica Neue"/>
                <a:ea typeface="Helvetica Neue"/>
                <a:cs typeface="Helvetica Neue"/>
              </a:defRPr>
            </a:lvl5pPr>
            <a:lvl6pPr>
              <a:defRPr sz="1875" b="0">
                <a:solidFill>
                  <a:srgbClr val="171A1D"/>
                </a:solidFill>
                <a:latin typeface="Helvetica Neue"/>
                <a:ea typeface="Helvetica Neue"/>
                <a:cs typeface="Helvetica Neue"/>
              </a:defRPr>
            </a:lvl6pPr>
            <a:lvl7pPr>
              <a:defRPr sz="1875" b="0">
                <a:solidFill>
                  <a:srgbClr val="171A1D"/>
                </a:solidFill>
                <a:latin typeface="Helvetica Neue"/>
                <a:ea typeface="Helvetica Neue"/>
                <a:cs typeface="Helvetica Neue"/>
              </a:defRPr>
            </a:lvl7pPr>
            <a:lvl8pPr>
              <a:defRPr sz="1875" b="0">
                <a:solidFill>
                  <a:srgbClr val="171A1D"/>
                </a:solidFill>
                <a:latin typeface="Helvetica Neue"/>
                <a:ea typeface="Helvetica Neue"/>
                <a:cs typeface="Helvetica Neue"/>
              </a:defRPr>
            </a:lvl8pPr>
            <a:lvl9pPr>
              <a:defRPr sz="1875" b="0">
                <a:solidFill>
                  <a:srgbClr val="171A1D"/>
                </a:solidFill>
                <a:latin typeface="Helvetica Neue"/>
                <a:ea typeface="Helvetica Neue"/>
                <a:cs typeface="Helvetica Neue"/>
              </a:defRPr>
            </a:lvl9pPr>
          </a:lstStyle>
          <a:p xmlns:a="http://schemas.openxmlformats.org/drawingml/2006/main">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Finish task scripts and event logging.</a:t>
            </a:r>
          </a:p>
          <a:p xmlns:a="http://schemas.openxmlformats.org/drawingml/2006/main">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Identify live features and scripted demonstrations.</a:t>
            </a:r>
          </a:p>
        </p:txBody>
      </p:sp>
    </p:spTree>
    <p:extLst>
      <p:ext uri="{BB962C8B-B14F-4D97-AF65-F5344CB8AC3E}">
        <p14:creationId xmlns:p14="http://schemas.microsoft.com/office/powerpoint/2010/main" val="1200028917"/>
      </p:ext>
    </p:extLst>
  </p:cSld>
  <p:extLst>
    <p:ext uri="{6950BFC3-D8DA-4A85-94F7-54DA5524770B}">
      <p188:commentRel xmlns:r="http://schemas.openxmlformats.org/officeDocument/2006/relationships" xmlns:p188="http://schemas.microsoft.com/office/powerpoint/2018/8/main" r:id="R5b769167f0ed4353"/>
    </p:ext>
  </p:extLst>
</p:sld>
</file>

<file path=ppt/slides/slide11.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8ABBDBE3-7464-4A30-883C-1E291EBBF0B3}"/>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xmlns:a="http://schemas.openxmlformats.org/drawingml/2006/main">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Study plan</a:t>
            </a:r>
          </a:p>
        </p:txBody>
      </p:sp>
      <p:sp>
        <p:nvSpPr>
          <p:cNvPr id="2" name="accent">
            <a:extLst xmlns:a="http://schemas.openxmlformats.org/drawingml/2006/main">
              <a:ext uri="{FF2B5EF4-FFF2-40B4-BE49-F238E27FC236}">
                <a16:creationId xmlns:a16="http://schemas.microsoft.com/office/drawing/2014/main" id="{51A68283-52CE-4BAB-A630-888BAE259159}"/>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A9645482-6258-42FA-AA8D-AF65BFC9B00F}"/>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xmlns:a="http://schemas.openxmlformats.org/drawingml/2006/main">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11</a:t>
            </a:r>
          </a:p>
        </p:txBody>
      </p:sp>
      <p:sp>
        <p:nvSpPr>
          <p:cNvPr id="4" name="text">
            <a:extLst xmlns:a="http://schemas.openxmlformats.org/drawingml/2006/main">
              <a:ext uri="{FF2B5EF4-FFF2-40B4-BE49-F238E27FC236}">
                <a16:creationId xmlns:a16="http://schemas.microsoft.com/office/drawing/2014/main" id="{5BB2E1B9-2888-4F36-9CF6-F2FA93656E70}"/>
              </a:ext>
            </a:extLst>
          </p:cNvPr>
          <p:cNvSpPr>
            <a:spLocks xmlns:a="http://schemas.openxmlformats.org/drawingml/2006/main" noGrp="1"/>
          </p:cNvSpPr>
          <p:nvPr/>
        </p:nvSpPr>
        <p:spPr>
          <a:xfrm xmlns:a="http://schemas.openxmlformats.org/drawingml/2006/main">
            <a:off x="704850" y="16192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7C776F"/>
                </a:solidFill>
                <a:latin typeface="Helvetica Neue"/>
                <a:ea typeface="Helvetica Neue"/>
                <a:cs typeface="Helvetica Neue"/>
              </a:defRPr>
            </a:defPPr>
            <a:lvl1pPr>
              <a:defRPr sz="1950" b="0">
                <a:solidFill>
                  <a:srgbClr val="7C776F"/>
                </a:solidFill>
                <a:latin typeface="Helvetica Neue"/>
                <a:ea typeface="Helvetica Neue"/>
                <a:cs typeface="Helvetica Neue"/>
              </a:defRPr>
            </a:lvl1pPr>
            <a:lvl2pPr>
              <a:defRPr sz="1950" b="0">
                <a:solidFill>
                  <a:srgbClr val="7C776F"/>
                </a:solidFill>
                <a:latin typeface="Helvetica Neue"/>
                <a:ea typeface="Helvetica Neue"/>
                <a:cs typeface="Helvetica Neue"/>
              </a:defRPr>
            </a:lvl2pPr>
            <a:lvl3pPr>
              <a:defRPr sz="1950" b="0">
                <a:solidFill>
                  <a:srgbClr val="7C776F"/>
                </a:solidFill>
                <a:latin typeface="Helvetica Neue"/>
                <a:ea typeface="Helvetica Neue"/>
                <a:cs typeface="Helvetica Neue"/>
              </a:defRPr>
            </a:lvl3pPr>
            <a:lvl4pPr>
              <a:defRPr sz="1950" b="0">
                <a:solidFill>
                  <a:srgbClr val="7C776F"/>
                </a:solidFill>
                <a:latin typeface="Helvetica Neue"/>
                <a:ea typeface="Helvetica Neue"/>
                <a:cs typeface="Helvetica Neue"/>
              </a:defRPr>
            </a:lvl4pPr>
            <a:lvl5pPr>
              <a:defRPr sz="1950" b="0">
                <a:solidFill>
                  <a:srgbClr val="7C776F"/>
                </a:solidFill>
                <a:latin typeface="Helvetica Neue"/>
                <a:ea typeface="Helvetica Neue"/>
                <a:cs typeface="Helvetica Neue"/>
              </a:defRPr>
            </a:lvl5pPr>
            <a:lvl6pPr>
              <a:defRPr sz="1950" b="0">
                <a:solidFill>
                  <a:srgbClr val="7C776F"/>
                </a:solidFill>
                <a:latin typeface="Helvetica Neue"/>
                <a:ea typeface="Helvetica Neue"/>
                <a:cs typeface="Helvetica Neue"/>
              </a:defRPr>
            </a:lvl6pPr>
            <a:lvl7pPr>
              <a:defRPr sz="1950" b="0">
                <a:solidFill>
                  <a:srgbClr val="7C776F"/>
                </a:solidFill>
                <a:latin typeface="Helvetica Neue"/>
                <a:ea typeface="Helvetica Neue"/>
                <a:cs typeface="Helvetica Neue"/>
              </a:defRPr>
            </a:lvl7pPr>
            <a:lvl8pPr>
              <a:defRPr sz="1950" b="0">
                <a:solidFill>
                  <a:srgbClr val="7C776F"/>
                </a:solidFill>
                <a:latin typeface="Helvetica Neue"/>
                <a:ea typeface="Helvetica Neue"/>
                <a:cs typeface="Helvetica Neue"/>
              </a:defRPr>
            </a:lvl8pPr>
            <a:lvl9pPr>
              <a:defRPr sz="1950" b="0">
                <a:solidFill>
                  <a:srgbClr val="7C776F"/>
                </a:solidFill>
                <a:latin typeface="Helvetica Neue"/>
                <a:ea typeface="Helvetica Neue"/>
                <a:cs typeface="Helvetica Neue"/>
              </a:defRPr>
            </a:lvl9pPr>
          </a:lstStyle>
          <a:p xmlns:a="http://schemas.openxmlformats.org/drawingml/2006/main">
            <a:pPr>
              <a:defRPr sz="1950" b="0">
                <a:solidFill>
                  <a:srgbClr val="7C776F"/>
                </a:solidFill>
                <a:latin typeface="Helvetica Neue"/>
                <a:ea typeface="Helvetica Neue"/>
                <a:cs typeface="Helvetica Neue"/>
              </a:defRPr>
            </a:pPr>
            <a:r>
              <a:rPr sz="1950" b="0">
                <a:solidFill>
                  <a:srgbClr val="7C776F"/>
                </a:solidFill>
                <a:latin typeface="Helvetica Neue"/>
                <a:ea typeface="Helvetica Neue"/>
                <a:cs typeface="Helvetica Neue"/>
              </a:rPr>
              <a:t>Research protocol drafted on October 14</a:t>
            </a:r>
          </a:p>
        </p:txBody>
      </p:sp>
      <p:graphicFrame>
        <p:nvGraphicFramePr>
          <p:cNvPr id="5" name="">
            <a:extLst xmlns:a="http://schemas.openxmlformats.org/drawingml/2006/main">
              <a:ext uri="{FF2B5EF4-FFF2-40B4-BE49-F238E27FC236}">
                <a16:creationId xmlns:a16="http://schemas.microsoft.com/office/drawing/2014/main" id="{50BD7EA5-9CBE-4CAB-A123-5B1BF20808E0}"/>
              </a:ext>
            </a:extLst>
          </p:cNvPr>
          <p:cNvGraphicFramePr/>
          <p:nvPr/>
        </p:nvGraphicFramePr>
        <p:xfrm>
          <a:off xmlns:a="http://schemas.openxmlformats.org/drawingml/2006/main" x="685800" y="2286000"/>
          <a:ext xmlns:a="http://schemas.openxmlformats.org/drawingml/2006/main" cx="10820400" cy="3267075"/>
        </p:xfrm>
        <a:graphic xmlns:a="http://schemas.openxmlformats.org/drawingml/2006/main">
          <a:graphicData uri="http://schemas.openxmlformats.org/drawingml/2006/table">
            <a:tbl>
              <a:tblPr firstRow="0" bandRow="0"/>
              <a:tblGrid>
                <a:gridCol w="2209800"/>
                <a:gridCol w="4095750"/>
                <a:gridCol w="4514850"/>
              </a:tblGrid>
              <a:tr h="816769">
                <a:tc>
                  <a:txBody>
                    <a:bodyPr/>
                    <a:lstStyle/>
                    <a:p>
                      <a:r>
                        <a:rPr sz="1575" b="1">
                          <a:solidFill>
                            <a:srgbClr val="FFFFFF"/>
                          </a:solidFill>
                          <a:latin typeface="Helvetica Neue"/>
                          <a:ea typeface="Helvetica Neue"/>
                          <a:cs typeface="Helvetica Neue"/>
                        </a:rPr>
                        <a:t>Study</a:t>
                      </a:r>
                    </a:p>
                  </a:txBody>
                  <a:tcPr marL="152400" marR="152400" marT="133350" marB="95250" anchor="ctr">
                    <a:lnL w="5715">
                      <a:solidFill>
                        <a:srgbClr val="D8D1C5"/>
                      </a:solidFill>
                      <a:prstDash val="solid"/>
                    </a:lnL>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c>
                  <a:txBody>
                    <a:bodyPr/>
                    <a:lstStyle/>
                    <a:p>
                      <a:r>
                        <a:rPr sz="1575" b="1">
                          <a:solidFill>
                            <a:srgbClr val="FFFFFF"/>
                          </a:solidFill>
                          <a:latin typeface="Helvetica Neue"/>
                          <a:ea typeface="Helvetica Neue"/>
                          <a:cs typeface="Helvetica Neue"/>
                        </a:rPr>
                        <a:t>Comparison or task</a:t>
                      </a:r>
                    </a:p>
                  </a:txBody>
                  <a:tcPr marL="152400" marR="152400" marT="133350" marB="95250" anchor="ctr">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c>
                  <a:txBody>
                    <a:bodyPr/>
                    <a:lstStyle/>
                    <a:p>
                      <a:r>
                        <a:rPr sz="1575" b="1">
                          <a:solidFill>
                            <a:srgbClr val="FFFFFF"/>
                          </a:solidFill>
                          <a:latin typeface="Helvetica Neue"/>
                          <a:ea typeface="Helvetica Neue"/>
                          <a:cs typeface="Helvetica Neue"/>
                        </a:rPr>
                        <a:t>Evidence to collect</a:t>
                      </a:r>
                    </a:p>
                  </a:txBody>
                  <a:tcPr marL="152400" marR="152400" marT="133350" marB="95250" anchor="ctr">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r>
              <a:tr h="816769">
                <a:tc>
                  <a:txBody>
                    <a:bodyPr/>
                    <a:lstStyle/>
                    <a:p>
                      <a:r>
                        <a:rPr sz="1800" b="1">
                          <a:solidFill>
                            <a:srgbClr val="171A1D"/>
                          </a:solidFill>
                          <a:latin typeface="Helvetica Neue"/>
                          <a:ea typeface="Helvetica Neue"/>
                          <a:cs typeface="Helvetica Neue"/>
                        </a:rPr>
                        <a:t>Usability</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00" b="0">
                          <a:solidFill>
                            <a:srgbClr val="171A1D"/>
                          </a:solidFill>
                          <a:latin typeface="Helvetica Neue"/>
                          <a:ea typeface="Helvetica Neue"/>
                          <a:cs typeface="Helvetica Neue"/>
                        </a:rPr>
                        <a:t>Touch and voice tasks</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00" b="0">
                          <a:solidFill>
                            <a:srgbClr val="171A1D"/>
                          </a:solidFill>
                          <a:latin typeface="Helvetica Neue"/>
                          <a:ea typeface="Helvetica Neue"/>
                          <a:cs typeface="Helvetica Neue"/>
                        </a:rPr>
                        <a:t>Success, errors and recovery</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r h="816769">
                <a:tc>
                  <a:txBody>
                    <a:bodyPr/>
                    <a:lstStyle/>
                    <a:p>
                      <a:r>
                        <a:rPr sz="1800" b="1">
                          <a:solidFill>
                            <a:srgbClr val="171A1D"/>
                          </a:solidFill>
                          <a:latin typeface="Helvetica Neue"/>
                          <a:ea typeface="Helvetica Neue"/>
                          <a:cs typeface="Helvetica Neue"/>
                        </a:rPr>
                        <a:t>Input methods</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00" b="0">
                          <a:solidFill>
                            <a:srgbClr val="171A1D"/>
                          </a:solidFill>
                          <a:latin typeface="Helvetica Neue"/>
                          <a:ea typeface="Helvetica Neue"/>
                          <a:cs typeface="Helvetica Neue"/>
                        </a:rPr>
                        <a:t>Buttons versus gestures</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00" b="0">
                          <a:solidFill>
                            <a:srgbClr val="171A1D"/>
                          </a:solidFill>
                          <a:latin typeface="Helvetica Neue"/>
                          <a:ea typeface="Helvetica Neue"/>
                          <a:cs typeface="Helvetica Neue"/>
                        </a:rPr>
                        <a:t>Unintended activation,</a:t>
                      </a:r>
                    </a:p>
                    <a:p>
                      <a:r>
                        <a:rPr sz="1800" b="0">
                          <a:solidFill>
                            <a:srgbClr val="171A1D"/>
                          </a:solidFill>
                          <a:latin typeface="Helvetica Neue"/>
                          <a:ea typeface="Helvetica Neue"/>
                          <a:cs typeface="Helvetica Neue"/>
                        </a:rPr>
                        <a:t>interruption and preference</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r h="816769">
                <a:tc>
                  <a:txBody>
                    <a:bodyPr/>
                    <a:lstStyle/>
                    <a:p>
                      <a:r>
                        <a:rPr sz="1800" b="1">
                          <a:solidFill>
                            <a:srgbClr val="171A1D"/>
                          </a:solidFill>
                          <a:latin typeface="Helvetica Neue"/>
                          <a:ea typeface="Helvetica Neue"/>
                          <a:cs typeface="Helvetica Neue"/>
                        </a:rPr>
                        <a:t>Interaction rules</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00" b="0">
                          <a:solidFill>
                            <a:srgbClr val="171A1D"/>
                          </a:solidFill>
                          <a:latin typeface="Helvetica Neue"/>
                          <a:ea typeface="Helvetica Neue"/>
                          <a:cs typeface="Helvetica Neue"/>
                        </a:rPr>
                        <a:t>Fixed defaults versus</a:t>
                      </a:r>
                    </a:p>
                    <a:p>
                      <a:r>
                        <a:rPr sz="1800" b="0">
                          <a:solidFill>
                            <a:srgbClr val="171A1D"/>
                          </a:solidFill>
                          <a:latin typeface="Helvetica Neue"/>
                          <a:ea typeface="Helvetica Neue"/>
                          <a:cs typeface="Helvetica Neue"/>
                        </a:rPr>
                        <a:t>user customization</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00" b="0">
                          <a:solidFill>
                            <a:srgbClr val="171A1D"/>
                          </a:solidFill>
                          <a:latin typeface="Helvetica Neue"/>
                          <a:ea typeface="Helvetica Neue"/>
                          <a:cs typeface="Helvetica Neue"/>
                        </a:rPr>
                        <a:t>Understanding, settings use</a:t>
                      </a:r>
                    </a:p>
                    <a:p>
                      <a:r>
                        <a:rPr sz="1800" b="0">
                          <a:solidFill>
                            <a:srgbClr val="171A1D"/>
                          </a:solidFill>
                          <a:latin typeface="Helvetica Neue"/>
                          <a:ea typeface="Helvetica Neue"/>
                          <a:cs typeface="Helvetica Neue"/>
                        </a:rPr>
                        <a:t>and perceived effort</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bl>
          </a:graphicData>
        </a:graphic>
      </p:graphicFrame>
      <p:sp>
        <p:nvSpPr>
          <p:cNvPr id="6" name="text">
            <a:extLst xmlns:a="http://schemas.openxmlformats.org/drawingml/2006/main">
              <a:ext uri="{FF2B5EF4-FFF2-40B4-BE49-F238E27FC236}">
                <a16:creationId xmlns:a16="http://schemas.microsoft.com/office/drawing/2014/main" id="{2072E9D5-3100-4D03-A50A-A9CE85736006}"/>
              </a:ext>
            </a:extLst>
          </p:cNvPr>
          <p:cNvSpPr>
            <a:spLocks xmlns:a="http://schemas.openxmlformats.org/drawingml/2006/main" noGrp="1"/>
          </p:cNvSpPr>
          <p:nvPr/>
        </p:nvSpPr>
        <p:spPr>
          <a:xfrm xmlns:a="http://schemas.openxmlformats.org/drawingml/2006/main">
            <a:off x="714375" y="5905500"/>
            <a:ext cx="106203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1A1D"/>
                </a:solidFill>
                <a:latin typeface="Helvetica Neue"/>
                <a:ea typeface="Helvetica Neue"/>
                <a:cs typeface="Helvetica Neue"/>
              </a:defRPr>
            </a:defPPr>
            <a:lvl1pPr>
              <a:defRPr sz="1875" b="0">
                <a:solidFill>
                  <a:srgbClr val="171A1D"/>
                </a:solidFill>
                <a:latin typeface="Helvetica Neue"/>
                <a:ea typeface="Helvetica Neue"/>
                <a:cs typeface="Helvetica Neue"/>
              </a:defRPr>
            </a:lvl1pPr>
            <a:lvl2pPr>
              <a:defRPr sz="1875" b="0">
                <a:solidFill>
                  <a:srgbClr val="171A1D"/>
                </a:solidFill>
                <a:latin typeface="Helvetica Neue"/>
                <a:ea typeface="Helvetica Neue"/>
                <a:cs typeface="Helvetica Neue"/>
              </a:defRPr>
            </a:lvl2pPr>
            <a:lvl3pPr>
              <a:defRPr sz="1875" b="0">
                <a:solidFill>
                  <a:srgbClr val="171A1D"/>
                </a:solidFill>
                <a:latin typeface="Helvetica Neue"/>
                <a:ea typeface="Helvetica Neue"/>
                <a:cs typeface="Helvetica Neue"/>
              </a:defRPr>
            </a:lvl3pPr>
            <a:lvl4pPr>
              <a:defRPr sz="1875" b="0">
                <a:solidFill>
                  <a:srgbClr val="171A1D"/>
                </a:solidFill>
                <a:latin typeface="Helvetica Neue"/>
                <a:ea typeface="Helvetica Neue"/>
                <a:cs typeface="Helvetica Neue"/>
              </a:defRPr>
            </a:lvl4pPr>
            <a:lvl5pPr>
              <a:defRPr sz="1875" b="0">
                <a:solidFill>
                  <a:srgbClr val="171A1D"/>
                </a:solidFill>
                <a:latin typeface="Helvetica Neue"/>
                <a:ea typeface="Helvetica Neue"/>
                <a:cs typeface="Helvetica Neue"/>
              </a:defRPr>
            </a:lvl5pPr>
            <a:lvl6pPr>
              <a:defRPr sz="1875" b="0">
                <a:solidFill>
                  <a:srgbClr val="171A1D"/>
                </a:solidFill>
                <a:latin typeface="Helvetica Neue"/>
                <a:ea typeface="Helvetica Neue"/>
                <a:cs typeface="Helvetica Neue"/>
              </a:defRPr>
            </a:lvl6pPr>
            <a:lvl7pPr>
              <a:defRPr sz="1875" b="0">
                <a:solidFill>
                  <a:srgbClr val="171A1D"/>
                </a:solidFill>
                <a:latin typeface="Helvetica Neue"/>
                <a:ea typeface="Helvetica Neue"/>
                <a:cs typeface="Helvetica Neue"/>
              </a:defRPr>
            </a:lvl7pPr>
            <a:lvl8pPr>
              <a:defRPr sz="1875" b="0">
                <a:solidFill>
                  <a:srgbClr val="171A1D"/>
                </a:solidFill>
                <a:latin typeface="Helvetica Neue"/>
                <a:ea typeface="Helvetica Neue"/>
                <a:cs typeface="Helvetica Neue"/>
              </a:defRPr>
            </a:lvl8pPr>
            <a:lvl9pPr>
              <a:defRPr sz="1875" b="0">
                <a:solidFill>
                  <a:srgbClr val="171A1D"/>
                </a:solidFill>
                <a:latin typeface="Helvetica Neue"/>
                <a:ea typeface="Helvetica Neue"/>
                <a:cs typeface="Helvetica Neue"/>
              </a:defRPr>
            </a:lvl9pPr>
          </a:lstStyle>
          <a:p xmlns:a="http://schemas.openxmlformats.org/drawingml/2006/main">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Planned comparisons use the same participants with counterbalanced order.</a:t>
            </a:r>
          </a:p>
        </p:txBody>
      </p:sp>
    </p:spTree>
    <p:extLst>
      <p:ext uri="{BB962C8B-B14F-4D97-AF65-F5344CB8AC3E}">
        <p14:creationId xmlns:p14="http://schemas.microsoft.com/office/powerpoint/2010/main" val="2027860341"/>
      </p:ext>
    </p:extLst>
  </p:cSld>
  <p:extLst>
    <p:ext uri="{6950BFC3-D8DA-4A85-94F7-54DA5524770B}">
      <p188:commentRel xmlns:r="http://schemas.openxmlformats.org/officeDocument/2006/relationships" xmlns:p188="http://schemas.microsoft.com/office/powerpoint/2018/8/main" r:id="Ra9f8f55a00e74b4b"/>
    </p:ext>
  </p:extLst>
</p:sld>
</file>

<file path=ppt/slides/slide12.xml><?xml version="1.0" encoding="utf-8"?>
<p:sld xmlns:p="http://schemas.openxmlformats.org/presentationml/2006/main">
  <p:cSld>
    <p:bg>
      <p:bgPr>
        <a:solidFill xmlns:a="http://schemas.openxmlformats.org/drawingml/2006/main">
          <a:srgbClr val="171A1D"/>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A6DC0CE8-7FC4-4C8E-BB7A-DD054C973B13}"/>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FFFFFF"/>
                </a:solidFill>
                <a:latin typeface="Helvetica Neue"/>
                <a:ea typeface="Helvetica Neue"/>
                <a:cs typeface="Helvetica Neue"/>
              </a:defRPr>
            </a:defPPr>
            <a:lvl1pPr>
              <a:defRPr sz="3375" b="1">
                <a:solidFill>
                  <a:srgbClr val="FFFFFF"/>
                </a:solidFill>
                <a:latin typeface="Helvetica Neue"/>
                <a:ea typeface="Helvetica Neue"/>
                <a:cs typeface="Helvetica Neue"/>
              </a:defRPr>
            </a:lvl1pPr>
            <a:lvl2pPr>
              <a:defRPr sz="3375" b="1">
                <a:solidFill>
                  <a:srgbClr val="FFFFFF"/>
                </a:solidFill>
                <a:latin typeface="Helvetica Neue"/>
                <a:ea typeface="Helvetica Neue"/>
                <a:cs typeface="Helvetica Neue"/>
              </a:defRPr>
            </a:lvl2pPr>
            <a:lvl3pPr>
              <a:defRPr sz="3375" b="1">
                <a:solidFill>
                  <a:srgbClr val="FFFFFF"/>
                </a:solidFill>
                <a:latin typeface="Helvetica Neue"/>
                <a:ea typeface="Helvetica Neue"/>
                <a:cs typeface="Helvetica Neue"/>
              </a:defRPr>
            </a:lvl3pPr>
            <a:lvl4pPr>
              <a:defRPr sz="3375" b="1">
                <a:solidFill>
                  <a:srgbClr val="FFFFFF"/>
                </a:solidFill>
                <a:latin typeface="Helvetica Neue"/>
                <a:ea typeface="Helvetica Neue"/>
                <a:cs typeface="Helvetica Neue"/>
              </a:defRPr>
            </a:lvl4pPr>
            <a:lvl5pPr>
              <a:defRPr sz="3375" b="1">
                <a:solidFill>
                  <a:srgbClr val="FFFFFF"/>
                </a:solidFill>
                <a:latin typeface="Helvetica Neue"/>
                <a:ea typeface="Helvetica Neue"/>
                <a:cs typeface="Helvetica Neue"/>
              </a:defRPr>
            </a:lvl5pPr>
            <a:lvl6pPr>
              <a:defRPr sz="3375" b="1">
                <a:solidFill>
                  <a:srgbClr val="FFFFFF"/>
                </a:solidFill>
                <a:latin typeface="Helvetica Neue"/>
                <a:ea typeface="Helvetica Neue"/>
                <a:cs typeface="Helvetica Neue"/>
              </a:defRPr>
            </a:lvl6pPr>
            <a:lvl7pPr>
              <a:defRPr sz="3375" b="1">
                <a:solidFill>
                  <a:srgbClr val="FFFFFF"/>
                </a:solidFill>
                <a:latin typeface="Helvetica Neue"/>
                <a:ea typeface="Helvetica Neue"/>
                <a:cs typeface="Helvetica Neue"/>
              </a:defRPr>
            </a:lvl7pPr>
            <a:lvl8pPr>
              <a:defRPr sz="3375" b="1">
                <a:solidFill>
                  <a:srgbClr val="FFFFFF"/>
                </a:solidFill>
                <a:latin typeface="Helvetica Neue"/>
                <a:ea typeface="Helvetica Neue"/>
                <a:cs typeface="Helvetica Neue"/>
              </a:defRPr>
            </a:lvl8pPr>
            <a:lvl9pPr>
              <a:defRPr sz="3375" b="1">
                <a:solidFill>
                  <a:srgbClr val="FFFFFF"/>
                </a:solidFill>
                <a:latin typeface="Helvetica Neue"/>
                <a:ea typeface="Helvetica Neue"/>
                <a:cs typeface="Helvetica Neue"/>
              </a:defRPr>
            </a:lvl9pPr>
          </a:lstStyle>
          <a:p xmlns:a="http://schemas.openxmlformats.org/drawingml/2006/main">
            <a:pPr>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Next steps</a:t>
            </a:r>
          </a:p>
        </p:txBody>
      </p:sp>
      <p:sp>
        <p:nvSpPr>
          <p:cNvPr id="2" name="accent">
            <a:extLst xmlns:a="http://schemas.openxmlformats.org/drawingml/2006/main">
              <a:ext uri="{FF2B5EF4-FFF2-40B4-BE49-F238E27FC236}">
                <a16:creationId xmlns:a16="http://schemas.microsoft.com/office/drawing/2014/main" id="{49EC952C-1055-4948-9893-D70255737141}"/>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D602F5D8-F7A4-4D5B-B197-0CBF9ECDCD36}"/>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D8D1C5"/>
                </a:solidFill>
                <a:latin typeface="Helvetica Neue"/>
                <a:ea typeface="Helvetica Neue"/>
                <a:cs typeface="Helvetica Neue"/>
              </a:defRPr>
            </a:defPPr>
            <a:lvl1pPr>
              <a:defRPr sz="1275" b="1">
                <a:solidFill>
                  <a:srgbClr val="D8D1C5"/>
                </a:solidFill>
                <a:latin typeface="Helvetica Neue"/>
                <a:ea typeface="Helvetica Neue"/>
                <a:cs typeface="Helvetica Neue"/>
              </a:defRPr>
            </a:lvl1pPr>
            <a:lvl2pPr>
              <a:defRPr sz="1275" b="1">
                <a:solidFill>
                  <a:srgbClr val="D8D1C5"/>
                </a:solidFill>
                <a:latin typeface="Helvetica Neue"/>
                <a:ea typeface="Helvetica Neue"/>
                <a:cs typeface="Helvetica Neue"/>
              </a:defRPr>
            </a:lvl2pPr>
            <a:lvl3pPr>
              <a:defRPr sz="1275" b="1">
                <a:solidFill>
                  <a:srgbClr val="D8D1C5"/>
                </a:solidFill>
                <a:latin typeface="Helvetica Neue"/>
                <a:ea typeface="Helvetica Neue"/>
                <a:cs typeface="Helvetica Neue"/>
              </a:defRPr>
            </a:lvl3pPr>
            <a:lvl4pPr>
              <a:defRPr sz="1275" b="1">
                <a:solidFill>
                  <a:srgbClr val="D8D1C5"/>
                </a:solidFill>
                <a:latin typeface="Helvetica Neue"/>
                <a:ea typeface="Helvetica Neue"/>
                <a:cs typeface="Helvetica Neue"/>
              </a:defRPr>
            </a:lvl4pPr>
            <a:lvl5pPr>
              <a:defRPr sz="1275" b="1">
                <a:solidFill>
                  <a:srgbClr val="D8D1C5"/>
                </a:solidFill>
                <a:latin typeface="Helvetica Neue"/>
                <a:ea typeface="Helvetica Neue"/>
                <a:cs typeface="Helvetica Neue"/>
              </a:defRPr>
            </a:lvl5pPr>
            <a:lvl6pPr>
              <a:defRPr sz="1275" b="1">
                <a:solidFill>
                  <a:srgbClr val="D8D1C5"/>
                </a:solidFill>
                <a:latin typeface="Helvetica Neue"/>
                <a:ea typeface="Helvetica Neue"/>
                <a:cs typeface="Helvetica Neue"/>
              </a:defRPr>
            </a:lvl6pPr>
            <a:lvl7pPr>
              <a:defRPr sz="1275" b="1">
                <a:solidFill>
                  <a:srgbClr val="D8D1C5"/>
                </a:solidFill>
                <a:latin typeface="Helvetica Neue"/>
                <a:ea typeface="Helvetica Neue"/>
                <a:cs typeface="Helvetica Neue"/>
              </a:defRPr>
            </a:lvl7pPr>
            <a:lvl8pPr>
              <a:defRPr sz="1275" b="1">
                <a:solidFill>
                  <a:srgbClr val="D8D1C5"/>
                </a:solidFill>
                <a:latin typeface="Helvetica Neue"/>
                <a:ea typeface="Helvetica Neue"/>
                <a:cs typeface="Helvetica Neue"/>
              </a:defRPr>
            </a:lvl8pPr>
            <a:lvl9pPr>
              <a:defRPr sz="1275" b="1">
                <a:solidFill>
                  <a:srgbClr val="D8D1C5"/>
                </a:solidFill>
                <a:latin typeface="Helvetica Neue"/>
                <a:ea typeface="Helvetica Neue"/>
                <a:cs typeface="Helvetica Neue"/>
              </a:defRPr>
            </a:lvl9pPr>
          </a:lstStyle>
          <a:p xmlns:a="http://schemas.openxmlformats.org/drawingml/2006/main">
            <a:pPr>
              <a:defRPr sz="1275" b="1">
                <a:solidFill>
                  <a:srgbClr val="D8D1C5"/>
                </a:solidFill>
                <a:latin typeface="Helvetica Neue"/>
                <a:ea typeface="Helvetica Neue"/>
                <a:cs typeface="Helvetica Neue"/>
              </a:defRPr>
            </a:pPr>
            <a:r>
              <a:rPr sz="1275" b="1">
                <a:solidFill>
                  <a:srgbClr val="D8D1C5"/>
                </a:solidFill>
                <a:latin typeface="Helvetica Neue"/>
                <a:ea typeface="Helvetica Neue"/>
                <a:cs typeface="Helvetica Neue"/>
              </a:rPr>
              <a:t>12</a:t>
            </a:r>
          </a:p>
        </p:txBody>
      </p:sp>
      <p:sp>
        <p:nvSpPr>
          <p:cNvPr id="4" name="text">
            <a:extLst xmlns:a="http://schemas.openxmlformats.org/drawingml/2006/main">
              <a:ext uri="{FF2B5EF4-FFF2-40B4-BE49-F238E27FC236}">
                <a16:creationId xmlns:a16="http://schemas.microsoft.com/office/drawing/2014/main" id="{AD4F00BC-8C3A-437A-86B1-764CEF08FC10}"/>
              </a:ext>
            </a:extLst>
          </p:cNvPr>
          <p:cNvSpPr>
            <a:spLocks xmlns:a="http://schemas.openxmlformats.org/drawingml/2006/main" noGrp="1"/>
          </p:cNvSpPr>
          <p:nvPr/>
        </p:nvSpPr>
        <p:spPr>
          <a:xfrm xmlns:a="http://schemas.openxmlformats.org/drawingml/2006/main">
            <a:off x="762000" y="1924050"/>
            <a:ext cx="2714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950" b="1">
                <a:solidFill>
                  <a:srgbClr val="F06C5B"/>
                </a:solidFill>
                <a:latin typeface="Helvetica Neue"/>
                <a:ea typeface="Helvetica Neue"/>
                <a:cs typeface="Helvetica Neue"/>
              </a:defRPr>
            </a:defPPr>
            <a:lvl1pPr>
              <a:defRPr sz="4950" b="1">
                <a:solidFill>
                  <a:srgbClr val="F06C5B"/>
                </a:solidFill>
                <a:latin typeface="Helvetica Neue"/>
                <a:ea typeface="Helvetica Neue"/>
                <a:cs typeface="Helvetica Neue"/>
              </a:defRPr>
            </a:lvl1pPr>
            <a:lvl2pPr>
              <a:defRPr sz="4950" b="1">
                <a:solidFill>
                  <a:srgbClr val="F06C5B"/>
                </a:solidFill>
                <a:latin typeface="Helvetica Neue"/>
                <a:ea typeface="Helvetica Neue"/>
                <a:cs typeface="Helvetica Neue"/>
              </a:defRPr>
            </a:lvl2pPr>
            <a:lvl3pPr>
              <a:defRPr sz="4950" b="1">
                <a:solidFill>
                  <a:srgbClr val="F06C5B"/>
                </a:solidFill>
                <a:latin typeface="Helvetica Neue"/>
                <a:ea typeface="Helvetica Neue"/>
                <a:cs typeface="Helvetica Neue"/>
              </a:defRPr>
            </a:lvl3pPr>
            <a:lvl4pPr>
              <a:defRPr sz="4950" b="1">
                <a:solidFill>
                  <a:srgbClr val="F06C5B"/>
                </a:solidFill>
                <a:latin typeface="Helvetica Neue"/>
                <a:ea typeface="Helvetica Neue"/>
                <a:cs typeface="Helvetica Neue"/>
              </a:defRPr>
            </a:lvl4pPr>
            <a:lvl5pPr>
              <a:defRPr sz="4950" b="1">
                <a:solidFill>
                  <a:srgbClr val="F06C5B"/>
                </a:solidFill>
                <a:latin typeface="Helvetica Neue"/>
                <a:ea typeface="Helvetica Neue"/>
                <a:cs typeface="Helvetica Neue"/>
              </a:defRPr>
            </a:lvl5pPr>
            <a:lvl6pPr>
              <a:defRPr sz="4950" b="1">
                <a:solidFill>
                  <a:srgbClr val="F06C5B"/>
                </a:solidFill>
                <a:latin typeface="Helvetica Neue"/>
                <a:ea typeface="Helvetica Neue"/>
                <a:cs typeface="Helvetica Neue"/>
              </a:defRPr>
            </a:lvl6pPr>
            <a:lvl7pPr>
              <a:defRPr sz="4950" b="1">
                <a:solidFill>
                  <a:srgbClr val="F06C5B"/>
                </a:solidFill>
                <a:latin typeface="Helvetica Neue"/>
                <a:ea typeface="Helvetica Neue"/>
                <a:cs typeface="Helvetica Neue"/>
              </a:defRPr>
            </a:lvl7pPr>
            <a:lvl8pPr>
              <a:defRPr sz="4950" b="1">
                <a:solidFill>
                  <a:srgbClr val="F06C5B"/>
                </a:solidFill>
                <a:latin typeface="Helvetica Neue"/>
                <a:ea typeface="Helvetica Neue"/>
                <a:cs typeface="Helvetica Neue"/>
              </a:defRPr>
            </a:lvl8pPr>
            <a:lvl9pPr>
              <a:defRPr sz="4950" b="1">
                <a:solidFill>
                  <a:srgbClr val="F06C5B"/>
                </a:solidFill>
                <a:latin typeface="Helvetica Neue"/>
                <a:ea typeface="Helvetica Neue"/>
                <a:cs typeface="Helvetica Neue"/>
              </a:defRPr>
            </a:lvl9pPr>
          </a:lstStyle>
          <a:p xmlns:a="http://schemas.openxmlformats.org/drawingml/2006/main">
            <a:pPr>
              <a:defRPr sz="4950" b="1">
                <a:solidFill>
                  <a:srgbClr val="F06C5B"/>
                </a:solidFill>
                <a:latin typeface="Helvetica Neue"/>
                <a:ea typeface="Helvetica Neue"/>
                <a:cs typeface="Helvetica Neue"/>
              </a:defRPr>
            </a:pPr>
            <a:r>
              <a:rPr sz="4950" b="1">
                <a:solidFill>
                  <a:srgbClr val="F06C5B"/>
                </a:solidFill>
                <a:latin typeface="Helvetica Neue"/>
                <a:ea typeface="Helvetica Neue"/>
                <a:cs typeface="Helvetica Neue"/>
              </a:rPr>
              <a:t>01</a:t>
            </a:r>
          </a:p>
        </p:txBody>
      </p:sp>
      <p:sp>
        <p:nvSpPr>
          <p:cNvPr id="5" name="text">
            <a:extLst xmlns:a="http://schemas.openxmlformats.org/drawingml/2006/main">
              <a:ext uri="{FF2B5EF4-FFF2-40B4-BE49-F238E27FC236}">
                <a16:creationId xmlns:a16="http://schemas.microsoft.com/office/drawing/2014/main" id="{1E7F2B7E-75AB-4306-AA1D-B0C1F5A4EB42}"/>
              </a:ext>
            </a:extLst>
          </p:cNvPr>
          <p:cNvSpPr>
            <a:spLocks xmlns:a="http://schemas.openxmlformats.org/drawingml/2006/main" noGrp="1"/>
          </p:cNvSpPr>
          <p:nvPr/>
        </p:nvSpPr>
        <p:spPr>
          <a:xfrm xmlns:a="http://schemas.openxmlformats.org/drawingml/2006/main">
            <a:off x="762000" y="3067050"/>
            <a:ext cx="304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FFFFFF"/>
                </a:solidFill>
                <a:latin typeface="Helvetica Neue"/>
                <a:ea typeface="Helvetica Neue"/>
                <a:cs typeface="Helvetica Neue"/>
              </a:defRPr>
            </a:defPPr>
            <a:lvl1pPr>
              <a:defRPr sz="2325" b="1">
                <a:solidFill>
                  <a:srgbClr val="FFFFFF"/>
                </a:solidFill>
                <a:latin typeface="Helvetica Neue"/>
                <a:ea typeface="Helvetica Neue"/>
                <a:cs typeface="Helvetica Neue"/>
              </a:defRPr>
            </a:lvl1pPr>
            <a:lvl2pPr>
              <a:defRPr sz="2325" b="1">
                <a:solidFill>
                  <a:srgbClr val="FFFFFF"/>
                </a:solidFill>
                <a:latin typeface="Helvetica Neue"/>
                <a:ea typeface="Helvetica Neue"/>
                <a:cs typeface="Helvetica Neue"/>
              </a:defRPr>
            </a:lvl2pPr>
            <a:lvl3pPr>
              <a:defRPr sz="2325" b="1">
                <a:solidFill>
                  <a:srgbClr val="FFFFFF"/>
                </a:solidFill>
                <a:latin typeface="Helvetica Neue"/>
                <a:ea typeface="Helvetica Neue"/>
                <a:cs typeface="Helvetica Neue"/>
              </a:defRPr>
            </a:lvl3pPr>
            <a:lvl4pPr>
              <a:defRPr sz="2325" b="1">
                <a:solidFill>
                  <a:srgbClr val="FFFFFF"/>
                </a:solidFill>
                <a:latin typeface="Helvetica Neue"/>
                <a:ea typeface="Helvetica Neue"/>
                <a:cs typeface="Helvetica Neue"/>
              </a:defRPr>
            </a:lvl4pPr>
            <a:lvl5pPr>
              <a:defRPr sz="2325" b="1">
                <a:solidFill>
                  <a:srgbClr val="FFFFFF"/>
                </a:solidFill>
                <a:latin typeface="Helvetica Neue"/>
                <a:ea typeface="Helvetica Neue"/>
                <a:cs typeface="Helvetica Neue"/>
              </a:defRPr>
            </a:lvl5pPr>
            <a:lvl6pPr>
              <a:defRPr sz="2325" b="1">
                <a:solidFill>
                  <a:srgbClr val="FFFFFF"/>
                </a:solidFill>
                <a:latin typeface="Helvetica Neue"/>
                <a:ea typeface="Helvetica Neue"/>
                <a:cs typeface="Helvetica Neue"/>
              </a:defRPr>
            </a:lvl6pPr>
            <a:lvl7pPr>
              <a:defRPr sz="2325" b="1">
                <a:solidFill>
                  <a:srgbClr val="FFFFFF"/>
                </a:solidFill>
                <a:latin typeface="Helvetica Neue"/>
                <a:ea typeface="Helvetica Neue"/>
                <a:cs typeface="Helvetica Neue"/>
              </a:defRPr>
            </a:lvl7pPr>
            <a:lvl8pPr>
              <a:defRPr sz="2325" b="1">
                <a:solidFill>
                  <a:srgbClr val="FFFFFF"/>
                </a:solidFill>
                <a:latin typeface="Helvetica Neue"/>
                <a:ea typeface="Helvetica Neue"/>
                <a:cs typeface="Helvetica Neue"/>
              </a:defRPr>
            </a:lvl8pPr>
            <a:lvl9pPr>
              <a:defRPr sz="2325" b="1">
                <a:solidFill>
                  <a:srgbClr val="FFFFFF"/>
                </a:solidFill>
                <a:latin typeface="Helvetica Neue"/>
                <a:ea typeface="Helvetica Neue"/>
                <a:cs typeface="Helvetica Neue"/>
              </a:defRPr>
            </a:lvl9pPr>
          </a:lstStyle>
          <a:p xmlns:a="http://schemas.openxmlformats.org/drawingml/2006/main">
            <a:pP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IRB application</a:t>
            </a:r>
          </a:p>
        </p:txBody>
      </p:sp>
      <p:sp>
        <p:nvSpPr>
          <p:cNvPr id="6" name="text">
            <a:extLst xmlns:a="http://schemas.openxmlformats.org/drawingml/2006/main">
              <a:ext uri="{FF2B5EF4-FFF2-40B4-BE49-F238E27FC236}">
                <a16:creationId xmlns:a16="http://schemas.microsoft.com/office/drawing/2014/main" id="{8F1D845C-2B5F-42B4-94A4-B0E0AC50EBC7}"/>
              </a:ext>
            </a:extLst>
          </p:cNvPr>
          <p:cNvSpPr>
            <a:spLocks xmlns:a="http://schemas.openxmlformats.org/drawingml/2006/main" noGrp="1"/>
          </p:cNvSpPr>
          <p:nvPr/>
        </p:nvSpPr>
        <p:spPr>
          <a:xfrm xmlns:a="http://schemas.openxmlformats.org/drawingml/2006/main">
            <a:off x="762000" y="4162425"/>
            <a:ext cx="30003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D8D1C5"/>
                </a:solidFill>
                <a:latin typeface="Helvetica Neue"/>
                <a:ea typeface="Helvetica Neue"/>
                <a:cs typeface="Helvetica Neue"/>
              </a:defRPr>
            </a:defPPr>
            <a:lvl1pPr>
              <a:defRPr sz="1950" b="0">
                <a:solidFill>
                  <a:srgbClr val="D8D1C5"/>
                </a:solidFill>
                <a:latin typeface="Helvetica Neue"/>
                <a:ea typeface="Helvetica Neue"/>
                <a:cs typeface="Helvetica Neue"/>
              </a:defRPr>
            </a:lvl1pPr>
            <a:lvl2pPr>
              <a:defRPr sz="1950" b="0">
                <a:solidFill>
                  <a:srgbClr val="D8D1C5"/>
                </a:solidFill>
                <a:latin typeface="Helvetica Neue"/>
                <a:ea typeface="Helvetica Neue"/>
                <a:cs typeface="Helvetica Neue"/>
              </a:defRPr>
            </a:lvl2pPr>
            <a:lvl3pPr>
              <a:defRPr sz="1950" b="0">
                <a:solidFill>
                  <a:srgbClr val="D8D1C5"/>
                </a:solidFill>
                <a:latin typeface="Helvetica Neue"/>
                <a:ea typeface="Helvetica Neue"/>
                <a:cs typeface="Helvetica Neue"/>
              </a:defRPr>
            </a:lvl3pPr>
            <a:lvl4pPr>
              <a:defRPr sz="1950" b="0">
                <a:solidFill>
                  <a:srgbClr val="D8D1C5"/>
                </a:solidFill>
                <a:latin typeface="Helvetica Neue"/>
                <a:ea typeface="Helvetica Neue"/>
                <a:cs typeface="Helvetica Neue"/>
              </a:defRPr>
            </a:lvl4pPr>
            <a:lvl5pPr>
              <a:defRPr sz="1950" b="0">
                <a:solidFill>
                  <a:srgbClr val="D8D1C5"/>
                </a:solidFill>
                <a:latin typeface="Helvetica Neue"/>
                <a:ea typeface="Helvetica Neue"/>
                <a:cs typeface="Helvetica Neue"/>
              </a:defRPr>
            </a:lvl5pPr>
            <a:lvl6pPr>
              <a:defRPr sz="1950" b="0">
                <a:solidFill>
                  <a:srgbClr val="D8D1C5"/>
                </a:solidFill>
                <a:latin typeface="Helvetica Neue"/>
                <a:ea typeface="Helvetica Neue"/>
                <a:cs typeface="Helvetica Neue"/>
              </a:defRPr>
            </a:lvl6pPr>
            <a:lvl7pPr>
              <a:defRPr sz="1950" b="0">
                <a:solidFill>
                  <a:srgbClr val="D8D1C5"/>
                </a:solidFill>
                <a:latin typeface="Helvetica Neue"/>
                <a:ea typeface="Helvetica Neue"/>
                <a:cs typeface="Helvetica Neue"/>
              </a:defRPr>
            </a:lvl7pPr>
            <a:lvl8pPr>
              <a:defRPr sz="1950" b="0">
                <a:solidFill>
                  <a:srgbClr val="D8D1C5"/>
                </a:solidFill>
                <a:latin typeface="Helvetica Neue"/>
                <a:ea typeface="Helvetica Neue"/>
                <a:cs typeface="Helvetica Neue"/>
              </a:defRPr>
            </a:lvl8pPr>
            <a:lvl9pPr>
              <a:defRPr sz="1950" b="0">
                <a:solidFill>
                  <a:srgbClr val="D8D1C5"/>
                </a:solidFill>
                <a:latin typeface="Helvetica Neue"/>
                <a:ea typeface="Helvetica Neue"/>
                <a:cs typeface="Helvetica Neue"/>
              </a:defRPr>
            </a:lvl9pPr>
          </a:lstStyle>
          <a:p xmlns:a="http://schemas.openxmlformats.org/drawingml/2006/main">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Finalize the protocol</a:t>
            </a:r>
          </a:p>
          <a:p xmlns:a="http://schemas.openxmlformats.org/drawingml/2006/main">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and consent materials.</a:t>
            </a:r>
          </a:p>
          <a:p xmlns:a="http://schemas.openxmlformats.org/drawingml/2006/main">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Submit for review.</a:t>
            </a:r>
          </a:p>
        </p:txBody>
      </p:sp>
      <p:sp>
        <p:nvSpPr>
          <p:cNvPr id="7" name="text">
            <a:extLst xmlns:a="http://schemas.openxmlformats.org/drawingml/2006/main">
              <a:ext uri="{FF2B5EF4-FFF2-40B4-BE49-F238E27FC236}">
                <a16:creationId xmlns:a16="http://schemas.microsoft.com/office/drawing/2014/main" id="{9A27AE44-9299-4484-A277-C4CE74FAE991}"/>
              </a:ext>
            </a:extLst>
          </p:cNvPr>
          <p:cNvSpPr>
            <a:spLocks xmlns:a="http://schemas.openxmlformats.org/drawingml/2006/main" noGrp="1"/>
          </p:cNvSpPr>
          <p:nvPr/>
        </p:nvSpPr>
        <p:spPr>
          <a:xfrm xmlns:a="http://schemas.openxmlformats.org/drawingml/2006/main">
            <a:off x="4572000" y="1924050"/>
            <a:ext cx="2714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950" b="1">
                <a:solidFill>
                  <a:srgbClr val="CFEA79"/>
                </a:solidFill>
                <a:latin typeface="Helvetica Neue"/>
                <a:ea typeface="Helvetica Neue"/>
                <a:cs typeface="Helvetica Neue"/>
              </a:defRPr>
            </a:defPPr>
            <a:lvl1pPr>
              <a:defRPr sz="4950" b="1">
                <a:solidFill>
                  <a:srgbClr val="CFEA79"/>
                </a:solidFill>
                <a:latin typeface="Helvetica Neue"/>
                <a:ea typeface="Helvetica Neue"/>
                <a:cs typeface="Helvetica Neue"/>
              </a:defRPr>
            </a:lvl1pPr>
            <a:lvl2pPr>
              <a:defRPr sz="4950" b="1">
                <a:solidFill>
                  <a:srgbClr val="CFEA79"/>
                </a:solidFill>
                <a:latin typeface="Helvetica Neue"/>
                <a:ea typeface="Helvetica Neue"/>
                <a:cs typeface="Helvetica Neue"/>
              </a:defRPr>
            </a:lvl2pPr>
            <a:lvl3pPr>
              <a:defRPr sz="4950" b="1">
                <a:solidFill>
                  <a:srgbClr val="CFEA79"/>
                </a:solidFill>
                <a:latin typeface="Helvetica Neue"/>
                <a:ea typeface="Helvetica Neue"/>
                <a:cs typeface="Helvetica Neue"/>
              </a:defRPr>
            </a:lvl3pPr>
            <a:lvl4pPr>
              <a:defRPr sz="4950" b="1">
                <a:solidFill>
                  <a:srgbClr val="CFEA79"/>
                </a:solidFill>
                <a:latin typeface="Helvetica Neue"/>
                <a:ea typeface="Helvetica Neue"/>
                <a:cs typeface="Helvetica Neue"/>
              </a:defRPr>
            </a:lvl4pPr>
            <a:lvl5pPr>
              <a:defRPr sz="4950" b="1">
                <a:solidFill>
                  <a:srgbClr val="CFEA79"/>
                </a:solidFill>
                <a:latin typeface="Helvetica Neue"/>
                <a:ea typeface="Helvetica Neue"/>
                <a:cs typeface="Helvetica Neue"/>
              </a:defRPr>
            </a:lvl5pPr>
            <a:lvl6pPr>
              <a:defRPr sz="4950" b="1">
                <a:solidFill>
                  <a:srgbClr val="CFEA79"/>
                </a:solidFill>
                <a:latin typeface="Helvetica Neue"/>
                <a:ea typeface="Helvetica Neue"/>
                <a:cs typeface="Helvetica Neue"/>
              </a:defRPr>
            </a:lvl6pPr>
            <a:lvl7pPr>
              <a:defRPr sz="4950" b="1">
                <a:solidFill>
                  <a:srgbClr val="CFEA79"/>
                </a:solidFill>
                <a:latin typeface="Helvetica Neue"/>
                <a:ea typeface="Helvetica Neue"/>
                <a:cs typeface="Helvetica Neue"/>
              </a:defRPr>
            </a:lvl7pPr>
            <a:lvl8pPr>
              <a:defRPr sz="4950" b="1">
                <a:solidFill>
                  <a:srgbClr val="CFEA79"/>
                </a:solidFill>
                <a:latin typeface="Helvetica Neue"/>
                <a:ea typeface="Helvetica Neue"/>
                <a:cs typeface="Helvetica Neue"/>
              </a:defRPr>
            </a:lvl8pPr>
            <a:lvl9pPr>
              <a:defRPr sz="4950" b="1">
                <a:solidFill>
                  <a:srgbClr val="CFEA79"/>
                </a:solidFill>
                <a:latin typeface="Helvetica Neue"/>
                <a:ea typeface="Helvetica Neue"/>
                <a:cs typeface="Helvetica Neue"/>
              </a:defRPr>
            </a:lvl9pPr>
          </a:lstStyle>
          <a:p xmlns:a="http://schemas.openxmlformats.org/drawingml/2006/main">
            <a:pPr>
              <a:defRPr sz="4950" b="1">
                <a:solidFill>
                  <a:srgbClr val="CFEA79"/>
                </a:solidFill>
                <a:latin typeface="Helvetica Neue"/>
                <a:ea typeface="Helvetica Neue"/>
                <a:cs typeface="Helvetica Neue"/>
              </a:defRPr>
            </a:pPr>
            <a:r>
              <a:rPr sz="4950" b="1">
                <a:solidFill>
                  <a:srgbClr val="CFEA79"/>
                </a:solidFill>
                <a:latin typeface="Helvetica Neue"/>
                <a:ea typeface="Helvetica Neue"/>
                <a:cs typeface="Helvetica Neue"/>
              </a:rPr>
              <a:t>02</a:t>
            </a:r>
          </a:p>
        </p:txBody>
      </p:sp>
      <p:sp>
        <p:nvSpPr>
          <p:cNvPr id="8" name="text">
            <a:extLst xmlns:a="http://schemas.openxmlformats.org/drawingml/2006/main">
              <a:ext uri="{FF2B5EF4-FFF2-40B4-BE49-F238E27FC236}">
                <a16:creationId xmlns:a16="http://schemas.microsoft.com/office/drawing/2014/main" id="{882B63FC-665C-41EC-8BAF-7FC06A2AEA28}"/>
              </a:ext>
            </a:extLst>
          </p:cNvPr>
          <p:cNvSpPr>
            <a:spLocks xmlns:a="http://schemas.openxmlformats.org/drawingml/2006/main" noGrp="1"/>
          </p:cNvSpPr>
          <p:nvPr/>
        </p:nvSpPr>
        <p:spPr>
          <a:xfrm xmlns:a="http://schemas.openxmlformats.org/drawingml/2006/main">
            <a:off x="4572000" y="3067050"/>
            <a:ext cx="304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FFFFFF"/>
                </a:solidFill>
                <a:latin typeface="Helvetica Neue"/>
                <a:ea typeface="Helvetica Neue"/>
                <a:cs typeface="Helvetica Neue"/>
              </a:defRPr>
            </a:defPPr>
            <a:lvl1pPr>
              <a:defRPr sz="2325" b="1">
                <a:solidFill>
                  <a:srgbClr val="FFFFFF"/>
                </a:solidFill>
                <a:latin typeface="Helvetica Neue"/>
                <a:ea typeface="Helvetica Neue"/>
                <a:cs typeface="Helvetica Neue"/>
              </a:defRPr>
            </a:lvl1pPr>
            <a:lvl2pPr>
              <a:defRPr sz="2325" b="1">
                <a:solidFill>
                  <a:srgbClr val="FFFFFF"/>
                </a:solidFill>
                <a:latin typeface="Helvetica Neue"/>
                <a:ea typeface="Helvetica Neue"/>
                <a:cs typeface="Helvetica Neue"/>
              </a:defRPr>
            </a:lvl2pPr>
            <a:lvl3pPr>
              <a:defRPr sz="2325" b="1">
                <a:solidFill>
                  <a:srgbClr val="FFFFFF"/>
                </a:solidFill>
                <a:latin typeface="Helvetica Neue"/>
                <a:ea typeface="Helvetica Neue"/>
                <a:cs typeface="Helvetica Neue"/>
              </a:defRPr>
            </a:lvl3pPr>
            <a:lvl4pPr>
              <a:defRPr sz="2325" b="1">
                <a:solidFill>
                  <a:srgbClr val="FFFFFF"/>
                </a:solidFill>
                <a:latin typeface="Helvetica Neue"/>
                <a:ea typeface="Helvetica Neue"/>
                <a:cs typeface="Helvetica Neue"/>
              </a:defRPr>
            </a:lvl4pPr>
            <a:lvl5pPr>
              <a:defRPr sz="2325" b="1">
                <a:solidFill>
                  <a:srgbClr val="FFFFFF"/>
                </a:solidFill>
                <a:latin typeface="Helvetica Neue"/>
                <a:ea typeface="Helvetica Neue"/>
                <a:cs typeface="Helvetica Neue"/>
              </a:defRPr>
            </a:lvl5pPr>
            <a:lvl6pPr>
              <a:defRPr sz="2325" b="1">
                <a:solidFill>
                  <a:srgbClr val="FFFFFF"/>
                </a:solidFill>
                <a:latin typeface="Helvetica Neue"/>
                <a:ea typeface="Helvetica Neue"/>
                <a:cs typeface="Helvetica Neue"/>
              </a:defRPr>
            </a:lvl6pPr>
            <a:lvl7pPr>
              <a:defRPr sz="2325" b="1">
                <a:solidFill>
                  <a:srgbClr val="FFFFFF"/>
                </a:solidFill>
                <a:latin typeface="Helvetica Neue"/>
                <a:ea typeface="Helvetica Neue"/>
                <a:cs typeface="Helvetica Neue"/>
              </a:defRPr>
            </a:lvl7pPr>
            <a:lvl8pPr>
              <a:defRPr sz="2325" b="1">
                <a:solidFill>
                  <a:srgbClr val="FFFFFF"/>
                </a:solidFill>
                <a:latin typeface="Helvetica Neue"/>
                <a:ea typeface="Helvetica Neue"/>
                <a:cs typeface="Helvetica Neue"/>
              </a:defRPr>
            </a:lvl8pPr>
            <a:lvl9pPr>
              <a:defRPr sz="2325" b="1">
                <a:solidFill>
                  <a:srgbClr val="FFFFFF"/>
                </a:solidFill>
                <a:latin typeface="Helvetica Neue"/>
                <a:ea typeface="Helvetica Neue"/>
                <a:cs typeface="Helvetica Neue"/>
              </a:defRPr>
            </a:lvl9pPr>
          </a:lstStyle>
          <a:p xmlns:a="http://schemas.openxmlformats.org/drawingml/2006/main">
            <a:pP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Controlled study</a:t>
            </a:r>
          </a:p>
        </p:txBody>
      </p:sp>
      <p:sp>
        <p:nvSpPr>
          <p:cNvPr id="9" name="text">
            <a:extLst xmlns:a="http://schemas.openxmlformats.org/drawingml/2006/main">
              <a:ext uri="{FF2B5EF4-FFF2-40B4-BE49-F238E27FC236}">
                <a16:creationId xmlns:a16="http://schemas.microsoft.com/office/drawing/2014/main" id="{73F6F8B9-FA39-4C74-8473-5B497AC7657D}"/>
              </a:ext>
            </a:extLst>
          </p:cNvPr>
          <p:cNvSpPr>
            <a:spLocks xmlns:a="http://schemas.openxmlformats.org/drawingml/2006/main" noGrp="1"/>
          </p:cNvSpPr>
          <p:nvPr/>
        </p:nvSpPr>
        <p:spPr>
          <a:xfrm xmlns:a="http://schemas.openxmlformats.org/drawingml/2006/main">
            <a:off x="4572000" y="4162425"/>
            <a:ext cx="30003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D8D1C5"/>
                </a:solidFill>
                <a:latin typeface="Helvetica Neue"/>
                <a:ea typeface="Helvetica Neue"/>
                <a:cs typeface="Helvetica Neue"/>
              </a:defRPr>
            </a:defPPr>
            <a:lvl1pPr>
              <a:defRPr sz="1950" b="0">
                <a:solidFill>
                  <a:srgbClr val="D8D1C5"/>
                </a:solidFill>
                <a:latin typeface="Helvetica Neue"/>
                <a:ea typeface="Helvetica Neue"/>
                <a:cs typeface="Helvetica Neue"/>
              </a:defRPr>
            </a:lvl1pPr>
            <a:lvl2pPr>
              <a:defRPr sz="1950" b="0">
                <a:solidFill>
                  <a:srgbClr val="D8D1C5"/>
                </a:solidFill>
                <a:latin typeface="Helvetica Neue"/>
                <a:ea typeface="Helvetica Neue"/>
                <a:cs typeface="Helvetica Neue"/>
              </a:defRPr>
            </a:lvl2pPr>
            <a:lvl3pPr>
              <a:defRPr sz="1950" b="0">
                <a:solidFill>
                  <a:srgbClr val="D8D1C5"/>
                </a:solidFill>
                <a:latin typeface="Helvetica Neue"/>
                <a:ea typeface="Helvetica Neue"/>
                <a:cs typeface="Helvetica Neue"/>
              </a:defRPr>
            </a:lvl3pPr>
            <a:lvl4pPr>
              <a:defRPr sz="1950" b="0">
                <a:solidFill>
                  <a:srgbClr val="D8D1C5"/>
                </a:solidFill>
                <a:latin typeface="Helvetica Neue"/>
                <a:ea typeface="Helvetica Neue"/>
                <a:cs typeface="Helvetica Neue"/>
              </a:defRPr>
            </a:lvl4pPr>
            <a:lvl5pPr>
              <a:defRPr sz="1950" b="0">
                <a:solidFill>
                  <a:srgbClr val="D8D1C5"/>
                </a:solidFill>
                <a:latin typeface="Helvetica Neue"/>
                <a:ea typeface="Helvetica Neue"/>
                <a:cs typeface="Helvetica Neue"/>
              </a:defRPr>
            </a:lvl5pPr>
            <a:lvl6pPr>
              <a:defRPr sz="1950" b="0">
                <a:solidFill>
                  <a:srgbClr val="D8D1C5"/>
                </a:solidFill>
                <a:latin typeface="Helvetica Neue"/>
                <a:ea typeface="Helvetica Neue"/>
                <a:cs typeface="Helvetica Neue"/>
              </a:defRPr>
            </a:lvl6pPr>
            <a:lvl7pPr>
              <a:defRPr sz="1950" b="0">
                <a:solidFill>
                  <a:srgbClr val="D8D1C5"/>
                </a:solidFill>
                <a:latin typeface="Helvetica Neue"/>
                <a:ea typeface="Helvetica Neue"/>
                <a:cs typeface="Helvetica Neue"/>
              </a:defRPr>
            </a:lvl7pPr>
            <a:lvl8pPr>
              <a:defRPr sz="1950" b="0">
                <a:solidFill>
                  <a:srgbClr val="D8D1C5"/>
                </a:solidFill>
                <a:latin typeface="Helvetica Neue"/>
                <a:ea typeface="Helvetica Neue"/>
                <a:cs typeface="Helvetica Neue"/>
              </a:defRPr>
            </a:lvl8pPr>
            <a:lvl9pPr>
              <a:defRPr sz="1950" b="0">
                <a:solidFill>
                  <a:srgbClr val="D8D1C5"/>
                </a:solidFill>
                <a:latin typeface="Helvetica Neue"/>
                <a:ea typeface="Helvetica Neue"/>
                <a:cs typeface="Helvetica Neue"/>
              </a:defRPr>
            </a:lvl9pPr>
          </a:lstStyle>
          <a:p xmlns:a="http://schemas.openxmlformats.org/drawingml/2006/main">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After approval, compare</a:t>
            </a:r>
          </a:p>
          <a:p xmlns:a="http://schemas.openxmlformats.org/drawingml/2006/main">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buttons and gestures,</a:t>
            </a:r>
          </a:p>
          <a:p xmlns:a="http://schemas.openxmlformats.org/drawingml/2006/main">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then interaction defaults.</a:t>
            </a:r>
          </a:p>
        </p:txBody>
      </p:sp>
      <p:sp>
        <p:nvSpPr>
          <p:cNvPr id="10" name="text">
            <a:extLst xmlns:a="http://schemas.openxmlformats.org/drawingml/2006/main">
              <a:ext uri="{FF2B5EF4-FFF2-40B4-BE49-F238E27FC236}">
                <a16:creationId xmlns:a16="http://schemas.microsoft.com/office/drawing/2014/main" id="{BB65B9BB-9F76-4AB9-8B5E-DE8C0F92CCAC}"/>
              </a:ext>
            </a:extLst>
          </p:cNvPr>
          <p:cNvSpPr>
            <a:spLocks xmlns:a="http://schemas.openxmlformats.org/drawingml/2006/main" noGrp="1"/>
          </p:cNvSpPr>
          <p:nvPr/>
        </p:nvSpPr>
        <p:spPr>
          <a:xfrm xmlns:a="http://schemas.openxmlformats.org/drawingml/2006/main">
            <a:off x="8382000" y="1924050"/>
            <a:ext cx="2714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950" b="1">
                <a:solidFill>
                  <a:srgbClr val="6AB7D6"/>
                </a:solidFill>
                <a:latin typeface="Helvetica Neue"/>
                <a:ea typeface="Helvetica Neue"/>
                <a:cs typeface="Helvetica Neue"/>
              </a:defRPr>
            </a:defPPr>
            <a:lvl1pPr>
              <a:defRPr sz="4950" b="1">
                <a:solidFill>
                  <a:srgbClr val="6AB7D6"/>
                </a:solidFill>
                <a:latin typeface="Helvetica Neue"/>
                <a:ea typeface="Helvetica Neue"/>
                <a:cs typeface="Helvetica Neue"/>
              </a:defRPr>
            </a:lvl1pPr>
            <a:lvl2pPr>
              <a:defRPr sz="4950" b="1">
                <a:solidFill>
                  <a:srgbClr val="6AB7D6"/>
                </a:solidFill>
                <a:latin typeface="Helvetica Neue"/>
                <a:ea typeface="Helvetica Neue"/>
                <a:cs typeface="Helvetica Neue"/>
              </a:defRPr>
            </a:lvl2pPr>
            <a:lvl3pPr>
              <a:defRPr sz="4950" b="1">
                <a:solidFill>
                  <a:srgbClr val="6AB7D6"/>
                </a:solidFill>
                <a:latin typeface="Helvetica Neue"/>
                <a:ea typeface="Helvetica Neue"/>
                <a:cs typeface="Helvetica Neue"/>
              </a:defRPr>
            </a:lvl3pPr>
            <a:lvl4pPr>
              <a:defRPr sz="4950" b="1">
                <a:solidFill>
                  <a:srgbClr val="6AB7D6"/>
                </a:solidFill>
                <a:latin typeface="Helvetica Neue"/>
                <a:ea typeface="Helvetica Neue"/>
                <a:cs typeface="Helvetica Neue"/>
              </a:defRPr>
            </a:lvl4pPr>
            <a:lvl5pPr>
              <a:defRPr sz="4950" b="1">
                <a:solidFill>
                  <a:srgbClr val="6AB7D6"/>
                </a:solidFill>
                <a:latin typeface="Helvetica Neue"/>
                <a:ea typeface="Helvetica Neue"/>
                <a:cs typeface="Helvetica Neue"/>
              </a:defRPr>
            </a:lvl5pPr>
            <a:lvl6pPr>
              <a:defRPr sz="4950" b="1">
                <a:solidFill>
                  <a:srgbClr val="6AB7D6"/>
                </a:solidFill>
                <a:latin typeface="Helvetica Neue"/>
                <a:ea typeface="Helvetica Neue"/>
                <a:cs typeface="Helvetica Neue"/>
              </a:defRPr>
            </a:lvl6pPr>
            <a:lvl7pPr>
              <a:defRPr sz="4950" b="1">
                <a:solidFill>
                  <a:srgbClr val="6AB7D6"/>
                </a:solidFill>
                <a:latin typeface="Helvetica Neue"/>
                <a:ea typeface="Helvetica Neue"/>
                <a:cs typeface="Helvetica Neue"/>
              </a:defRPr>
            </a:lvl7pPr>
            <a:lvl8pPr>
              <a:defRPr sz="4950" b="1">
                <a:solidFill>
                  <a:srgbClr val="6AB7D6"/>
                </a:solidFill>
                <a:latin typeface="Helvetica Neue"/>
                <a:ea typeface="Helvetica Neue"/>
                <a:cs typeface="Helvetica Neue"/>
              </a:defRPr>
            </a:lvl8pPr>
            <a:lvl9pPr>
              <a:defRPr sz="4950" b="1">
                <a:solidFill>
                  <a:srgbClr val="6AB7D6"/>
                </a:solidFill>
                <a:latin typeface="Helvetica Neue"/>
                <a:ea typeface="Helvetica Neue"/>
                <a:cs typeface="Helvetica Neue"/>
              </a:defRPr>
            </a:lvl9pPr>
          </a:lstStyle>
          <a:p xmlns:a="http://schemas.openxmlformats.org/drawingml/2006/main">
            <a:pPr>
              <a:defRPr sz="4950" b="1">
                <a:solidFill>
                  <a:srgbClr val="6AB7D6"/>
                </a:solidFill>
                <a:latin typeface="Helvetica Neue"/>
                <a:ea typeface="Helvetica Neue"/>
                <a:cs typeface="Helvetica Neue"/>
              </a:defRPr>
            </a:pPr>
            <a:r>
              <a:rPr sz="4950" b="1">
                <a:solidFill>
                  <a:srgbClr val="6AB7D6"/>
                </a:solidFill>
                <a:latin typeface="Helvetica Neue"/>
                <a:ea typeface="Helvetica Neue"/>
                <a:cs typeface="Helvetica Neue"/>
              </a:rPr>
              <a:t>03</a:t>
            </a:r>
          </a:p>
        </p:txBody>
      </p:sp>
      <p:sp>
        <p:nvSpPr>
          <p:cNvPr id="11" name="text">
            <a:extLst xmlns:a="http://schemas.openxmlformats.org/drawingml/2006/main">
              <a:ext uri="{FF2B5EF4-FFF2-40B4-BE49-F238E27FC236}">
                <a16:creationId xmlns:a16="http://schemas.microsoft.com/office/drawing/2014/main" id="{B8494426-6203-451F-945E-ACB99A176FE6}"/>
              </a:ext>
            </a:extLst>
          </p:cNvPr>
          <p:cNvSpPr>
            <a:spLocks xmlns:a="http://schemas.openxmlformats.org/drawingml/2006/main" noGrp="1"/>
          </p:cNvSpPr>
          <p:nvPr/>
        </p:nvSpPr>
        <p:spPr>
          <a:xfrm xmlns:a="http://schemas.openxmlformats.org/drawingml/2006/main">
            <a:off x="8382000" y="3067050"/>
            <a:ext cx="304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FFFFFF"/>
                </a:solidFill>
                <a:latin typeface="Helvetica Neue"/>
                <a:ea typeface="Helvetica Neue"/>
                <a:cs typeface="Helvetica Neue"/>
              </a:defRPr>
            </a:defPPr>
            <a:lvl1pPr>
              <a:defRPr sz="2325" b="1">
                <a:solidFill>
                  <a:srgbClr val="FFFFFF"/>
                </a:solidFill>
                <a:latin typeface="Helvetica Neue"/>
                <a:ea typeface="Helvetica Neue"/>
                <a:cs typeface="Helvetica Neue"/>
              </a:defRPr>
            </a:lvl1pPr>
            <a:lvl2pPr>
              <a:defRPr sz="2325" b="1">
                <a:solidFill>
                  <a:srgbClr val="FFFFFF"/>
                </a:solidFill>
                <a:latin typeface="Helvetica Neue"/>
                <a:ea typeface="Helvetica Neue"/>
                <a:cs typeface="Helvetica Neue"/>
              </a:defRPr>
            </a:lvl2pPr>
            <a:lvl3pPr>
              <a:defRPr sz="2325" b="1">
                <a:solidFill>
                  <a:srgbClr val="FFFFFF"/>
                </a:solidFill>
                <a:latin typeface="Helvetica Neue"/>
                <a:ea typeface="Helvetica Neue"/>
                <a:cs typeface="Helvetica Neue"/>
              </a:defRPr>
            </a:lvl3pPr>
            <a:lvl4pPr>
              <a:defRPr sz="2325" b="1">
                <a:solidFill>
                  <a:srgbClr val="FFFFFF"/>
                </a:solidFill>
                <a:latin typeface="Helvetica Neue"/>
                <a:ea typeface="Helvetica Neue"/>
                <a:cs typeface="Helvetica Neue"/>
              </a:defRPr>
            </a:lvl4pPr>
            <a:lvl5pPr>
              <a:defRPr sz="2325" b="1">
                <a:solidFill>
                  <a:srgbClr val="FFFFFF"/>
                </a:solidFill>
                <a:latin typeface="Helvetica Neue"/>
                <a:ea typeface="Helvetica Neue"/>
                <a:cs typeface="Helvetica Neue"/>
              </a:defRPr>
            </a:lvl5pPr>
            <a:lvl6pPr>
              <a:defRPr sz="2325" b="1">
                <a:solidFill>
                  <a:srgbClr val="FFFFFF"/>
                </a:solidFill>
                <a:latin typeface="Helvetica Neue"/>
                <a:ea typeface="Helvetica Neue"/>
                <a:cs typeface="Helvetica Neue"/>
              </a:defRPr>
            </a:lvl6pPr>
            <a:lvl7pPr>
              <a:defRPr sz="2325" b="1">
                <a:solidFill>
                  <a:srgbClr val="FFFFFF"/>
                </a:solidFill>
                <a:latin typeface="Helvetica Neue"/>
                <a:ea typeface="Helvetica Neue"/>
                <a:cs typeface="Helvetica Neue"/>
              </a:defRPr>
            </a:lvl7pPr>
            <a:lvl8pPr>
              <a:defRPr sz="2325" b="1">
                <a:solidFill>
                  <a:srgbClr val="FFFFFF"/>
                </a:solidFill>
                <a:latin typeface="Helvetica Neue"/>
                <a:ea typeface="Helvetica Neue"/>
                <a:cs typeface="Helvetica Neue"/>
              </a:defRPr>
            </a:lvl8pPr>
            <a:lvl9pPr>
              <a:defRPr sz="2325" b="1">
                <a:solidFill>
                  <a:srgbClr val="FFFFFF"/>
                </a:solidFill>
                <a:latin typeface="Helvetica Neue"/>
                <a:ea typeface="Helvetica Neue"/>
                <a:cs typeface="Helvetica Neue"/>
              </a:defRPr>
            </a:lvl9pPr>
          </a:lstStyle>
          <a:p xmlns:a="http://schemas.openxmlformats.org/drawingml/2006/main">
            <a:pP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More data</a:t>
            </a:r>
          </a:p>
        </p:txBody>
      </p:sp>
      <p:sp>
        <p:nvSpPr>
          <p:cNvPr id="12" name="text">
            <a:extLst xmlns:a="http://schemas.openxmlformats.org/drawingml/2006/main">
              <a:ext uri="{FF2B5EF4-FFF2-40B4-BE49-F238E27FC236}">
                <a16:creationId xmlns:a16="http://schemas.microsoft.com/office/drawing/2014/main" id="{91966AB3-AC27-4F34-9558-312AF3922901}"/>
              </a:ext>
            </a:extLst>
          </p:cNvPr>
          <p:cNvSpPr>
            <a:spLocks xmlns:a="http://schemas.openxmlformats.org/drawingml/2006/main" noGrp="1"/>
          </p:cNvSpPr>
          <p:nvPr/>
        </p:nvSpPr>
        <p:spPr>
          <a:xfrm xmlns:a="http://schemas.openxmlformats.org/drawingml/2006/main">
            <a:off x="8382000" y="4162425"/>
            <a:ext cx="30003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D8D1C5"/>
                </a:solidFill>
                <a:latin typeface="Helvetica Neue"/>
                <a:ea typeface="Helvetica Neue"/>
                <a:cs typeface="Helvetica Neue"/>
              </a:defRPr>
            </a:defPPr>
            <a:lvl1pPr>
              <a:defRPr sz="1950" b="0">
                <a:solidFill>
                  <a:srgbClr val="D8D1C5"/>
                </a:solidFill>
                <a:latin typeface="Helvetica Neue"/>
                <a:ea typeface="Helvetica Neue"/>
                <a:cs typeface="Helvetica Neue"/>
              </a:defRPr>
            </a:lvl1pPr>
            <a:lvl2pPr>
              <a:defRPr sz="1950" b="0">
                <a:solidFill>
                  <a:srgbClr val="D8D1C5"/>
                </a:solidFill>
                <a:latin typeface="Helvetica Neue"/>
                <a:ea typeface="Helvetica Neue"/>
                <a:cs typeface="Helvetica Neue"/>
              </a:defRPr>
            </a:lvl2pPr>
            <a:lvl3pPr>
              <a:defRPr sz="1950" b="0">
                <a:solidFill>
                  <a:srgbClr val="D8D1C5"/>
                </a:solidFill>
                <a:latin typeface="Helvetica Neue"/>
                <a:ea typeface="Helvetica Neue"/>
                <a:cs typeface="Helvetica Neue"/>
              </a:defRPr>
            </a:lvl3pPr>
            <a:lvl4pPr>
              <a:defRPr sz="1950" b="0">
                <a:solidFill>
                  <a:srgbClr val="D8D1C5"/>
                </a:solidFill>
                <a:latin typeface="Helvetica Neue"/>
                <a:ea typeface="Helvetica Neue"/>
                <a:cs typeface="Helvetica Neue"/>
              </a:defRPr>
            </a:lvl4pPr>
            <a:lvl5pPr>
              <a:defRPr sz="1950" b="0">
                <a:solidFill>
                  <a:srgbClr val="D8D1C5"/>
                </a:solidFill>
                <a:latin typeface="Helvetica Neue"/>
                <a:ea typeface="Helvetica Neue"/>
                <a:cs typeface="Helvetica Neue"/>
              </a:defRPr>
            </a:lvl5pPr>
            <a:lvl6pPr>
              <a:defRPr sz="1950" b="0">
                <a:solidFill>
                  <a:srgbClr val="D8D1C5"/>
                </a:solidFill>
                <a:latin typeface="Helvetica Neue"/>
                <a:ea typeface="Helvetica Neue"/>
                <a:cs typeface="Helvetica Neue"/>
              </a:defRPr>
            </a:lvl6pPr>
            <a:lvl7pPr>
              <a:defRPr sz="1950" b="0">
                <a:solidFill>
                  <a:srgbClr val="D8D1C5"/>
                </a:solidFill>
                <a:latin typeface="Helvetica Neue"/>
                <a:ea typeface="Helvetica Neue"/>
                <a:cs typeface="Helvetica Neue"/>
              </a:defRPr>
            </a:lvl7pPr>
            <a:lvl8pPr>
              <a:defRPr sz="1950" b="0">
                <a:solidFill>
                  <a:srgbClr val="D8D1C5"/>
                </a:solidFill>
                <a:latin typeface="Helvetica Neue"/>
                <a:ea typeface="Helvetica Neue"/>
                <a:cs typeface="Helvetica Neue"/>
              </a:defRPr>
            </a:lvl8pPr>
            <a:lvl9pPr>
              <a:defRPr sz="1950" b="0">
                <a:solidFill>
                  <a:srgbClr val="D8D1C5"/>
                </a:solidFill>
                <a:latin typeface="Helvetica Neue"/>
                <a:ea typeface="Helvetica Neue"/>
                <a:cs typeface="Helvetica Neue"/>
              </a:defRPr>
            </a:lvl9pPr>
          </a:lstStyle>
          <a:p xmlns:a="http://schemas.openxmlformats.org/drawingml/2006/main">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Collect task logs,</a:t>
            </a:r>
          </a:p>
          <a:p xmlns:a="http://schemas.openxmlformats.org/drawingml/2006/main">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repeated trials and</a:t>
            </a:r>
          </a:p>
          <a:p xmlns:a="http://schemas.openxmlformats.org/drawingml/2006/main">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reader feedback.</a:t>
            </a:r>
          </a:p>
        </p:txBody>
      </p:sp>
      <p:sp>
        <p:nvSpPr>
          <p:cNvPr id="13" name="accent">
            <a:extLst xmlns:a="http://schemas.openxmlformats.org/drawingml/2006/main">
              <a:ext uri="{FF2B5EF4-FFF2-40B4-BE49-F238E27FC236}">
                <a16:creationId xmlns:a16="http://schemas.microsoft.com/office/drawing/2014/main" id="{E4461E3A-8936-4DFB-9CA3-0AA690F509BC}"/>
              </a:ext>
            </a:extLst>
          </p:cNvPr>
          <p:cNvSpPr>
            <a:spLocks xmlns:a="http://schemas.openxmlformats.org/drawingml/2006/main" noGrp="1"/>
          </p:cNvSpPr>
          <p:nvPr/>
        </p:nvSpPr>
        <p:spPr>
          <a:xfrm xmlns:a="http://schemas.openxmlformats.org/drawingml/2006/main">
            <a:off x="762000" y="5848350"/>
            <a:ext cx="10668000" cy="9525"/>
          </a:xfrm>
          <a:prstGeom xmlns:a="http://schemas.openxmlformats.org/drawingml/2006/main" prst="rect">
            <a:avLst/>
          </a:prstGeom>
          <a:solidFill xmlns:a="http://schemas.openxmlformats.org/drawingml/2006/main">
            <a:srgbClr val="62676A"/>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FE87A7FF-58E2-48B6-A971-CB99133E0F77}"/>
              </a:ext>
            </a:extLst>
          </p:cNvPr>
          <p:cNvSpPr>
            <a:spLocks xmlns:a="http://schemas.openxmlformats.org/drawingml/2006/main" noGrp="1"/>
          </p:cNvSpPr>
          <p:nvPr/>
        </p:nvSpPr>
        <p:spPr>
          <a:xfrm xmlns:a="http://schemas.openxmlformats.org/drawingml/2006/main">
            <a:off x="762000" y="60960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D8D1C5"/>
                </a:solidFill>
                <a:latin typeface="Helvetica Neue"/>
                <a:ea typeface="Helvetica Neue"/>
                <a:cs typeface="Helvetica Neue"/>
              </a:defRPr>
            </a:defPPr>
            <a:lvl1pPr>
              <a:defRPr sz="1725" b="0">
                <a:solidFill>
                  <a:srgbClr val="D8D1C5"/>
                </a:solidFill>
                <a:latin typeface="Helvetica Neue"/>
                <a:ea typeface="Helvetica Neue"/>
                <a:cs typeface="Helvetica Neue"/>
              </a:defRPr>
            </a:lvl1pPr>
            <a:lvl2pPr>
              <a:defRPr sz="1725" b="0">
                <a:solidFill>
                  <a:srgbClr val="D8D1C5"/>
                </a:solidFill>
                <a:latin typeface="Helvetica Neue"/>
                <a:ea typeface="Helvetica Neue"/>
                <a:cs typeface="Helvetica Neue"/>
              </a:defRPr>
            </a:lvl2pPr>
            <a:lvl3pPr>
              <a:defRPr sz="1725" b="0">
                <a:solidFill>
                  <a:srgbClr val="D8D1C5"/>
                </a:solidFill>
                <a:latin typeface="Helvetica Neue"/>
                <a:ea typeface="Helvetica Neue"/>
                <a:cs typeface="Helvetica Neue"/>
              </a:defRPr>
            </a:lvl3pPr>
            <a:lvl4pPr>
              <a:defRPr sz="1725" b="0">
                <a:solidFill>
                  <a:srgbClr val="D8D1C5"/>
                </a:solidFill>
                <a:latin typeface="Helvetica Neue"/>
                <a:ea typeface="Helvetica Neue"/>
                <a:cs typeface="Helvetica Neue"/>
              </a:defRPr>
            </a:lvl4pPr>
            <a:lvl5pPr>
              <a:defRPr sz="1725" b="0">
                <a:solidFill>
                  <a:srgbClr val="D8D1C5"/>
                </a:solidFill>
                <a:latin typeface="Helvetica Neue"/>
                <a:ea typeface="Helvetica Neue"/>
                <a:cs typeface="Helvetica Neue"/>
              </a:defRPr>
            </a:lvl5pPr>
            <a:lvl6pPr>
              <a:defRPr sz="1725" b="0">
                <a:solidFill>
                  <a:srgbClr val="D8D1C5"/>
                </a:solidFill>
                <a:latin typeface="Helvetica Neue"/>
                <a:ea typeface="Helvetica Neue"/>
                <a:cs typeface="Helvetica Neue"/>
              </a:defRPr>
            </a:lvl6pPr>
            <a:lvl7pPr>
              <a:defRPr sz="1725" b="0">
                <a:solidFill>
                  <a:srgbClr val="D8D1C5"/>
                </a:solidFill>
                <a:latin typeface="Helvetica Neue"/>
                <a:ea typeface="Helvetica Neue"/>
                <a:cs typeface="Helvetica Neue"/>
              </a:defRPr>
            </a:lvl7pPr>
            <a:lvl8pPr>
              <a:defRPr sz="1725" b="0">
                <a:solidFill>
                  <a:srgbClr val="D8D1C5"/>
                </a:solidFill>
                <a:latin typeface="Helvetica Neue"/>
                <a:ea typeface="Helvetica Neue"/>
                <a:cs typeface="Helvetica Neue"/>
              </a:defRPr>
            </a:lvl8pPr>
            <a:lvl9pPr>
              <a:defRPr sz="1725" b="0">
                <a:solidFill>
                  <a:srgbClr val="D8D1C5"/>
                </a:solidFill>
                <a:latin typeface="Helvetica Neue"/>
                <a:ea typeface="Helvetica Neue"/>
                <a:cs typeface="Helvetica Neue"/>
              </a:defRPr>
            </a:lvl9pPr>
          </a:lstStyle>
          <a:p xmlns:a="http://schemas.openxmlformats.org/drawingml/2006/main">
            <a:pPr>
              <a:defRPr sz="1725" b="0">
                <a:solidFill>
                  <a:srgbClr val="D8D1C5"/>
                </a:solidFill>
                <a:latin typeface="Helvetica Neue"/>
                <a:ea typeface="Helvetica Neue"/>
                <a:cs typeface="Helvetica Neue"/>
              </a:defRPr>
            </a:pPr>
            <a:r>
              <a:rPr sz="1725" b="0">
                <a:solidFill>
                  <a:srgbClr val="D8D1C5"/>
                </a:solidFill>
                <a:latin typeface="Helvetica Neue"/>
                <a:ea typeface="Helvetica Neue"/>
                <a:cs typeface="Helvetica Neue"/>
              </a:rPr>
              <a:t>Participant recruitment and data collection will follow written IRB approval.</a:t>
            </a:r>
          </a:p>
        </p:txBody>
      </p:sp>
    </p:spTree>
    <p:extLst>
      <p:ext uri="{BB962C8B-B14F-4D97-AF65-F5344CB8AC3E}">
        <p14:creationId xmlns:p14="http://schemas.microsoft.com/office/powerpoint/2010/main" val="681270063"/>
      </p:ext>
    </p:extLst>
  </p:cSld>
  <p:extLst>
    <p:ext uri="{6950BFC3-D8DA-4A85-94F7-54DA5524770B}">
      <p188:commentRel xmlns:r="http://schemas.openxmlformats.org/officeDocument/2006/relationships" xmlns:p188="http://schemas.microsoft.com/office/powerpoint/2018/8/main" r:id="R01308cc03965495b"/>
    </p:ext>
  </p:extLst>
</p:sld>
</file>

<file path=ppt/slides/slide1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D2CECA6F-69DA-4B49-91B9-590AF0A04738}"/>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xmlns:a="http://schemas.openxmlformats.org/drawingml/2006/main">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Questions for discussion</a:t>
            </a:r>
          </a:p>
        </p:txBody>
      </p:sp>
      <p:sp>
        <p:nvSpPr>
          <p:cNvPr id="2" name="accent">
            <a:extLst xmlns:a="http://schemas.openxmlformats.org/drawingml/2006/main">
              <a:ext uri="{FF2B5EF4-FFF2-40B4-BE49-F238E27FC236}">
                <a16:creationId xmlns:a16="http://schemas.microsoft.com/office/drawing/2014/main" id="{8D6411EC-351C-4C68-9C37-3B764E4BC1FB}"/>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EF8ADF70-5839-486F-B221-940A5618534F}"/>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xmlns:a="http://schemas.openxmlformats.org/drawingml/2006/main">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13</a:t>
            </a:r>
          </a:p>
        </p:txBody>
      </p:sp>
      <p:sp>
        <p:nvSpPr>
          <p:cNvPr id="4" name="text">
            <a:extLst xmlns:a="http://schemas.openxmlformats.org/drawingml/2006/main">
              <a:ext uri="{FF2B5EF4-FFF2-40B4-BE49-F238E27FC236}">
                <a16:creationId xmlns:a16="http://schemas.microsoft.com/office/drawing/2014/main" id="{4075D695-86F1-4B8B-A062-DB9404A6F0EA}"/>
              </a:ext>
            </a:extLst>
          </p:cNvPr>
          <p:cNvSpPr>
            <a:spLocks xmlns:a="http://schemas.openxmlformats.org/drawingml/2006/main" noGrp="1"/>
          </p:cNvSpPr>
          <p:nvPr/>
        </p:nvSpPr>
        <p:spPr>
          <a:xfrm xmlns:a="http://schemas.openxmlformats.org/drawingml/2006/main">
            <a:off x="762000" y="1838325"/>
            <a:ext cx="809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000" b="1">
                <a:solidFill>
                  <a:srgbClr val="F06C5B"/>
                </a:solidFill>
                <a:latin typeface="Helvetica Neue"/>
                <a:ea typeface="Helvetica Neue"/>
                <a:cs typeface="Helvetica Neue"/>
              </a:defRPr>
            </a:defPPr>
            <a:lvl1pPr>
              <a:defRPr sz="6000" b="1">
                <a:solidFill>
                  <a:srgbClr val="F06C5B"/>
                </a:solidFill>
                <a:latin typeface="Helvetica Neue"/>
                <a:ea typeface="Helvetica Neue"/>
                <a:cs typeface="Helvetica Neue"/>
              </a:defRPr>
            </a:lvl1pPr>
            <a:lvl2pPr>
              <a:defRPr sz="6000" b="1">
                <a:solidFill>
                  <a:srgbClr val="F06C5B"/>
                </a:solidFill>
                <a:latin typeface="Helvetica Neue"/>
                <a:ea typeface="Helvetica Neue"/>
                <a:cs typeface="Helvetica Neue"/>
              </a:defRPr>
            </a:lvl2pPr>
            <a:lvl3pPr>
              <a:defRPr sz="6000" b="1">
                <a:solidFill>
                  <a:srgbClr val="F06C5B"/>
                </a:solidFill>
                <a:latin typeface="Helvetica Neue"/>
                <a:ea typeface="Helvetica Neue"/>
                <a:cs typeface="Helvetica Neue"/>
              </a:defRPr>
            </a:lvl3pPr>
            <a:lvl4pPr>
              <a:defRPr sz="6000" b="1">
                <a:solidFill>
                  <a:srgbClr val="F06C5B"/>
                </a:solidFill>
                <a:latin typeface="Helvetica Neue"/>
                <a:ea typeface="Helvetica Neue"/>
                <a:cs typeface="Helvetica Neue"/>
              </a:defRPr>
            </a:lvl4pPr>
            <a:lvl5pPr>
              <a:defRPr sz="6000" b="1">
                <a:solidFill>
                  <a:srgbClr val="F06C5B"/>
                </a:solidFill>
                <a:latin typeface="Helvetica Neue"/>
                <a:ea typeface="Helvetica Neue"/>
                <a:cs typeface="Helvetica Neue"/>
              </a:defRPr>
            </a:lvl5pPr>
            <a:lvl6pPr>
              <a:defRPr sz="6000" b="1">
                <a:solidFill>
                  <a:srgbClr val="F06C5B"/>
                </a:solidFill>
                <a:latin typeface="Helvetica Neue"/>
                <a:ea typeface="Helvetica Neue"/>
                <a:cs typeface="Helvetica Neue"/>
              </a:defRPr>
            </a:lvl6pPr>
            <a:lvl7pPr>
              <a:defRPr sz="6000" b="1">
                <a:solidFill>
                  <a:srgbClr val="F06C5B"/>
                </a:solidFill>
                <a:latin typeface="Helvetica Neue"/>
                <a:ea typeface="Helvetica Neue"/>
                <a:cs typeface="Helvetica Neue"/>
              </a:defRPr>
            </a:lvl7pPr>
            <a:lvl8pPr>
              <a:defRPr sz="6000" b="1">
                <a:solidFill>
                  <a:srgbClr val="F06C5B"/>
                </a:solidFill>
                <a:latin typeface="Helvetica Neue"/>
                <a:ea typeface="Helvetica Neue"/>
                <a:cs typeface="Helvetica Neue"/>
              </a:defRPr>
            </a:lvl8pPr>
            <a:lvl9pPr>
              <a:defRPr sz="6000" b="1">
                <a:solidFill>
                  <a:srgbClr val="F06C5B"/>
                </a:solidFill>
                <a:latin typeface="Helvetica Neue"/>
                <a:ea typeface="Helvetica Neue"/>
                <a:cs typeface="Helvetica Neue"/>
              </a:defRPr>
            </a:lvl9pPr>
          </a:lstStyle>
          <a:p xmlns:a="http://schemas.openxmlformats.org/drawingml/2006/main">
            <a:pPr>
              <a:defRPr sz="6000" b="1">
                <a:solidFill>
                  <a:srgbClr val="F06C5B"/>
                </a:solidFill>
                <a:latin typeface="Helvetica Neue"/>
                <a:ea typeface="Helvetica Neue"/>
                <a:cs typeface="Helvetica Neue"/>
              </a:defRPr>
            </a:pPr>
            <a:r>
              <a:rPr sz="6000" b="1">
                <a:solidFill>
                  <a:srgbClr val="F06C5B"/>
                </a:solidFill>
                <a:latin typeface="Helvetica Neue"/>
                <a:ea typeface="Helvetica Neue"/>
                <a:cs typeface="Helvetica Neue"/>
              </a:rPr>
              <a:t>1</a:t>
            </a:r>
          </a:p>
        </p:txBody>
      </p:sp>
      <p:sp>
        <p:nvSpPr>
          <p:cNvPr id="5" name="text">
            <a:extLst xmlns:a="http://schemas.openxmlformats.org/drawingml/2006/main">
              <a:ext uri="{FF2B5EF4-FFF2-40B4-BE49-F238E27FC236}">
                <a16:creationId xmlns:a16="http://schemas.microsoft.com/office/drawing/2014/main" id="{6D5F9A7F-A620-41B8-BB37-8581DA4135FD}"/>
              </a:ext>
            </a:extLst>
          </p:cNvPr>
          <p:cNvSpPr>
            <a:spLocks xmlns:a="http://schemas.openxmlformats.org/drawingml/2006/main" noGrp="1"/>
          </p:cNvSpPr>
          <p:nvPr/>
        </p:nvSpPr>
        <p:spPr>
          <a:xfrm xmlns:a="http://schemas.openxmlformats.org/drawingml/2006/main">
            <a:off x="2009775" y="1828800"/>
            <a:ext cx="933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1A1D"/>
                </a:solidFill>
                <a:latin typeface="Helvetica Neue"/>
                <a:ea typeface="Helvetica Neue"/>
                <a:cs typeface="Helvetica Neue"/>
              </a:defRPr>
            </a:defPPr>
            <a:lvl1pPr>
              <a:defRPr sz="2550" b="1">
                <a:solidFill>
                  <a:srgbClr val="171A1D"/>
                </a:solidFill>
                <a:latin typeface="Helvetica Neue"/>
                <a:ea typeface="Helvetica Neue"/>
                <a:cs typeface="Helvetica Neue"/>
              </a:defRPr>
            </a:lvl1pPr>
            <a:lvl2pPr>
              <a:defRPr sz="2550" b="1">
                <a:solidFill>
                  <a:srgbClr val="171A1D"/>
                </a:solidFill>
                <a:latin typeface="Helvetica Neue"/>
                <a:ea typeface="Helvetica Neue"/>
                <a:cs typeface="Helvetica Neue"/>
              </a:defRPr>
            </a:lvl2pPr>
            <a:lvl3pPr>
              <a:defRPr sz="2550" b="1">
                <a:solidFill>
                  <a:srgbClr val="171A1D"/>
                </a:solidFill>
                <a:latin typeface="Helvetica Neue"/>
                <a:ea typeface="Helvetica Neue"/>
                <a:cs typeface="Helvetica Neue"/>
              </a:defRPr>
            </a:lvl3pPr>
            <a:lvl4pPr>
              <a:defRPr sz="2550" b="1">
                <a:solidFill>
                  <a:srgbClr val="171A1D"/>
                </a:solidFill>
                <a:latin typeface="Helvetica Neue"/>
                <a:ea typeface="Helvetica Neue"/>
                <a:cs typeface="Helvetica Neue"/>
              </a:defRPr>
            </a:lvl4pPr>
            <a:lvl5pPr>
              <a:defRPr sz="2550" b="1">
                <a:solidFill>
                  <a:srgbClr val="171A1D"/>
                </a:solidFill>
                <a:latin typeface="Helvetica Neue"/>
                <a:ea typeface="Helvetica Neue"/>
                <a:cs typeface="Helvetica Neue"/>
              </a:defRPr>
            </a:lvl5pPr>
            <a:lvl6pPr>
              <a:defRPr sz="2550" b="1">
                <a:solidFill>
                  <a:srgbClr val="171A1D"/>
                </a:solidFill>
                <a:latin typeface="Helvetica Neue"/>
                <a:ea typeface="Helvetica Neue"/>
                <a:cs typeface="Helvetica Neue"/>
              </a:defRPr>
            </a:lvl6pPr>
            <a:lvl7pPr>
              <a:defRPr sz="2550" b="1">
                <a:solidFill>
                  <a:srgbClr val="171A1D"/>
                </a:solidFill>
                <a:latin typeface="Helvetica Neue"/>
                <a:ea typeface="Helvetica Neue"/>
                <a:cs typeface="Helvetica Neue"/>
              </a:defRPr>
            </a:lvl7pPr>
            <a:lvl8pPr>
              <a:defRPr sz="2550" b="1">
                <a:solidFill>
                  <a:srgbClr val="171A1D"/>
                </a:solidFill>
                <a:latin typeface="Helvetica Neue"/>
                <a:ea typeface="Helvetica Neue"/>
                <a:cs typeface="Helvetica Neue"/>
              </a:defRPr>
            </a:lvl8pPr>
            <a:lvl9pPr>
              <a:defRPr sz="2550" b="1">
                <a:solidFill>
                  <a:srgbClr val="171A1D"/>
                </a:solidFill>
                <a:latin typeface="Helvetica Neue"/>
                <a:ea typeface="Helvetica Neue"/>
                <a:cs typeface="Helvetica Neue"/>
              </a:defRPr>
            </a:lvl9pPr>
          </a:lstStyle>
          <a:p xmlns:a="http://schemas.openxmlformats.org/drawingml/2006/main">
            <a:pPr>
              <a:defRPr sz="2550" b="1">
                <a:solidFill>
                  <a:srgbClr val="171A1D"/>
                </a:solidFill>
                <a:latin typeface="Helvetica Neue"/>
                <a:ea typeface="Helvetica Neue"/>
                <a:cs typeface="Helvetica Neue"/>
              </a:defRPr>
            </a:pPr>
            <a:r>
              <a:rPr sz="2550" b="1">
                <a:solidFill>
                  <a:srgbClr val="171A1D"/>
                </a:solidFill>
                <a:latin typeface="Helvetica Neue"/>
                <a:ea typeface="Helvetica Neue"/>
                <a:cs typeface="Helvetica Neue"/>
              </a:rPr>
              <a:t>What would make the input comparison fair?</a:t>
            </a:r>
          </a:p>
        </p:txBody>
      </p:sp>
      <p:sp>
        <p:nvSpPr>
          <p:cNvPr id="6" name="text">
            <a:extLst xmlns:a="http://schemas.openxmlformats.org/drawingml/2006/main">
              <a:ext uri="{FF2B5EF4-FFF2-40B4-BE49-F238E27FC236}">
                <a16:creationId xmlns:a16="http://schemas.microsoft.com/office/drawing/2014/main" id="{A5AA2DB5-B1A4-486C-9AEF-18D3EC0BDF8A}"/>
              </a:ext>
            </a:extLst>
          </p:cNvPr>
          <p:cNvSpPr>
            <a:spLocks xmlns:a="http://schemas.openxmlformats.org/drawingml/2006/main" noGrp="1"/>
          </p:cNvSpPr>
          <p:nvPr/>
        </p:nvSpPr>
        <p:spPr>
          <a:xfrm xmlns:a="http://schemas.openxmlformats.org/drawingml/2006/main">
            <a:off x="2009775" y="2800350"/>
            <a:ext cx="9239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7C776F"/>
                </a:solidFill>
                <a:latin typeface="Helvetica Neue"/>
                <a:ea typeface="Helvetica Neue"/>
                <a:cs typeface="Helvetica Neue"/>
              </a:defRPr>
            </a:defPPr>
            <a:lvl1pPr>
              <a:defRPr sz="2025" b="0">
                <a:solidFill>
                  <a:srgbClr val="7C776F"/>
                </a:solidFill>
                <a:latin typeface="Helvetica Neue"/>
                <a:ea typeface="Helvetica Neue"/>
                <a:cs typeface="Helvetica Neue"/>
              </a:defRPr>
            </a:lvl1pPr>
            <a:lvl2pPr>
              <a:defRPr sz="2025" b="0">
                <a:solidFill>
                  <a:srgbClr val="7C776F"/>
                </a:solidFill>
                <a:latin typeface="Helvetica Neue"/>
                <a:ea typeface="Helvetica Neue"/>
                <a:cs typeface="Helvetica Neue"/>
              </a:defRPr>
            </a:lvl2pPr>
            <a:lvl3pPr>
              <a:defRPr sz="2025" b="0">
                <a:solidFill>
                  <a:srgbClr val="7C776F"/>
                </a:solidFill>
                <a:latin typeface="Helvetica Neue"/>
                <a:ea typeface="Helvetica Neue"/>
                <a:cs typeface="Helvetica Neue"/>
              </a:defRPr>
            </a:lvl3pPr>
            <a:lvl4pPr>
              <a:defRPr sz="2025" b="0">
                <a:solidFill>
                  <a:srgbClr val="7C776F"/>
                </a:solidFill>
                <a:latin typeface="Helvetica Neue"/>
                <a:ea typeface="Helvetica Neue"/>
                <a:cs typeface="Helvetica Neue"/>
              </a:defRPr>
            </a:lvl4pPr>
            <a:lvl5pPr>
              <a:defRPr sz="2025" b="0">
                <a:solidFill>
                  <a:srgbClr val="7C776F"/>
                </a:solidFill>
                <a:latin typeface="Helvetica Neue"/>
                <a:ea typeface="Helvetica Neue"/>
                <a:cs typeface="Helvetica Neue"/>
              </a:defRPr>
            </a:lvl5pPr>
            <a:lvl6pPr>
              <a:defRPr sz="2025" b="0">
                <a:solidFill>
                  <a:srgbClr val="7C776F"/>
                </a:solidFill>
                <a:latin typeface="Helvetica Neue"/>
                <a:ea typeface="Helvetica Neue"/>
                <a:cs typeface="Helvetica Neue"/>
              </a:defRPr>
            </a:lvl6pPr>
            <a:lvl7pPr>
              <a:defRPr sz="2025" b="0">
                <a:solidFill>
                  <a:srgbClr val="7C776F"/>
                </a:solidFill>
                <a:latin typeface="Helvetica Neue"/>
                <a:ea typeface="Helvetica Neue"/>
                <a:cs typeface="Helvetica Neue"/>
              </a:defRPr>
            </a:lvl7pPr>
            <a:lvl8pPr>
              <a:defRPr sz="2025" b="0">
                <a:solidFill>
                  <a:srgbClr val="7C776F"/>
                </a:solidFill>
                <a:latin typeface="Helvetica Neue"/>
                <a:ea typeface="Helvetica Neue"/>
                <a:cs typeface="Helvetica Neue"/>
              </a:defRPr>
            </a:lvl8pPr>
            <a:lvl9pPr>
              <a:defRPr sz="2025" b="0">
                <a:solidFill>
                  <a:srgbClr val="7C776F"/>
                </a:solidFill>
                <a:latin typeface="Helvetica Neue"/>
                <a:ea typeface="Helvetica Neue"/>
                <a:cs typeface="Helvetica Neue"/>
              </a:defRPr>
            </a:lvl9pPr>
          </a:lstStyle>
          <a:p xmlns:a="http://schemas.openxmlformats.org/drawingml/2006/main">
            <a:pPr>
              <a:defRPr sz="2025" b="0">
                <a:solidFill>
                  <a:srgbClr val="7C776F"/>
                </a:solidFill>
                <a:latin typeface="Helvetica Neue"/>
                <a:ea typeface="Helvetica Neue"/>
                <a:cs typeface="Helvetica Neue"/>
              </a:defRPr>
            </a:pPr>
            <a:r>
              <a:rPr sz="2025" b="0">
                <a:solidFill>
                  <a:srgbClr val="7C776F"/>
                </a:solidFill>
                <a:latin typeface="Helvetica Neue"/>
                <a:ea typeface="Helvetica Neue"/>
                <a:cs typeface="Helvetica Neue"/>
              </a:rPr>
              <a:t>Equivalent tasks, enough practice and comparable feedback</a:t>
            </a:r>
          </a:p>
          <a:p xmlns:a="http://schemas.openxmlformats.org/drawingml/2006/main">
            <a:pPr>
              <a:defRPr sz="2025" b="0">
                <a:solidFill>
                  <a:srgbClr val="7C776F"/>
                </a:solidFill>
                <a:latin typeface="Helvetica Neue"/>
                <a:ea typeface="Helvetica Neue"/>
                <a:cs typeface="Helvetica Neue"/>
              </a:defRPr>
            </a:pPr>
            <a:r>
              <a:rPr sz="2025" b="0">
                <a:solidFill>
                  <a:srgbClr val="7C776F"/>
                </a:solidFill>
                <a:latin typeface="Helvetica Neue"/>
                <a:ea typeface="Helvetica Neue"/>
                <a:cs typeface="Helvetica Neue"/>
              </a:rPr>
              <a:t>for buttons and gestures.</a:t>
            </a:r>
          </a:p>
        </p:txBody>
      </p:sp>
      <p:sp>
        <p:nvSpPr>
          <p:cNvPr id="7" name="accent">
            <a:extLst xmlns:a="http://schemas.openxmlformats.org/drawingml/2006/main">
              <a:ext uri="{FF2B5EF4-FFF2-40B4-BE49-F238E27FC236}">
                <a16:creationId xmlns:a16="http://schemas.microsoft.com/office/drawing/2014/main" id="{CAB87126-3F05-48AA-BB39-4DB8D4EA328F}"/>
              </a:ext>
            </a:extLst>
          </p:cNvPr>
          <p:cNvSpPr>
            <a:spLocks xmlns:a="http://schemas.openxmlformats.org/drawingml/2006/main" noGrp="1"/>
          </p:cNvSpPr>
          <p:nvPr/>
        </p:nvSpPr>
        <p:spPr>
          <a:xfrm xmlns:a="http://schemas.openxmlformats.org/drawingml/2006/main">
            <a:off x="2009775" y="4057650"/>
            <a:ext cx="9239250" cy="9525"/>
          </a:xfrm>
          <a:prstGeom xmlns:a="http://schemas.openxmlformats.org/drawingml/2006/main" prst="rect">
            <a:avLst/>
          </a:prstGeom>
          <a:solidFill xmlns:a="http://schemas.openxmlformats.org/drawingml/2006/main">
            <a:srgbClr val="D8D1C5"/>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3A59B3E8-6270-4B98-B004-C602DF038B22}"/>
              </a:ext>
            </a:extLst>
          </p:cNvPr>
          <p:cNvSpPr>
            <a:spLocks xmlns:a="http://schemas.openxmlformats.org/drawingml/2006/main" noGrp="1"/>
          </p:cNvSpPr>
          <p:nvPr/>
        </p:nvSpPr>
        <p:spPr>
          <a:xfrm xmlns:a="http://schemas.openxmlformats.org/drawingml/2006/main">
            <a:off x="762000" y="4524375"/>
            <a:ext cx="809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000" b="1">
                <a:solidFill>
                  <a:srgbClr val="6AB7D6"/>
                </a:solidFill>
                <a:latin typeface="Helvetica Neue"/>
                <a:ea typeface="Helvetica Neue"/>
                <a:cs typeface="Helvetica Neue"/>
              </a:defRPr>
            </a:defPPr>
            <a:lvl1pPr>
              <a:defRPr sz="6000" b="1">
                <a:solidFill>
                  <a:srgbClr val="6AB7D6"/>
                </a:solidFill>
                <a:latin typeface="Helvetica Neue"/>
                <a:ea typeface="Helvetica Neue"/>
                <a:cs typeface="Helvetica Neue"/>
              </a:defRPr>
            </a:lvl1pPr>
            <a:lvl2pPr>
              <a:defRPr sz="6000" b="1">
                <a:solidFill>
                  <a:srgbClr val="6AB7D6"/>
                </a:solidFill>
                <a:latin typeface="Helvetica Neue"/>
                <a:ea typeface="Helvetica Neue"/>
                <a:cs typeface="Helvetica Neue"/>
              </a:defRPr>
            </a:lvl2pPr>
            <a:lvl3pPr>
              <a:defRPr sz="6000" b="1">
                <a:solidFill>
                  <a:srgbClr val="6AB7D6"/>
                </a:solidFill>
                <a:latin typeface="Helvetica Neue"/>
                <a:ea typeface="Helvetica Neue"/>
                <a:cs typeface="Helvetica Neue"/>
              </a:defRPr>
            </a:lvl3pPr>
            <a:lvl4pPr>
              <a:defRPr sz="6000" b="1">
                <a:solidFill>
                  <a:srgbClr val="6AB7D6"/>
                </a:solidFill>
                <a:latin typeface="Helvetica Neue"/>
                <a:ea typeface="Helvetica Neue"/>
                <a:cs typeface="Helvetica Neue"/>
              </a:defRPr>
            </a:lvl4pPr>
            <a:lvl5pPr>
              <a:defRPr sz="6000" b="1">
                <a:solidFill>
                  <a:srgbClr val="6AB7D6"/>
                </a:solidFill>
                <a:latin typeface="Helvetica Neue"/>
                <a:ea typeface="Helvetica Neue"/>
                <a:cs typeface="Helvetica Neue"/>
              </a:defRPr>
            </a:lvl5pPr>
            <a:lvl6pPr>
              <a:defRPr sz="6000" b="1">
                <a:solidFill>
                  <a:srgbClr val="6AB7D6"/>
                </a:solidFill>
                <a:latin typeface="Helvetica Neue"/>
                <a:ea typeface="Helvetica Neue"/>
                <a:cs typeface="Helvetica Neue"/>
              </a:defRPr>
            </a:lvl6pPr>
            <a:lvl7pPr>
              <a:defRPr sz="6000" b="1">
                <a:solidFill>
                  <a:srgbClr val="6AB7D6"/>
                </a:solidFill>
                <a:latin typeface="Helvetica Neue"/>
                <a:ea typeface="Helvetica Neue"/>
                <a:cs typeface="Helvetica Neue"/>
              </a:defRPr>
            </a:lvl7pPr>
            <a:lvl8pPr>
              <a:defRPr sz="6000" b="1">
                <a:solidFill>
                  <a:srgbClr val="6AB7D6"/>
                </a:solidFill>
                <a:latin typeface="Helvetica Neue"/>
                <a:ea typeface="Helvetica Neue"/>
                <a:cs typeface="Helvetica Neue"/>
              </a:defRPr>
            </a:lvl8pPr>
            <a:lvl9pPr>
              <a:defRPr sz="6000" b="1">
                <a:solidFill>
                  <a:srgbClr val="6AB7D6"/>
                </a:solidFill>
                <a:latin typeface="Helvetica Neue"/>
                <a:ea typeface="Helvetica Neue"/>
                <a:cs typeface="Helvetica Neue"/>
              </a:defRPr>
            </a:lvl9pPr>
          </a:lstStyle>
          <a:p xmlns:a="http://schemas.openxmlformats.org/drawingml/2006/main">
            <a:pPr>
              <a:defRPr sz="6000" b="1">
                <a:solidFill>
                  <a:srgbClr val="6AB7D6"/>
                </a:solidFill>
                <a:latin typeface="Helvetica Neue"/>
                <a:ea typeface="Helvetica Neue"/>
                <a:cs typeface="Helvetica Neue"/>
              </a:defRPr>
            </a:pPr>
            <a:r>
              <a:rPr sz="6000" b="1">
                <a:solidFill>
                  <a:srgbClr val="6AB7D6"/>
                </a:solidFill>
                <a:latin typeface="Helvetica Neue"/>
                <a:ea typeface="Helvetica Neue"/>
                <a:cs typeface="Helvetica Neue"/>
              </a:rPr>
              <a:t>2</a:t>
            </a:r>
          </a:p>
        </p:txBody>
      </p:sp>
      <p:sp>
        <p:nvSpPr>
          <p:cNvPr id="9" name="text">
            <a:extLst xmlns:a="http://schemas.openxmlformats.org/drawingml/2006/main">
              <a:ext uri="{FF2B5EF4-FFF2-40B4-BE49-F238E27FC236}">
                <a16:creationId xmlns:a16="http://schemas.microsoft.com/office/drawing/2014/main" id="{AEECD074-FC81-41D4-B8D8-4358B9037A7C}"/>
              </a:ext>
            </a:extLst>
          </p:cNvPr>
          <p:cNvSpPr>
            <a:spLocks xmlns:a="http://schemas.openxmlformats.org/drawingml/2006/main" noGrp="1"/>
          </p:cNvSpPr>
          <p:nvPr/>
        </p:nvSpPr>
        <p:spPr>
          <a:xfrm xmlns:a="http://schemas.openxmlformats.org/drawingml/2006/main">
            <a:off x="2009775" y="4524375"/>
            <a:ext cx="9382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1A1D"/>
                </a:solidFill>
                <a:latin typeface="Helvetica Neue"/>
                <a:ea typeface="Helvetica Neue"/>
                <a:cs typeface="Helvetica Neue"/>
              </a:defRPr>
            </a:defPPr>
            <a:lvl1pPr>
              <a:defRPr sz="2550" b="1">
                <a:solidFill>
                  <a:srgbClr val="171A1D"/>
                </a:solidFill>
                <a:latin typeface="Helvetica Neue"/>
                <a:ea typeface="Helvetica Neue"/>
                <a:cs typeface="Helvetica Neue"/>
              </a:defRPr>
            </a:lvl1pPr>
            <a:lvl2pPr>
              <a:defRPr sz="2550" b="1">
                <a:solidFill>
                  <a:srgbClr val="171A1D"/>
                </a:solidFill>
                <a:latin typeface="Helvetica Neue"/>
                <a:ea typeface="Helvetica Neue"/>
                <a:cs typeface="Helvetica Neue"/>
              </a:defRPr>
            </a:lvl2pPr>
            <a:lvl3pPr>
              <a:defRPr sz="2550" b="1">
                <a:solidFill>
                  <a:srgbClr val="171A1D"/>
                </a:solidFill>
                <a:latin typeface="Helvetica Neue"/>
                <a:ea typeface="Helvetica Neue"/>
                <a:cs typeface="Helvetica Neue"/>
              </a:defRPr>
            </a:lvl3pPr>
            <a:lvl4pPr>
              <a:defRPr sz="2550" b="1">
                <a:solidFill>
                  <a:srgbClr val="171A1D"/>
                </a:solidFill>
                <a:latin typeface="Helvetica Neue"/>
                <a:ea typeface="Helvetica Neue"/>
                <a:cs typeface="Helvetica Neue"/>
              </a:defRPr>
            </a:lvl4pPr>
            <a:lvl5pPr>
              <a:defRPr sz="2550" b="1">
                <a:solidFill>
                  <a:srgbClr val="171A1D"/>
                </a:solidFill>
                <a:latin typeface="Helvetica Neue"/>
                <a:ea typeface="Helvetica Neue"/>
                <a:cs typeface="Helvetica Neue"/>
              </a:defRPr>
            </a:lvl5pPr>
            <a:lvl6pPr>
              <a:defRPr sz="2550" b="1">
                <a:solidFill>
                  <a:srgbClr val="171A1D"/>
                </a:solidFill>
                <a:latin typeface="Helvetica Neue"/>
                <a:ea typeface="Helvetica Neue"/>
                <a:cs typeface="Helvetica Neue"/>
              </a:defRPr>
            </a:lvl6pPr>
            <a:lvl7pPr>
              <a:defRPr sz="2550" b="1">
                <a:solidFill>
                  <a:srgbClr val="171A1D"/>
                </a:solidFill>
                <a:latin typeface="Helvetica Neue"/>
                <a:ea typeface="Helvetica Neue"/>
                <a:cs typeface="Helvetica Neue"/>
              </a:defRPr>
            </a:lvl7pPr>
            <a:lvl8pPr>
              <a:defRPr sz="2550" b="1">
                <a:solidFill>
                  <a:srgbClr val="171A1D"/>
                </a:solidFill>
                <a:latin typeface="Helvetica Neue"/>
                <a:ea typeface="Helvetica Neue"/>
                <a:cs typeface="Helvetica Neue"/>
              </a:defRPr>
            </a:lvl8pPr>
            <a:lvl9pPr>
              <a:defRPr sz="2550" b="1">
                <a:solidFill>
                  <a:srgbClr val="171A1D"/>
                </a:solidFill>
                <a:latin typeface="Helvetica Neue"/>
                <a:ea typeface="Helvetica Neue"/>
                <a:cs typeface="Helvetica Neue"/>
              </a:defRPr>
            </a:lvl9pPr>
          </a:lstStyle>
          <a:p xmlns:a="http://schemas.openxmlformats.org/drawingml/2006/main">
            <a:pPr>
              <a:defRPr sz="2550" b="1">
                <a:solidFill>
                  <a:srgbClr val="171A1D"/>
                </a:solidFill>
                <a:latin typeface="Helvetica Neue"/>
                <a:ea typeface="Helvetica Neue"/>
                <a:cs typeface="Helvetica Neue"/>
              </a:defRPr>
            </a:pPr>
            <a:r>
              <a:rPr sz="2550" b="1">
                <a:solidFill>
                  <a:srgbClr val="171A1D"/>
                </a:solidFill>
                <a:latin typeface="Helvetica Neue"/>
                <a:ea typeface="Helvetica Neue"/>
                <a:cs typeface="Helvetica Neue"/>
              </a:rPr>
              <a:t>Which feedback is needed before reader testing?</a:t>
            </a:r>
          </a:p>
        </p:txBody>
      </p:sp>
      <p:sp>
        <p:nvSpPr>
          <p:cNvPr id="10" name="text">
            <a:extLst xmlns:a="http://schemas.openxmlformats.org/drawingml/2006/main">
              <a:ext uri="{FF2B5EF4-FFF2-40B4-BE49-F238E27FC236}">
                <a16:creationId xmlns:a16="http://schemas.microsoft.com/office/drawing/2014/main" id="{30035E7B-C33B-4CDF-A51D-7F63B26ACB15}"/>
              </a:ext>
            </a:extLst>
          </p:cNvPr>
          <p:cNvSpPr>
            <a:spLocks xmlns:a="http://schemas.openxmlformats.org/drawingml/2006/main" noGrp="1"/>
          </p:cNvSpPr>
          <p:nvPr/>
        </p:nvSpPr>
        <p:spPr>
          <a:xfrm xmlns:a="http://schemas.openxmlformats.org/drawingml/2006/main">
            <a:off x="2009775" y="5505450"/>
            <a:ext cx="9239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7C776F"/>
                </a:solidFill>
                <a:latin typeface="Helvetica Neue"/>
                <a:ea typeface="Helvetica Neue"/>
                <a:cs typeface="Helvetica Neue"/>
              </a:defRPr>
            </a:defPPr>
            <a:lvl1pPr>
              <a:defRPr sz="2025" b="0">
                <a:solidFill>
                  <a:srgbClr val="7C776F"/>
                </a:solidFill>
                <a:latin typeface="Helvetica Neue"/>
                <a:ea typeface="Helvetica Neue"/>
                <a:cs typeface="Helvetica Neue"/>
              </a:defRPr>
            </a:lvl1pPr>
            <a:lvl2pPr>
              <a:defRPr sz="2025" b="0">
                <a:solidFill>
                  <a:srgbClr val="7C776F"/>
                </a:solidFill>
                <a:latin typeface="Helvetica Neue"/>
                <a:ea typeface="Helvetica Neue"/>
                <a:cs typeface="Helvetica Neue"/>
              </a:defRPr>
            </a:lvl2pPr>
            <a:lvl3pPr>
              <a:defRPr sz="2025" b="0">
                <a:solidFill>
                  <a:srgbClr val="7C776F"/>
                </a:solidFill>
                <a:latin typeface="Helvetica Neue"/>
                <a:ea typeface="Helvetica Neue"/>
                <a:cs typeface="Helvetica Neue"/>
              </a:defRPr>
            </a:lvl3pPr>
            <a:lvl4pPr>
              <a:defRPr sz="2025" b="0">
                <a:solidFill>
                  <a:srgbClr val="7C776F"/>
                </a:solidFill>
                <a:latin typeface="Helvetica Neue"/>
                <a:ea typeface="Helvetica Neue"/>
                <a:cs typeface="Helvetica Neue"/>
              </a:defRPr>
            </a:lvl4pPr>
            <a:lvl5pPr>
              <a:defRPr sz="2025" b="0">
                <a:solidFill>
                  <a:srgbClr val="7C776F"/>
                </a:solidFill>
                <a:latin typeface="Helvetica Neue"/>
                <a:ea typeface="Helvetica Neue"/>
                <a:cs typeface="Helvetica Neue"/>
              </a:defRPr>
            </a:lvl5pPr>
            <a:lvl6pPr>
              <a:defRPr sz="2025" b="0">
                <a:solidFill>
                  <a:srgbClr val="7C776F"/>
                </a:solidFill>
                <a:latin typeface="Helvetica Neue"/>
                <a:ea typeface="Helvetica Neue"/>
                <a:cs typeface="Helvetica Neue"/>
              </a:defRPr>
            </a:lvl6pPr>
            <a:lvl7pPr>
              <a:defRPr sz="2025" b="0">
                <a:solidFill>
                  <a:srgbClr val="7C776F"/>
                </a:solidFill>
                <a:latin typeface="Helvetica Neue"/>
                <a:ea typeface="Helvetica Neue"/>
                <a:cs typeface="Helvetica Neue"/>
              </a:defRPr>
            </a:lvl7pPr>
            <a:lvl8pPr>
              <a:defRPr sz="2025" b="0">
                <a:solidFill>
                  <a:srgbClr val="7C776F"/>
                </a:solidFill>
                <a:latin typeface="Helvetica Neue"/>
                <a:ea typeface="Helvetica Neue"/>
                <a:cs typeface="Helvetica Neue"/>
              </a:defRPr>
            </a:lvl8pPr>
            <a:lvl9pPr>
              <a:defRPr sz="2025" b="0">
                <a:solidFill>
                  <a:srgbClr val="7C776F"/>
                </a:solidFill>
                <a:latin typeface="Helvetica Neue"/>
                <a:ea typeface="Helvetica Neue"/>
                <a:cs typeface="Helvetica Neue"/>
              </a:defRPr>
            </a:lvl9pPr>
          </a:lstStyle>
          <a:p xmlns:a="http://schemas.openxmlformats.org/drawingml/2006/main">
            <a:pPr>
              <a:defRPr sz="2025" b="0">
                <a:solidFill>
                  <a:srgbClr val="7C776F"/>
                </a:solidFill>
                <a:latin typeface="Helvetica Neue"/>
                <a:ea typeface="Helvetica Neue"/>
                <a:cs typeface="Helvetica Neue"/>
              </a:defRPr>
            </a:pPr>
            <a:r>
              <a:rPr sz="2025" b="0">
                <a:solidFill>
                  <a:srgbClr val="7C776F"/>
                </a:solidFill>
                <a:latin typeface="Helvetica Neue"/>
                <a:ea typeface="Helvetica Neue"/>
                <a:cs typeface="Helvetica Neue"/>
              </a:rPr>
              <a:t>Selected measure, available parts or a warning about silence?</a:t>
            </a:r>
          </a:p>
        </p:txBody>
      </p:sp>
    </p:spTree>
    <p:extLst>
      <p:ext uri="{BB962C8B-B14F-4D97-AF65-F5344CB8AC3E}">
        <p14:creationId xmlns:p14="http://schemas.microsoft.com/office/powerpoint/2010/main" val="1346936319"/>
      </p:ext>
    </p:extLst>
  </p:cSld>
  <p:extLst>
    <p:ext uri="{6950BFC3-D8DA-4A85-94F7-54DA5524770B}">
      <p188:commentRel xmlns:r="http://schemas.openxmlformats.org/officeDocument/2006/relationships" xmlns:p188="http://schemas.microsoft.com/office/powerpoint/2018/8/main" r:id="R18b4197644cc4fa6"/>
    </p:ext>
  </p:extLs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2026-10-18T07:16:30.7670000Z</dcterms:created>
  <dcterms:modified xsi:type="dcterms:W3CDTF">2026-10-18T07:16:30.7670000Z</dcterms:modified>
</coreProperties>
</file>