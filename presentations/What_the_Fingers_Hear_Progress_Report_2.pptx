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726F2C36.xml" ContentType="application/vnd.ms-powerpoint.comments+xml"/>
  <Override PartName="/ppt/notesSlides/notesSlide2.xml" ContentType="application/vnd.openxmlformats-officedocument.presentationml.notesSlide+xml"/>
  <Override PartName="/ppt/comments/modernComment_101_7595483C.xml" ContentType="application/vnd.ms-powerpoint.comments+xml"/>
  <Override PartName="/ppt/notesSlides/notesSlide3.xml" ContentType="application/vnd.openxmlformats-officedocument.presentationml.notesSlide+xml"/>
  <Override PartName="/ppt/comments/modernComment_102_4DCC8E93.xml" ContentType="application/vnd.ms-powerpoint.comments+xml"/>
  <Override PartName="/ppt/notesSlides/notesSlide4.xml" ContentType="application/vnd.openxmlformats-officedocument.presentationml.notesSlide+xml"/>
  <Override PartName="/ppt/comments/modernComment_103_61CD25B2.xml" ContentType="application/vnd.ms-powerpoint.comments+xml"/>
  <Override PartName="/ppt/notesSlides/notesSlide5.xml" ContentType="application/vnd.openxmlformats-officedocument.presentationml.notesSlide+xml"/>
  <Override PartName="/ppt/comments/modernComment_104_38126027.xml" ContentType="application/vnd.ms-powerpoint.comments+xml"/>
  <Override PartName="/ppt/notesSlides/notesSlide6.xml" ContentType="application/vnd.openxmlformats-officedocument.presentationml.notesSlide+xml"/>
  <Override PartName="/ppt/comments/modernComment_105_289939E2.xml" ContentType="application/vnd.ms-powerpoint.comments+xml"/>
  <Override PartName="/ppt/notesSlides/notesSlide7.xml" ContentType="application/vnd.openxmlformats-officedocument.presentationml.notesSlide+xml"/>
  <Override PartName="/ppt/comments/modernComment_106_2F7DFA7F.xml" ContentType="application/vnd.ms-powerpoint.comments+xml"/>
  <Override PartName="/ppt/notesSlides/notesSlide8.xml" ContentType="application/vnd.openxmlformats-officedocument.presentationml.notesSlide+xml"/>
  <Override PartName="/ppt/comments/modernComment_107_38DF1D7E.xml" ContentType="application/vnd.ms-powerpoint.comments+xml"/>
  <Override PartName="/ppt/notesSlides/notesSlide9.xml" ContentType="application/vnd.openxmlformats-officedocument.presentationml.notesSlide+xml"/>
  <Override PartName="/ppt/comments/modernComment_108_4706E27.xml" ContentType="application/vnd.ms-powerpoint.comments+xml"/>
  <Override PartName="/ppt/notesSlides/notesSlide10.xml" ContentType="application/vnd.openxmlformats-officedocument.presentationml.notesSlide+xml"/>
  <Override PartName="/ppt/comments/modernComment_109_4786FCF5.xml" ContentType="application/vnd.ms-powerpoint.comments+xml"/>
  <Override PartName="/ppt/notesSlides/notesSlide11.xml" ContentType="application/vnd.openxmlformats-officedocument.presentationml.notesSlide+xml"/>
  <Override PartName="/ppt/comments/modernComment_10A_78DEB175.xml" ContentType="application/vnd.ms-powerpoint.comments+xml"/>
  <Override PartName="/ppt/notesSlides/notesSlide12.xml" ContentType="application/vnd.openxmlformats-officedocument.presentationml.notesSlide+xml"/>
  <Override PartName="/ppt/comments/modernComment_10B_289B5B2F.xml" ContentType="application/vnd.ms-powerpoint.comments+xml"/>
  <Override PartName="/ppt/notesSlides/notesSlide13.xml" ContentType="application/vnd.openxmlformats-officedocument.presentationml.notesSlide+xml"/>
  <Override PartName="/ppt/comments/modernComment_10C_50489DFF.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96C79AB-4E91-4034-8086-D034AA834954}" name="Jinlan Zhao" initials="JZ" userId="" providerI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3562"/>
  </p:normalViewPr>
  <p:slideViewPr>
    <p:cSldViewPr snapToGrid="0">
      <p:cViewPr varScale="1">
        <p:scale>
          <a:sx n="104" d="100"/>
          <a:sy n="104" d="100"/>
        </p:scale>
        <p:origin x="232" y="5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omments/modernComment_10A_78DEB175.xml><?xml version="1.0" encoding="utf-8"?>
<p188:cmLst xmlns:a="http://schemas.openxmlformats.org/drawingml/2006/main" xmlns:r="http://schemas.openxmlformats.org/officeDocument/2006/relationships" xmlns:p188="http://schemas.microsoft.com/office/powerpoint/2018/8/main">
  <p188:cm id="{35FB1409-0208-4E67-B323-79CD35BCFB5E}" authorId="{E96C79AB-4E91-4034-8086-D034AA834954}" created="2026-10-18T03:16:30.126-04:00">
    <pc:sldMkLst xmlns:pc="http://schemas.microsoft.com/office/powerpoint/2013/main/command">
      <pc:docMk/>
      <pc:sldMk cId="2027860341" sldId="266"/>
    </pc:sldMkLst>
    <p188:pos x="11430000" y="476250"/>
    <p188:txBody>
      <a:bodyPr/>
      <a:lstStyle/>
      <a:p>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p188:txBody>
  </p188:cm>
</p188:cmLst>
</file>

<file path=ppt/comments/modernComment_10B_289B5B2F.xml><?xml version="1.0" encoding="utf-8"?>
<p188:cmLst xmlns:a="http://schemas.openxmlformats.org/drawingml/2006/main" xmlns:r="http://schemas.openxmlformats.org/officeDocument/2006/relationships" xmlns:p188="http://schemas.microsoft.com/office/powerpoint/2018/8/main">
  <p188:cm id="{25EA488F-5B65-49FE-96FD-551B763E44CA}" authorId="{E96C79AB-4E91-4034-8086-D034AA834954}" created="2026-10-18T03:16:30.128-04:00">
    <pc:sldMkLst xmlns:pc="http://schemas.microsoft.com/office/powerpoint/2013/main/command">
      <pc:docMk/>
      <pc:sldMk cId="681270063" sldId="267"/>
    </pc:sldMkLst>
    <p188:pos x="11430000" y="476250"/>
    <p188:txBody>
      <a:bodyPr/>
      <a:lstStyle/>
      <a:p>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p188:txBody>
  </p188:cm>
</p188:cmLst>
</file>

<file path=ppt/comments/modernComment_10C_50489DFF.xml><?xml version="1.0" encoding="utf-8"?>
<p188:cmLst xmlns:a="http://schemas.openxmlformats.org/drawingml/2006/main" xmlns:r="http://schemas.openxmlformats.org/officeDocument/2006/relationships" xmlns:p188="http://schemas.microsoft.com/office/powerpoint/2018/8/main">
  <p188:cm id="{FE3BAEF2-57FF-48AF-954A-5685FB7BF48A}" authorId="{E96C79AB-4E91-4034-8086-D034AA834954}" created="2026-10-18T03:16:30.129-04:00">
    <pc:sldMkLst xmlns:pc="http://schemas.microsoft.com/office/powerpoint/2013/main/command">
      <pc:docMk/>
      <pc:sldMk cId="1346936319" sldId="268"/>
    </pc:sldMkLst>
    <p188:pos x="11430000" y="476250"/>
    <p188:txBody>
      <a:bodyPr/>
      <a:lstStyle/>
      <a:p>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p188:txBody>
  </p188:cm>
</p188:cmLst>
</file>

<file path=ppt/comments/modernComment_100_726F2C36.xml><?xml version="1.0" encoding="utf-8"?>
<p188:cmLst xmlns:a="http://schemas.openxmlformats.org/drawingml/2006/main" xmlns:r="http://schemas.openxmlformats.org/officeDocument/2006/relationships" xmlns:p188="http://schemas.microsoft.com/office/powerpoint/2018/8/main">
  <p188:cm id="{51C74753-01E4-4853-B435-259C2C55F364}" authorId="{E96C79AB-4E91-4034-8086-D034AA834954}" created="2026-10-18T03:16:30.100-04:00">
    <pc:sldMkLst xmlns:pc="http://schemas.microsoft.com/office/powerpoint/2013/main/command">
      <pc:docMk/>
      <pc:sldMk cId="1919888438" sldId="256"/>
    </pc:sldMkLst>
    <p188:pos x="11430000" y="476250"/>
    <p188:txBody>
      <a:bodyPr/>
      <a:lstStyle/>
      <a:p>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p188:txBody>
  </p188:cm>
</p188:cmLst>
</file>

<file path=ppt/comments/modernComment_101_7595483C.xml><?xml version="1.0" encoding="utf-8"?>
<p188:cmLst xmlns:a="http://schemas.openxmlformats.org/drawingml/2006/main" xmlns:r="http://schemas.openxmlformats.org/officeDocument/2006/relationships" xmlns:p188="http://schemas.microsoft.com/office/powerpoint/2018/8/main">
  <p188:cm id="{DED6FAF1-6653-416E-8BEE-D6D35B11411A}" authorId="{E96C79AB-4E91-4034-8086-D034AA834954}" created="2026-10-18T03:16:30.107-04:00">
    <pc:sldMkLst xmlns:pc="http://schemas.microsoft.com/office/powerpoint/2013/main/command">
      <pc:docMk/>
      <pc:sldMk cId="1972717628" sldId="257"/>
    </pc:sldMkLst>
    <p188:pos x="11430000" y="476250"/>
    <p188:txBody>
      <a:bodyPr/>
      <a:lstStyle/>
      <a:p>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p188:txBody>
  </p188:cm>
</p188:cmLst>
</file>

<file path=ppt/comments/modernComment_102_4DCC8E93.xml><?xml version="1.0" encoding="utf-8"?>
<p188:cmLst xmlns:a="http://schemas.openxmlformats.org/drawingml/2006/main" xmlns:r="http://schemas.openxmlformats.org/officeDocument/2006/relationships" xmlns:p188="http://schemas.microsoft.com/office/powerpoint/2018/8/main">
  <p188:cm id="{FF2BCFF5-1683-4168-A29D-612FF478AA88}" authorId="{E96C79AB-4E91-4034-8086-D034AA834954}" created="2026-10-18T03:16:30.113-04:00">
    <pc:sldMkLst xmlns:pc="http://schemas.microsoft.com/office/powerpoint/2013/main/command">
      <pc:docMk/>
      <pc:sldMk cId="1305251475" sldId="258"/>
    </pc:sldMkLst>
    <p188:pos x="11430000" y="476250"/>
    <p188:txBody>
      <a:bodyPr/>
      <a:lstStyle/>
      <a:p>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p188:txBody>
  </p188:cm>
</p188:cmLst>
</file>

<file path=ppt/comments/modernComment_103_61CD25B2.xml><?xml version="1.0" encoding="utf-8"?>
<p188:cmLst xmlns:a="http://schemas.openxmlformats.org/drawingml/2006/main" xmlns:r="http://schemas.openxmlformats.org/officeDocument/2006/relationships" xmlns:p188="http://schemas.microsoft.com/office/powerpoint/2018/8/main">
  <p188:cm id="{63184E2B-3F3B-4AC2-92E6-7093E81F59A3}" authorId="{E96C79AB-4E91-4034-8086-D034AA834954}" created="2026-10-18T03:16:30.116-04:00">
    <pc:sldMkLst xmlns:pc="http://schemas.microsoft.com/office/powerpoint/2013/main/command">
      <pc:docMk/>
      <pc:sldMk cId="1640834482" sldId="259"/>
    </pc:sldMkLst>
    <p188:pos x="11430000" y="476250"/>
    <p188:txBody>
      <a:bodyPr/>
      <a:lstStyle/>
      <a:p>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p188:txBody>
  </p188:cm>
</p188:cmLst>
</file>

<file path=ppt/comments/modernComment_104_38126027.xml><?xml version="1.0" encoding="utf-8"?>
<p188:cmLst xmlns:a="http://schemas.openxmlformats.org/drawingml/2006/main" xmlns:r="http://schemas.openxmlformats.org/officeDocument/2006/relationships" xmlns:p188="http://schemas.microsoft.com/office/powerpoint/2018/8/main">
  <p188:cm id="{B9CAA147-B788-4A52-B441-74E372AED603}" authorId="{E96C79AB-4E91-4034-8086-D034AA834954}" created="2026-10-18T03:16:30.117-04:00">
    <pc:sldMkLst xmlns:pc="http://schemas.microsoft.com/office/powerpoint/2013/main/command">
      <pc:docMk/>
      <pc:sldMk cId="940728359" sldId="260"/>
    </pc:sldMkLst>
    <p188:pos x="11430000" y="476250"/>
    <p188:txBody>
      <a:bodyPr/>
      <a:lstStyle/>
      <a:p>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p188:txBody>
  </p188:cm>
</p188:cmLst>
</file>

<file path=ppt/comments/modernComment_105_289939E2.xml><?xml version="1.0" encoding="utf-8"?>
<p188:cmLst xmlns:a="http://schemas.openxmlformats.org/drawingml/2006/main" xmlns:r="http://schemas.openxmlformats.org/officeDocument/2006/relationships" xmlns:p188="http://schemas.microsoft.com/office/powerpoint/2018/8/main">
  <p188:cm id="{393C1D06-DFF6-4E4C-B42A-5563BA7B59B1}" authorId="{E96C79AB-4E91-4034-8086-D034AA834954}" created="2026-10-18T03:16:30.119-04:00">
    <pc:sldMkLst xmlns:pc="http://schemas.microsoft.com/office/powerpoint/2013/main/command">
      <pc:docMk/>
      <pc:sldMk cId="681130466" sldId="261"/>
    </pc:sldMkLst>
    <p188:pos x="11430000" y="476250"/>
    <p188:txBody>
      <a:bodyPr/>
      <a:lstStyle/>
      <a:p>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p188:txBody>
  </p188:cm>
</p188:cmLst>
</file>

<file path=ppt/comments/modernComment_106_2F7DFA7F.xml><?xml version="1.0" encoding="utf-8"?>
<p188:cmLst xmlns:a="http://schemas.openxmlformats.org/drawingml/2006/main" xmlns:r="http://schemas.openxmlformats.org/officeDocument/2006/relationships" xmlns:p188="http://schemas.microsoft.com/office/powerpoint/2018/8/main">
  <p188:cm id="{DE2A5D92-00B7-486F-98B2-6F3B478FEC18}" authorId="{E96C79AB-4E91-4034-8086-D034AA834954}" created="2026-10-18T03:16:30.120-04:00">
    <pc:sldMkLst xmlns:pc="http://schemas.microsoft.com/office/powerpoint/2013/main/command">
      <pc:docMk/>
      <pc:sldMk cId="796785279" sldId="262"/>
    </pc:sldMkLst>
    <p188:pos x="11430000" y="476250"/>
    <p188:txBody>
      <a:bodyPr/>
      <a:lstStyle/>
      <a:p>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p188:txBody>
  </p188:cm>
</p188:cmLst>
</file>

<file path=ppt/comments/modernComment_107_38DF1D7E.xml><?xml version="1.0" encoding="utf-8"?>
<p188:cmLst xmlns:a="http://schemas.openxmlformats.org/drawingml/2006/main" xmlns:r="http://schemas.openxmlformats.org/officeDocument/2006/relationships" xmlns:p188="http://schemas.microsoft.com/office/powerpoint/2018/8/main">
  <p188:cm id="{EB3D6FCA-812E-4030-8DB3-D442DA65C267}" authorId="{E96C79AB-4E91-4034-8086-D034AA834954}" created="2026-10-18T03:16:30.122-04:00">
    <pc:sldMkLst xmlns:pc="http://schemas.microsoft.com/office/powerpoint/2013/main/command">
      <pc:docMk/>
      <pc:sldMk cId="954146174" sldId="263"/>
    </pc:sldMkLst>
    <p188:pos x="11430000" y="476250"/>
    <p188:txBody>
      <a:bodyPr/>
      <a:lstStyle/>
      <a:p>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p188:txBody>
  </p188:cm>
</p188:cmLst>
</file>

<file path=ppt/comments/modernComment_108_4706E27.xml><?xml version="1.0" encoding="utf-8"?>
<p188:cmLst xmlns:a="http://schemas.openxmlformats.org/drawingml/2006/main" xmlns:r="http://schemas.openxmlformats.org/officeDocument/2006/relationships" xmlns:p188="http://schemas.microsoft.com/office/powerpoint/2018/8/main">
  <p188:cm id="{3381B698-8C50-4250-8932-99C2E76DC4B2}" authorId="{E96C79AB-4E91-4034-8086-D034AA834954}" created="2026-10-18T03:16:30.123-04:00">
    <pc:sldMkLst xmlns:pc="http://schemas.microsoft.com/office/powerpoint/2013/main/command">
      <pc:docMk/>
      <pc:sldMk cId="74477095" sldId="264"/>
    </pc:sldMkLst>
    <p188:pos x="11430000" y="476250"/>
    <p188:txBody>
      <a:bodyPr/>
      <a:lstStyle/>
      <a:p>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p188:txBody>
  </p188:cm>
</p188:cmLst>
</file>

<file path=ppt/comments/modernComment_109_4786FCF5.xml><?xml version="1.0" encoding="utf-8"?>
<p188:cmLst xmlns:a="http://schemas.openxmlformats.org/drawingml/2006/main" xmlns:r="http://schemas.openxmlformats.org/officeDocument/2006/relationships" xmlns:p188="http://schemas.microsoft.com/office/powerpoint/2018/8/main">
  <p188:cm id="{F03E568A-C821-42F5-AEE4-32B0196105D6}" authorId="{E96C79AB-4E91-4034-8086-D034AA834954}" created="2026-10-18T03:16:30.125-04:00">
    <pc:sldMkLst xmlns:pc="http://schemas.microsoft.com/office/powerpoint/2013/main/command">
      <pc:docMk/>
      <pc:sldMk cId="1200028917" sldId="265"/>
    </pc:sldMkLst>
    <p188:pos x="11430000" y="476250"/>
    <p188:txBody>
      <a:bodyPr/>
      <a:lstStyle/>
      <a:p>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Hi everyone. I'm Jinlan Zhao, and I study Electronic Production and Design at Berklee. My project, What the Fingers Hear, explores audio navigation from a physical Braille music score. A reader selects a measure with their finger and uses an explicit command to hear the music. I'm interested in how music technology can support that connection between touch and listening. In my last report, the camera and gesture playback path worked, while voice-selected instruments were still planned. Today I'll focus on the physical controls and voice interaction I have added since then, the changes that helped, and what I still need to test.</a:t>
            </a:r>
          </a:p>
          <a:p>
            <a:endParaRPr/>
          </a:p>
          <a:p>
            <a:r>
              <a:t>SOURCES</a:t>
            </a:r>
          </a:p>
          <a:p>
            <a:r>
              <a:t>/Users/zhaojinlan/Desktop/Lann Projects/What-the-fingers-hear/demo/Videos/Add-LLM-Parser.MOV</a:t>
            </a:r>
          </a:p>
          <a:p>
            <a:r>
              <a:t>/Users/zhaojinlan/Desktop/Lann Projects/What-the-fingers-hear/Documentation/Proposal/README.md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This table shows the change since Progress Report One. The prepared score, page map, camera tracking and Max playback were already connected, so I'm treating them as the starting point. The main new work is voice-selected playback, three physical controls, and spoken clarification. Feedback is still partial. The system can ask which instrument part I mean, but it does not yet provide all the measure and score information discussed last time. I have also drafted a research protocol. That is preparation for evaluation, rather than a completed user study.</a:t>
            </a:r>
          </a:p>
          <a:p>
            <a:endParaRPr/>
          </a:p>
          <a:p>
            <a:r>
              <a:t>SOURCES</a:t>
            </a:r>
          </a:p>
          <a:p>
            <a:r>
              <a:t>/Users/zhaojinlan/Documents/DocumentMe/Berklee Study/7th Semester/MTEC-498/Progress Report 1/What_the_Fingers_Hear_Progress_Report_1 .pptx</a:t>
            </a:r>
          </a:p>
          <a:p>
            <a:r>
              <a:t>/Users/zhaojinlan/Desktop/Lann Projects/What-the-fingers-hear/Documentation/Process-Report/Voice-MVP-Report.md</a:t>
            </a:r>
          </a:p>
          <a:p>
            <a:r>
              <a:t>/Users/zhaojinlan/Desktop/Lann Projects/What-the-fingers-hear/Documentation/Process-Report/LLM-Parser-Report.md</a:t>
            </a:r>
          </a:p>
          <a:p>
            <a:r>
              <a:t>/Users/zhaojinlan/Desktop/Lann Projects/What-the-fingers-hear/Research Study/Research Protocol.docx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The last demonstration raised a problem with repeated or unclear gesture activation. I added physical buttons as another input method to test. RECORD works as push-to-talk. I hold it while speaking, and releasing it submits the request. PLAY starts the Full Mix from the selected measure. STOP stops playback and cancels recording or a pending request. The controls use a Teensy board with debounced button events. These buttons give me a more explicit control path for development. I still need to compare them with gestures before deciding which method works better for Braille music readers.</a:t>
            </a:r>
          </a:p>
          <a:p>
            <a:endParaRPr/>
          </a:p>
          <a:p>
            <a:r>
              <a:t>SOURCES</a:t>
            </a:r>
          </a:p>
          <a:p>
            <a:r>
              <a:t>/Users/zhaojinlan/Desktop/Lann Projects/What-the-fingers-hear/Hardware/Buttons/Buttons.ino</a:t>
            </a:r>
          </a:p>
          <a:p>
            <a:r>
              <a:t>/Users/zhaojinlan/Desktop/Lann Projects/What-the-fingers-hear/Documentation/Process-Report/Voice-MVP-Report.md</a:t>
            </a:r>
          </a:p>
          <a:p>
            <a:r>
              <a:t>/Users/zhaojinlan/Desktop/Lann Projects/What-the-fingers-hear/Documentation/Process-Report/Braille-Score-Design-Review1.md</a:t>
            </a:r>
          </a:p>
          <a:p>
            <a:r>
              <a:t>/Users/zhaojinlan/Desktop/Lann Projects/What-the-fingers-hear/demo/Videos/Hardware-testing.mov</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The prototype now connects position selection, speech and playback. OpenCV and ArUco establish page coordinates, while MediaPipe estimates the fingertip position. A prepared page map converts that position into a measure number. When RECORD begins, the controller freezes the selected measure for that request. Local Whisper transcribes the speech, and a local Qwen model interprets it. Python checks the command before sending OSC to Max. Max handles the audio and synchronization. Direct PLAY and gestures can bypass speech recognition. The current setup runs on my Mac, and the spoken responses use macOS speech output. I haven't validated portability or measured end-to-end latency yet.</a:t>
            </a:r>
          </a:p>
          <a:p>
            <a:endParaRPr/>
          </a:p>
          <a:p>
            <a:r>
              <a:t>SOURCES</a:t>
            </a:r>
          </a:p>
          <a:p>
            <a:r>
              <a:t>/Users/zhaojinlan/Desktop/Lann Projects/What-the-fingers-hear/camera/finger_measure_test.py</a:t>
            </a:r>
          </a:p>
          <a:p>
            <a:r>
              <a:t>/Users/zhaojinlan/Desktop/Lann Projects/What-the-fingers-hear/camera/shared_state.py</a:t>
            </a:r>
          </a:p>
          <a:p>
            <a:r>
              <a:t>/Users/zhaojinlan/Desktop/Lann Projects/What-the-fingers-hear/camera/voice_mvp.py</a:t>
            </a:r>
          </a:p>
          <a:p>
            <a:r>
              <a:t>/Users/zhaojinlan/Desktop/Lann Projects/What-the-fingers-hear/camera/llm_parser.py</a:t>
            </a:r>
          </a:p>
          <a:p>
            <a:r>
              <a:t>/Users/zhaojinlan/Desktop/Lann Projects/What-the-fingers-hear/Documentation/Process-Report/Max-Playback-Current-Architecture.md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Voice-selected playback was still future work in the previous report. It now supports a single instrument, several instruments, and an explicit measure range. For example, play violin one uses the measure captured when recording begins. Play flute one and cello from measure eight to twelve specifies both the instruments and the range. The screenshot shows Max receiving single-stem and multistem commands during development. Full Mix still uses its separate stereo player. Selected stems share a signal-rate playhead, which keeps them aligned. This currently works with the prepared sixteen-measure piece and its registered page map.</a:t>
            </a:r>
          </a:p>
          <a:p>
            <a:endParaRPr/>
          </a:p>
          <a:p>
            <a:r>
              <a:t>SOURCES</a:t>
            </a:r>
          </a:p>
          <a:p>
            <a:r>
              <a:t>/Users/zhaojinlan/Desktop/Lann Projects/What-the-fingers-hear/Documentation/Process-Report/LLM-Parser-Report.md</a:t>
            </a:r>
          </a:p>
          <a:p>
            <a:r>
              <a:t>/Users/zhaojinlan/Desktop/Lann Projects/What-the-fingers-hear/Documentation/Process-Report/Max-Playback-Current-Architecture.md</a:t>
            </a:r>
          </a:p>
          <a:p>
            <a:r>
              <a:t>/Users/zhaojinlan/Desktop/Lann Projects/What-the-fingers-hear/demo/OSC-message-in-max.png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The first voice parser used regular expressions. It handled fixed phrases, but it struggled with natural variation and corrections. I then tried a language model. A rules-only prompt still produced missing fields and unnecessary clarification. The current prompt uses ordered decision steps and thirty-four examples. I also found that the model did not reliably remove an earlier instrument after a self-correction, so Python now handles corrections and exclusions. I moved from the planned API path to local Ollama inference after hitting development rate limits. The deterministic parser remains an error fallback. These changes helped the recorded development cases, but they still need broader testing.</a:t>
            </a:r>
          </a:p>
          <a:p>
            <a:endParaRPr/>
          </a:p>
          <a:p>
            <a:r>
              <a:t>SOURCES</a:t>
            </a:r>
          </a:p>
          <a:p>
            <a:r>
              <a:t>/Users/zhaojinlan/Desktop/Lann Projects/What-the-fingers-hear/Documentation/Process-Report/LLM-Parser-Report.md</a:t>
            </a:r>
          </a:p>
          <a:p>
            <a:r>
              <a:t>/Users/zhaojinlan/Desktop/Lann Projects/What-the-fingers-hear/camera/llm_parser.py</a:t>
            </a:r>
          </a:p>
          <a:p>
            <a:r>
              <a:t>/Users/zhaojinlan/Desktop/Lann Projects/What-the-fingers-hear/camera/voice_parser.py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This is a supported example of the clarification flow. If I select measure two and say play flute, the system asks whether I mean flute one, flute two, or both. I can hold RECORD again and answer flute one. The controller keeps the original measure while it waits for that answer, so moving my finger during the conversation does not change this request. STOP clears the pending question. At present, spoken feedback is mainly for clarification and some errors. Successful playback requests print feedback in the terminal, so a complete nonvisual confirmation interface is still unfinished.</a:t>
            </a:r>
          </a:p>
          <a:p>
            <a:endParaRPr/>
          </a:p>
          <a:p>
            <a:r>
              <a:t>SOURCES</a:t>
            </a:r>
          </a:p>
          <a:p>
            <a:r>
              <a:t>/Users/zhaojinlan/Desktop/Lann Projects/What-the-fingers-hear/Documentation/Process-Report/LLM-Parser-Report.md</a:t>
            </a:r>
          </a:p>
          <a:p>
            <a:r>
              <a:t>/Users/zhaojinlan/Desktop/Lann Projects/What-the-fingers-hear/camera/voice_mvp.py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I'll now show a recording of the current prototype. It brings together the prepared Braille score, the physical controls, voice requests and Max playback. Please listen for how the requested instruments change, and watch the button interaction alongside the score. This is a developer demonstration of the implemented pipeline. The earlier Wizard of Oz video explored proposed behavior, so I am keeping that separate from this recording. [Click the video and let it play. Resume on the next slide.]</a:t>
            </a:r>
          </a:p>
          <a:p>
            <a:endParaRPr/>
          </a:p>
          <a:p>
            <a:r>
              <a:t>SOURCES</a:t>
            </a:r>
          </a:p>
          <a:p>
            <a:r>
              <a:t>/Users/zhaojinlan/Desktop/Lann Projects/What-the-fingers-hear/demo/Videos/Add-LLM-Parser.MOV</a:t>
            </a:r>
          </a:p>
          <a:p>
            <a:r>
              <a:t>/Users/zhaojinlan/Desktop/Lann Projects/What-the-fingers-hear/Documentation/Process-Report/LLM-Parser-Report.md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The October twelfth development report records thirty-one parser cases as passing. Those cases use transcript inputs, so this number does not measure speech recognition accuracy or usability with readers. The report also documents hardware tests with the buttons and then the connected camera anchor. There are still known errors. Whisper can hear full mix as four mix. After Python corrects an instrument selection, the terminal feedback can still name the earlier instrument even when playback uses the corrected track. I also still need measurements of measure-selection accuracy, response time and interaction errors. I do not yet have a formal reader evaluation.</a:t>
            </a:r>
          </a:p>
          <a:p>
            <a:endParaRPr/>
          </a:p>
          <a:p>
            <a:r>
              <a:t>SOURCES</a:t>
            </a:r>
          </a:p>
          <a:p>
            <a:r>
              <a:t>/Users/zhaojinlan/Desktop/Lann Projects/What-the-fingers-hear/Documentation/Process-Report/LLM-Parser-Report.md</a:t>
            </a:r>
          </a:p>
          <a:p>
            <a:r>
              <a:t>/Users/zhaojinlan/Desktop/Lann Projects/What-the-fingers-hear/camera/test_llm_parser.py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Three areas remain before a useful evaluation. First, the reader still needs more nonvisual information. Position queries, instrument information and silent-part feedback are unfinished. Second, I need repeated trials of measure selection and page placement, including recovery when the setup changes. Third, I need consistent study tasks and event logs. The protocol distinguishes live features from scripted demonstrations, and I will keep that distinction in the study records. Reading-behavior inference also remains outside the current implementation. My immediate focus is the interaction and the evidence needed to evaluate it.</a:t>
            </a:r>
          </a:p>
          <a:p>
            <a:endParaRPr/>
          </a:p>
          <a:p>
            <a:r>
              <a:t>SOURCES</a:t>
            </a:r>
          </a:p>
          <a:p>
            <a:r>
              <a:t>/Users/zhaojinlan/Desktop/Lann Projects/What-the-fingers-hear/Documentation/Process-Report/Braille-Score-Design-Review1.md</a:t>
            </a:r>
          </a:p>
          <a:p>
            <a:r>
              <a:t>/Users/zhaojinlan/Desktop/Lann Projects/What-the-fingers-hear/Documentation/Process-Report/LLM-Parser-Report.md</a:t>
            </a:r>
          </a:p>
          <a:p>
            <a:r>
              <a:t>/Users/zhaojinlan/Desktop/Lann Projects/What-the-fingers-hear/Research Study/Research Protocol.docx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I drafted a protocol with three related studies. The first examines usability through touch and voice tasks. The second compares buttons and gestures for equivalent Play and Stop operations. The third examines fixed interaction defaults and user customization. The controlled comparisons are planned within participants, with counterbalanced order. I want to collect task outcomes, errors, interruptions, recovery behavior and participant feedback. I will only compare autonomous system performance when both conditions are implemented and checked. Proposed behaviors shown through a script will be labeled and analyzed separately. These studies are planned, and participant data collection has not started.</a:t>
            </a:r>
          </a:p>
          <a:p>
            <a:endParaRPr/>
          </a:p>
          <a:p>
            <a:r>
              <a:t>SOURCES</a:t>
            </a:r>
          </a:p>
          <a:p>
            <a:r>
              <a:t>/Users/zhaojinlan/Desktop/Lann Projects/What-the-fingers-hear/Research Study/Research Protocol.docx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My next steps are the IRB application, a controlled study, and collecting more data. First, I need to finalize the research protocol and consent materials and submit them for review. Recruitment and participant data collection will begin after written IRB approval. Then I plan to compare buttons and gestures under equivalent tasks, followed by comparisons of interaction defaults and customization. I also want more repeated trials, system logs and reader feedback. That evidence should help me decide what to keep, what needs revision, and whether later work on reading behavior is justified.</a:t>
            </a:r>
          </a:p>
          <a:p>
            <a:endParaRPr/>
          </a:p>
          <a:p>
            <a:r>
              <a:t>SOURCES</a:t>
            </a:r>
          </a:p>
          <a:p>
            <a:r>
              <a:t>/Users/zhaojinlan/Desktop/Lann Projects/What-the-fingers-hear/Research Study/Research Protocol.docx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SPEAKER SCRIPT</a:t>
            </a:r>
          </a:p>
          <a:p>
            <a:endParaRPr/>
          </a:p>
          <a:p>
            <a:r>
              <a:t>I would appreciate feedback on two questions. First, what would make the comparison between buttons and gestures fair? I want both methods to have equivalent tasks, enough practice and comparable feedback. Second, which nonvisual information should I finish before reader testing? The selected measure, available instrument parts and a warning about silence are all possible priorities. I would like to understand which would most help a reader complete the tasks and recover from errors. Thank you. I'm happy to discuss the current prototype or the study plan.</a:t>
            </a:r>
          </a:p>
          <a:p>
            <a:endParaRPr/>
          </a:p>
          <a:p>
            <a:r>
              <a:t>SOURCES</a:t>
            </a:r>
          </a:p>
          <a:p>
            <a:r>
              <a:t>/Users/zhaojinlan/Desktop/Lann Projects/What-the-fingers-hear/Research Study/Research Protocol.docx</a:t>
            </a:r>
          </a:p>
          <a:p>
            <a:r>
              <a:t>/Users/zhaojinlan/Desktop/Lann Projects/What-the-fingers-hear/Documentation/Process-Report/Braille-Score-Design-Review1.md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DD7E98CB-632A-48EC-B359-E8561F8FF02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6572989A-E296-4FD2-AEAB-FF77EDC2114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87F89AF-FF8B-44DA-A9EE-13637D1DA569}"/>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FABBF83-1CC4-434F-8450-A4D8F6DE500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A24FA89C-9DC3-46A1-9282-B433A550243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6031616-C465-47BD-B97B-AE9E71B0B80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349C402-DBF4-4DFD-B06B-1B55F84C446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C35FB90-0B7E-4C29-A794-D28D8826DC33}"/>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58340CCB-2DCC-407B-86A3-5C89F89289D5}"/>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F20007D-C14B-4CD4-9710-16E1926285F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726F2C36.xml"/><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microsoft.com/office/2018/10/relationships/comments" Target="../comments/modernComment_101_7595483C.xml"/><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microsoft.com/office/2018/10/relationships/comments" Target="../comments/modernComment_102_4DCC8E93.xm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61CD25B2.xml"/><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38126027.xm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05_289939E2.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2F7DFA7F.xml"/><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6.xml"/><Relationship Id="rId1" Type="http://schemas.openxmlformats.org/officeDocument/2006/relationships/video" Target="file:////ppt/media/current-prototype.mp4" TargetMode="External"/><Relationship Id="rIdDemoMedia" Type="http://schemas.microsoft.com/office/2007/relationships/media" Target="../media/current-prototype.mp4"/><Relationship Id="rId5" Type="http://schemas.openxmlformats.org/officeDocument/2006/relationships/image" Target="../media/image4.jpeg"/><Relationship Id="rId4" Type="http://schemas.microsoft.com/office/2018/10/relationships/comments" Target="../comments/modernComment_107_38DF1D7E.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08_4706E27.xml"/><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microsoft.com/office/2018/10/relationships/comments" Target="../comments/modernComment_109_4786FCF5.xml"/><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microsoft.com/office/2018/10/relationships/comments" Target="../comments/modernComment_10A_78DEB175.xml"/><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10B_289B5B2F.xml"/><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0C_50489DFF.xml"/><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A1D"/>
        </a:solidFill>
        <a:effectLst/>
      </p:bgPr>
    </p:bg>
    <p:spTree>
      <p:nvGrpSpPr>
        <p:cNvPr id="1" name=""/>
        <p:cNvGrpSpPr/>
        <p:nvPr/>
      </p:nvGrpSpPr>
      <p:grpSpPr>
        <a:xfrm>
          <a:off x="0" y="0"/>
          <a:ext cx="0" cy="0"/>
          <a:chOff x="0" y="0"/>
          <a:chExt cx="0" cy="0"/>
        </a:xfrm>
      </p:grpSpPr>
      <p:sp>
        <p:nvSpPr>
          <p:cNvPr id="10" name="page-number">
            <a:extLst>
              <a:ext uri="{FF2B5EF4-FFF2-40B4-BE49-F238E27FC236}">
                <a16:creationId xmlns:a16="http://schemas.microsoft.com/office/drawing/2014/main" id="{35C4F4F4-AB01-4A36-B9B2-08B62B70E89E}"/>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01</a:t>
            </a:r>
          </a:p>
        </p:txBody>
      </p:sp>
      <p:pic>
        <p:nvPicPr>
          <p:cNvPr id="2" name="图片 1">
            <a:extLst>
              <a:ext uri="{FF2B5EF4-FFF2-40B4-BE49-F238E27FC236}">
                <a16:creationId xmlns:a16="http://schemas.microsoft.com/office/drawing/2014/main" id="{5A9BBFC3-0481-416F-80D8-F8B6AB66EC83}"/>
              </a:ext>
            </a:extLst>
          </p:cNvPr>
          <p:cNvPicPr>
            <a:picLocks noChangeAspect="1"/>
          </p:cNvPicPr>
          <p:nvPr/>
        </p:nvPicPr>
        <p:blipFill>
          <a:blip r:embed="rId4"/>
          <a:srcRect l="23047" r="23047"/>
          <a:stretch>
            <a:fillRect/>
          </a:stretch>
        </p:blipFill>
        <p:spPr>
          <a:xfrm>
            <a:off x="0" y="0"/>
            <a:ext cx="6572250" cy="6858000"/>
          </a:xfrm>
          <a:prstGeom prst="rect">
            <a:avLst/>
          </a:prstGeom>
        </p:spPr>
      </p:pic>
      <p:sp>
        <p:nvSpPr>
          <p:cNvPr id="3" name="accent">
            <a:extLst>
              <a:ext uri="{FF2B5EF4-FFF2-40B4-BE49-F238E27FC236}">
                <a16:creationId xmlns:a16="http://schemas.microsoft.com/office/drawing/2014/main" id="{C7986E10-E3C5-4741-BC0E-82F99402720C}"/>
              </a:ext>
            </a:extLst>
          </p:cNvPr>
          <p:cNvSpPr>
            <a:spLocks noGrp="1"/>
          </p:cNvSpPr>
          <p:nvPr/>
        </p:nvSpPr>
        <p:spPr>
          <a:xfrm>
            <a:off x="6572250" y="0"/>
            <a:ext cx="85725" cy="6858000"/>
          </a:xfrm>
          <a:prstGeom prst="rect">
            <a:avLst/>
          </a:prstGeom>
          <a:solidFill>
            <a:srgbClr val="F06C5B"/>
          </a:solidFill>
          <a:ln w="0">
            <a:noFill/>
          </a:ln>
        </p:spPr>
        <p:txBody>
          <a:bodyPr/>
          <a:lstStyle/>
          <a:p>
            <a:endParaRPr lang="zh-CN" altLang="en-US"/>
          </a:p>
        </p:txBody>
      </p:sp>
      <p:sp>
        <p:nvSpPr>
          <p:cNvPr id="4" name="deck-title">
            <a:extLst>
              <a:ext uri="{FF2B5EF4-FFF2-40B4-BE49-F238E27FC236}">
                <a16:creationId xmlns:a16="http://schemas.microsoft.com/office/drawing/2014/main" id="{661A31A7-5643-4B7F-85F7-431620A89B5C}"/>
              </a:ext>
            </a:extLst>
          </p:cNvPr>
          <p:cNvSpPr>
            <a:spLocks noGrp="1"/>
          </p:cNvSpPr>
          <p:nvPr/>
        </p:nvSpPr>
        <p:spPr>
          <a:xfrm>
            <a:off x="7143750" y="866775"/>
            <a:ext cx="4381500" cy="1562100"/>
          </a:xfrm>
          <a:prstGeom prst="rect">
            <a:avLst/>
          </a:prstGeom>
          <a:noFill/>
          <a:ln w="0">
            <a:noFill/>
          </a:ln>
        </p:spPr>
        <p:txBody>
          <a:bodyPr lIns="0" tIns="0" rIns="0" bIns="0" anchor="t"/>
          <a:lstStyle>
            <a:defPPr>
              <a:defRPr sz="4275" b="1">
                <a:solidFill>
                  <a:srgbClr val="FFFFFF"/>
                </a:solidFill>
                <a:latin typeface="Helvetica Neue"/>
                <a:ea typeface="Helvetica Neue"/>
                <a:cs typeface="Helvetica Neue"/>
              </a:defRPr>
            </a:defPPr>
            <a:lvl1pPr>
              <a:defRPr sz="4275" b="1">
                <a:solidFill>
                  <a:srgbClr val="FFFFFF"/>
                </a:solidFill>
                <a:latin typeface="Helvetica Neue"/>
                <a:ea typeface="Helvetica Neue"/>
                <a:cs typeface="Helvetica Neue"/>
              </a:defRPr>
            </a:lvl1pPr>
            <a:lvl2pPr>
              <a:defRPr sz="4275" b="1">
                <a:solidFill>
                  <a:srgbClr val="FFFFFF"/>
                </a:solidFill>
                <a:latin typeface="Helvetica Neue"/>
                <a:ea typeface="Helvetica Neue"/>
                <a:cs typeface="Helvetica Neue"/>
              </a:defRPr>
            </a:lvl2pPr>
            <a:lvl3pPr>
              <a:defRPr sz="4275" b="1">
                <a:solidFill>
                  <a:srgbClr val="FFFFFF"/>
                </a:solidFill>
                <a:latin typeface="Helvetica Neue"/>
                <a:ea typeface="Helvetica Neue"/>
                <a:cs typeface="Helvetica Neue"/>
              </a:defRPr>
            </a:lvl3pPr>
            <a:lvl4pPr>
              <a:defRPr sz="4275" b="1">
                <a:solidFill>
                  <a:srgbClr val="FFFFFF"/>
                </a:solidFill>
                <a:latin typeface="Helvetica Neue"/>
                <a:ea typeface="Helvetica Neue"/>
                <a:cs typeface="Helvetica Neue"/>
              </a:defRPr>
            </a:lvl4pPr>
            <a:lvl5pPr>
              <a:defRPr sz="4275" b="1">
                <a:solidFill>
                  <a:srgbClr val="FFFFFF"/>
                </a:solidFill>
                <a:latin typeface="Helvetica Neue"/>
                <a:ea typeface="Helvetica Neue"/>
                <a:cs typeface="Helvetica Neue"/>
              </a:defRPr>
            </a:lvl5pPr>
            <a:lvl6pPr>
              <a:defRPr sz="4275" b="1">
                <a:solidFill>
                  <a:srgbClr val="FFFFFF"/>
                </a:solidFill>
                <a:latin typeface="Helvetica Neue"/>
                <a:ea typeface="Helvetica Neue"/>
                <a:cs typeface="Helvetica Neue"/>
              </a:defRPr>
            </a:lvl6pPr>
            <a:lvl7pPr>
              <a:defRPr sz="4275" b="1">
                <a:solidFill>
                  <a:srgbClr val="FFFFFF"/>
                </a:solidFill>
                <a:latin typeface="Helvetica Neue"/>
                <a:ea typeface="Helvetica Neue"/>
                <a:cs typeface="Helvetica Neue"/>
              </a:defRPr>
            </a:lvl7pPr>
            <a:lvl8pPr>
              <a:defRPr sz="4275" b="1">
                <a:solidFill>
                  <a:srgbClr val="FFFFFF"/>
                </a:solidFill>
                <a:latin typeface="Helvetica Neue"/>
                <a:ea typeface="Helvetica Neue"/>
                <a:cs typeface="Helvetica Neue"/>
              </a:defRPr>
            </a:lvl8pPr>
            <a:lvl9pPr>
              <a:defRPr sz="4275" b="1">
                <a:solidFill>
                  <a:srgbClr val="FFFFFF"/>
                </a:solidFill>
                <a:latin typeface="Helvetica Neue"/>
                <a:ea typeface="Helvetica Neue"/>
                <a:cs typeface="Helvetica Neue"/>
              </a:defRPr>
            </a:lvl9pPr>
          </a:lstStyle>
          <a:p>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WHAT THE</a:t>
            </a:r>
          </a:p>
          <a:p>
            <a:pPr>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FINGERS HEAR</a:t>
            </a:r>
          </a:p>
        </p:txBody>
      </p:sp>
      <p:sp>
        <p:nvSpPr>
          <p:cNvPr id="5" name="text">
            <a:extLst>
              <a:ext uri="{FF2B5EF4-FFF2-40B4-BE49-F238E27FC236}">
                <a16:creationId xmlns:a16="http://schemas.microsoft.com/office/drawing/2014/main" id="{2E77F314-12F1-4181-8CCC-24B9DD2AA04D}"/>
              </a:ext>
            </a:extLst>
          </p:cNvPr>
          <p:cNvSpPr>
            <a:spLocks noGrp="1"/>
          </p:cNvSpPr>
          <p:nvPr/>
        </p:nvSpPr>
        <p:spPr>
          <a:xfrm>
            <a:off x="7143750" y="2781300"/>
            <a:ext cx="4333875" cy="1047750"/>
          </a:xfrm>
          <a:prstGeom prst="rect">
            <a:avLst/>
          </a:prstGeom>
          <a:noFill/>
          <a:ln w="0">
            <a:noFill/>
          </a:ln>
        </p:spPr>
        <p:txBody>
          <a:bodyPr lIns="0" tIns="0" rIns="0" bIns="0" anchor="t"/>
          <a:lstStyle>
            <a:defPPr>
              <a:defRPr sz="2100" b="0">
                <a:solidFill>
                  <a:srgbClr val="FFFDF8"/>
                </a:solidFill>
                <a:latin typeface="Helvetica Neue"/>
                <a:ea typeface="Helvetica Neue"/>
                <a:cs typeface="Helvetica Neue"/>
              </a:defRPr>
            </a:defPPr>
            <a:lvl1pPr>
              <a:defRPr sz="2100" b="0">
                <a:solidFill>
                  <a:srgbClr val="FFFDF8"/>
                </a:solidFill>
                <a:latin typeface="Helvetica Neue"/>
                <a:ea typeface="Helvetica Neue"/>
                <a:cs typeface="Helvetica Neue"/>
              </a:defRPr>
            </a:lvl1pPr>
            <a:lvl2pPr>
              <a:defRPr sz="2100" b="0">
                <a:solidFill>
                  <a:srgbClr val="FFFDF8"/>
                </a:solidFill>
                <a:latin typeface="Helvetica Neue"/>
                <a:ea typeface="Helvetica Neue"/>
                <a:cs typeface="Helvetica Neue"/>
              </a:defRPr>
            </a:lvl2pPr>
            <a:lvl3pPr>
              <a:defRPr sz="2100" b="0">
                <a:solidFill>
                  <a:srgbClr val="FFFDF8"/>
                </a:solidFill>
                <a:latin typeface="Helvetica Neue"/>
                <a:ea typeface="Helvetica Neue"/>
                <a:cs typeface="Helvetica Neue"/>
              </a:defRPr>
            </a:lvl3pPr>
            <a:lvl4pPr>
              <a:defRPr sz="2100" b="0">
                <a:solidFill>
                  <a:srgbClr val="FFFDF8"/>
                </a:solidFill>
                <a:latin typeface="Helvetica Neue"/>
                <a:ea typeface="Helvetica Neue"/>
                <a:cs typeface="Helvetica Neue"/>
              </a:defRPr>
            </a:lvl4pPr>
            <a:lvl5pPr>
              <a:defRPr sz="2100" b="0">
                <a:solidFill>
                  <a:srgbClr val="FFFDF8"/>
                </a:solidFill>
                <a:latin typeface="Helvetica Neue"/>
                <a:ea typeface="Helvetica Neue"/>
                <a:cs typeface="Helvetica Neue"/>
              </a:defRPr>
            </a:lvl5pPr>
            <a:lvl6pPr>
              <a:defRPr sz="2100" b="0">
                <a:solidFill>
                  <a:srgbClr val="FFFDF8"/>
                </a:solidFill>
                <a:latin typeface="Helvetica Neue"/>
                <a:ea typeface="Helvetica Neue"/>
                <a:cs typeface="Helvetica Neue"/>
              </a:defRPr>
            </a:lvl6pPr>
            <a:lvl7pPr>
              <a:defRPr sz="2100" b="0">
                <a:solidFill>
                  <a:srgbClr val="FFFDF8"/>
                </a:solidFill>
                <a:latin typeface="Helvetica Neue"/>
                <a:ea typeface="Helvetica Neue"/>
                <a:cs typeface="Helvetica Neue"/>
              </a:defRPr>
            </a:lvl7pPr>
            <a:lvl8pPr>
              <a:defRPr sz="2100" b="0">
                <a:solidFill>
                  <a:srgbClr val="FFFDF8"/>
                </a:solidFill>
                <a:latin typeface="Helvetica Neue"/>
                <a:ea typeface="Helvetica Neue"/>
                <a:cs typeface="Helvetica Neue"/>
              </a:defRPr>
            </a:lvl8pPr>
            <a:lvl9pPr>
              <a:defRPr sz="2100" b="0">
                <a:solidFill>
                  <a:srgbClr val="FFFDF8"/>
                </a:solidFill>
                <a:latin typeface="Helvetica Neue"/>
                <a:ea typeface="Helvetica Neue"/>
                <a:cs typeface="Helvetica Neue"/>
              </a:defRPr>
            </a:lvl9pPr>
          </a:lstStyle>
          <a:p>
            <a:pPr>
              <a:defRPr sz="2100" b="0">
                <a:solidFill>
                  <a:srgbClr val="FFFDF8"/>
                </a:solidFill>
                <a:latin typeface="Helvetica Neue"/>
                <a:ea typeface="Helvetica Neue"/>
                <a:cs typeface="Helvetica Neue"/>
              </a:defRPr>
            </a:pPr>
            <a:r>
              <a:rPr sz="2100" b="0" dirty="0">
                <a:solidFill>
                  <a:srgbClr val="FFFDF8"/>
                </a:solidFill>
                <a:latin typeface="Helvetica Neue"/>
                <a:ea typeface="Helvetica Neue"/>
                <a:cs typeface="Helvetica Neue"/>
              </a:rPr>
              <a:t>Touch-anchored playback</a:t>
            </a:r>
          </a:p>
          <a:p>
            <a:pPr>
              <a:defRPr sz="2100" b="0">
                <a:solidFill>
                  <a:srgbClr val="FFFDF8"/>
                </a:solidFill>
                <a:latin typeface="Helvetica Neue"/>
                <a:ea typeface="Helvetica Neue"/>
                <a:cs typeface="Helvetica Neue"/>
              </a:defRPr>
            </a:pPr>
            <a:r>
              <a:rPr sz="2100" b="0" dirty="0">
                <a:solidFill>
                  <a:srgbClr val="FFFDF8"/>
                </a:solidFill>
                <a:latin typeface="Helvetica Neue"/>
                <a:ea typeface="Helvetica Neue"/>
                <a:cs typeface="Helvetica Neue"/>
              </a:rPr>
              <a:t>and voice-selected instruments</a:t>
            </a:r>
          </a:p>
        </p:txBody>
      </p:sp>
      <p:sp>
        <p:nvSpPr>
          <p:cNvPr id="6" name="accent">
            <a:extLst>
              <a:ext uri="{FF2B5EF4-FFF2-40B4-BE49-F238E27FC236}">
                <a16:creationId xmlns:a16="http://schemas.microsoft.com/office/drawing/2014/main" id="{D6F5758E-6FBF-4C06-9936-988B3A293000}"/>
              </a:ext>
            </a:extLst>
          </p:cNvPr>
          <p:cNvSpPr>
            <a:spLocks noGrp="1"/>
          </p:cNvSpPr>
          <p:nvPr/>
        </p:nvSpPr>
        <p:spPr>
          <a:xfrm>
            <a:off x="7143750" y="4095750"/>
            <a:ext cx="3333750" cy="38100"/>
          </a:xfrm>
          <a:prstGeom prst="rect">
            <a:avLst/>
          </a:prstGeom>
          <a:solidFill>
            <a:srgbClr val="F06C5B"/>
          </a:solidFill>
          <a:ln w="0">
            <a:noFill/>
          </a:ln>
        </p:spPr>
        <p:txBody>
          <a:bodyPr/>
          <a:lstStyle/>
          <a:p>
            <a:endParaRPr lang="zh-CN" altLang="en-US"/>
          </a:p>
        </p:txBody>
      </p:sp>
      <p:sp>
        <p:nvSpPr>
          <p:cNvPr id="7" name="text">
            <a:extLst>
              <a:ext uri="{FF2B5EF4-FFF2-40B4-BE49-F238E27FC236}">
                <a16:creationId xmlns:a16="http://schemas.microsoft.com/office/drawing/2014/main" id="{95BE93D9-DE83-4DB2-87EE-23957B1A7C4B}"/>
              </a:ext>
            </a:extLst>
          </p:cNvPr>
          <p:cNvSpPr>
            <a:spLocks noGrp="1"/>
          </p:cNvSpPr>
          <p:nvPr/>
        </p:nvSpPr>
        <p:spPr>
          <a:xfrm>
            <a:off x="7143750" y="4410075"/>
            <a:ext cx="4286250" cy="1000125"/>
          </a:xfrm>
          <a:prstGeom prst="rect">
            <a:avLst/>
          </a:prstGeom>
          <a:noFill/>
          <a:ln w="0">
            <a:noFill/>
          </a:ln>
        </p:spPr>
        <p:txBody>
          <a:bodyPr lIns="0" tIns="0" rIns="0" bIns="0" anchor="t"/>
          <a:lstStyle>
            <a:defPPr>
              <a:defRPr sz="1650" b="0">
                <a:solidFill>
                  <a:srgbClr val="D8D1C5"/>
                </a:solidFill>
                <a:latin typeface="Helvetica Neue"/>
                <a:ea typeface="Helvetica Neue"/>
                <a:cs typeface="Helvetica Neue"/>
              </a:defRPr>
            </a:defPPr>
            <a:lvl1pPr>
              <a:defRPr sz="1650" b="0">
                <a:solidFill>
                  <a:srgbClr val="D8D1C5"/>
                </a:solidFill>
                <a:latin typeface="Helvetica Neue"/>
                <a:ea typeface="Helvetica Neue"/>
                <a:cs typeface="Helvetica Neue"/>
              </a:defRPr>
            </a:lvl1pPr>
            <a:lvl2pPr>
              <a:defRPr sz="1650" b="0">
                <a:solidFill>
                  <a:srgbClr val="D8D1C5"/>
                </a:solidFill>
                <a:latin typeface="Helvetica Neue"/>
                <a:ea typeface="Helvetica Neue"/>
                <a:cs typeface="Helvetica Neue"/>
              </a:defRPr>
            </a:lvl2pPr>
            <a:lvl3pPr>
              <a:defRPr sz="1650" b="0">
                <a:solidFill>
                  <a:srgbClr val="D8D1C5"/>
                </a:solidFill>
                <a:latin typeface="Helvetica Neue"/>
                <a:ea typeface="Helvetica Neue"/>
                <a:cs typeface="Helvetica Neue"/>
              </a:defRPr>
            </a:lvl3pPr>
            <a:lvl4pPr>
              <a:defRPr sz="1650" b="0">
                <a:solidFill>
                  <a:srgbClr val="D8D1C5"/>
                </a:solidFill>
                <a:latin typeface="Helvetica Neue"/>
                <a:ea typeface="Helvetica Neue"/>
                <a:cs typeface="Helvetica Neue"/>
              </a:defRPr>
            </a:lvl4pPr>
            <a:lvl5pPr>
              <a:defRPr sz="1650" b="0">
                <a:solidFill>
                  <a:srgbClr val="D8D1C5"/>
                </a:solidFill>
                <a:latin typeface="Helvetica Neue"/>
                <a:ea typeface="Helvetica Neue"/>
                <a:cs typeface="Helvetica Neue"/>
              </a:defRPr>
            </a:lvl5pPr>
            <a:lvl6pPr>
              <a:defRPr sz="1650" b="0">
                <a:solidFill>
                  <a:srgbClr val="D8D1C5"/>
                </a:solidFill>
                <a:latin typeface="Helvetica Neue"/>
                <a:ea typeface="Helvetica Neue"/>
                <a:cs typeface="Helvetica Neue"/>
              </a:defRPr>
            </a:lvl6pPr>
            <a:lvl7pPr>
              <a:defRPr sz="1650" b="0">
                <a:solidFill>
                  <a:srgbClr val="D8D1C5"/>
                </a:solidFill>
                <a:latin typeface="Helvetica Neue"/>
                <a:ea typeface="Helvetica Neue"/>
                <a:cs typeface="Helvetica Neue"/>
              </a:defRPr>
            </a:lvl7pPr>
            <a:lvl8pPr>
              <a:defRPr sz="1650" b="0">
                <a:solidFill>
                  <a:srgbClr val="D8D1C5"/>
                </a:solidFill>
                <a:latin typeface="Helvetica Neue"/>
                <a:ea typeface="Helvetica Neue"/>
                <a:cs typeface="Helvetica Neue"/>
              </a:defRPr>
            </a:lvl8pPr>
            <a:lvl9pPr>
              <a:defRPr sz="1650" b="0">
                <a:solidFill>
                  <a:srgbClr val="D8D1C5"/>
                </a:solidFill>
                <a:latin typeface="Helvetica Neue"/>
                <a:ea typeface="Helvetica Neue"/>
                <a:cs typeface="Helvetica Neue"/>
              </a:defRPr>
            </a:lvl9pPr>
          </a:lstStyle>
          <a:p>
            <a:pPr>
              <a:defRPr sz="1650" b="0">
                <a:solidFill>
                  <a:srgbClr val="D8D1C5"/>
                </a:solidFill>
                <a:latin typeface="Helvetica Neue"/>
                <a:ea typeface="Helvetica Neue"/>
                <a:cs typeface="Helvetica Neue"/>
              </a:defRPr>
            </a:pPr>
            <a:r>
              <a:rPr sz="1650" b="0" dirty="0">
                <a:solidFill>
                  <a:srgbClr val="D8D1C5"/>
                </a:solidFill>
                <a:latin typeface="Helvetica Neue"/>
                <a:ea typeface="Helvetica Neue"/>
                <a:cs typeface="Helvetica Neue"/>
              </a:rPr>
              <a:t>Jinlan Zhao</a:t>
            </a:r>
          </a:p>
        </p:txBody>
      </p:sp>
      <p:sp>
        <p:nvSpPr>
          <p:cNvPr id="8" name="text">
            <a:extLst>
              <a:ext uri="{FF2B5EF4-FFF2-40B4-BE49-F238E27FC236}">
                <a16:creationId xmlns:a16="http://schemas.microsoft.com/office/drawing/2014/main" id="{EFD044B2-8B98-4A41-8DD0-3EFC7319FDA8}"/>
              </a:ext>
            </a:extLst>
          </p:cNvPr>
          <p:cNvSpPr>
            <a:spLocks noGrp="1"/>
          </p:cNvSpPr>
          <p:nvPr/>
        </p:nvSpPr>
        <p:spPr>
          <a:xfrm>
            <a:off x="7143750" y="5886450"/>
            <a:ext cx="4191000" cy="266700"/>
          </a:xfrm>
          <a:prstGeom prst="rect">
            <a:avLst/>
          </a:prstGeom>
          <a:noFill/>
          <a:ln w="0">
            <a:noFill/>
          </a:ln>
        </p:spPr>
        <p:txBody>
          <a:bodyPr lIns="0" tIns="0" rIns="0" bIns="0" anchor="t"/>
          <a:lstStyle>
            <a:defPPr>
              <a:defRPr sz="1350" b="1">
                <a:solidFill>
                  <a:srgbClr val="CFEA79"/>
                </a:solidFill>
                <a:latin typeface="Helvetica Neue"/>
                <a:ea typeface="Helvetica Neue"/>
                <a:cs typeface="Helvetica Neue"/>
              </a:defRPr>
            </a:defPPr>
            <a:lvl1pPr>
              <a:defRPr sz="1350" b="1">
                <a:solidFill>
                  <a:srgbClr val="CFEA79"/>
                </a:solidFill>
                <a:latin typeface="Helvetica Neue"/>
                <a:ea typeface="Helvetica Neue"/>
                <a:cs typeface="Helvetica Neue"/>
              </a:defRPr>
            </a:lvl1pPr>
            <a:lvl2pPr>
              <a:defRPr sz="1350" b="1">
                <a:solidFill>
                  <a:srgbClr val="CFEA79"/>
                </a:solidFill>
                <a:latin typeface="Helvetica Neue"/>
                <a:ea typeface="Helvetica Neue"/>
                <a:cs typeface="Helvetica Neue"/>
              </a:defRPr>
            </a:lvl2pPr>
            <a:lvl3pPr>
              <a:defRPr sz="1350" b="1">
                <a:solidFill>
                  <a:srgbClr val="CFEA79"/>
                </a:solidFill>
                <a:latin typeface="Helvetica Neue"/>
                <a:ea typeface="Helvetica Neue"/>
                <a:cs typeface="Helvetica Neue"/>
              </a:defRPr>
            </a:lvl3pPr>
            <a:lvl4pPr>
              <a:defRPr sz="1350" b="1">
                <a:solidFill>
                  <a:srgbClr val="CFEA79"/>
                </a:solidFill>
                <a:latin typeface="Helvetica Neue"/>
                <a:ea typeface="Helvetica Neue"/>
                <a:cs typeface="Helvetica Neue"/>
              </a:defRPr>
            </a:lvl4pPr>
            <a:lvl5pPr>
              <a:defRPr sz="1350" b="1">
                <a:solidFill>
                  <a:srgbClr val="CFEA79"/>
                </a:solidFill>
                <a:latin typeface="Helvetica Neue"/>
                <a:ea typeface="Helvetica Neue"/>
                <a:cs typeface="Helvetica Neue"/>
              </a:defRPr>
            </a:lvl5pPr>
            <a:lvl6pPr>
              <a:defRPr sz="1350" b="1">
                <a:solidFill>
                  <a:srgbClr val="CFEA79"/>
                </a:solidFill>
                <a:latin typeface="Helvetica Neue"/>
                <a:ea typeface="Helvetica Neue"/>
                <a:cs typeface="Helvetica Neue"/>
              </a:defRPr>
            </a:lvl6pPr>
            <a:lvl7pPr>
              <a:defRPr sz="1350" b="1">
                <a:solidFill>
                  <a:srgbClr val="CFEA79"/>
                </a:solidFill>
                <a:latin typeface="Helvetica Neue"/>
                <a:ea typeface="Helvetica Neue"/>
                <a:cs typeface="Helvetica Neue"/>
              </a:defRPr>
            </a:lvl7pPr>
            <a:lvl8pPr>
              <a:defRPr sz="1350" b="1">
                <a:solidFill>
                  <a:srgbClr val="CFEA79"/>
                </a:solidFill>
                <a:latin typeface="Helvetica Neue"/>
                <a:ea typeface="Helvetica Neue"/>
                <a:cs typeface="Helvetica Neue"/>
              </a:defRPr>
            </a:lvl8pPr>
            <a:lvl9pPr>
              <a:defRPr sz="1350" b="1">
                <a:solidFill>
                  <a:srgbClr val="CFEA79"/>
                </a:solidFill>
                <a:latin typeface="Helvetica Neue"/>
                <a:ea typeface="Helvetica Neue"/>
                <a:cs typeface="Helvetica Neue"/>
              </a:defRPr>
            </a:lvl9pPr>
          </a:lstStyle>
          <a:p>
            <a:pPr>
              <a:defRPr sz="1350" b="1">
                <a:solidFill>
                  <a:srgbClr val="CFEA79"/>
                </a:solidFill>
                <a:latin typeface="Helvetica Neue"/>
                <a:ea typeface="Helvetica Neue"/>
                <a:cs typeface="Helvetica Neue"/>
              </a:defRPr>
            </a:pPr>
            <a:r>
              <a:rPr sz="1350" b="1" dirty="0">
                <a:solidFill>
                  <a:srgbClr val="CFEA79"/>
                </a:solidFill>
                <a:latin typeface="Helvetica Neue"/>
                <a:ea typeface="Helvetica Neue"/>
                <a:cs typeface="Helvetica Neue"/>
              </a:rPr>
              <a:t>PROGRESS REPORT 2</a:t>
            </a:r>
          </a:p>
        </p:txBody>
      </p:sp>
      <p:sp>
        <p:nvSpPr>
          <p:cNvPr id="9" name="text">
            <a:extLst>
              <a:ext uri="{FF2B5EF4-FFF2-40B4-BE49-F238E27FC236}">
                <a16:creationId xmlns:a16="http://schemas.microsoft.com/office/drawing/2014/main" id="{DB111BD9-ACDF-41C7-BC0A-10609D9032C5}"/>
              </a:ext>
            </a:extLst>
          </p:cNvPr>
          <p:cNvSpPr>
            <a:spLocks noGrp="1"/>
          </p:cNvSpPr>
          <p:nvPr/>
        </p:nvSpPr>
        <p:spPr>
          <a:xfrm>
            <a:off x="7143750" y="6219825"/>
            <a:ext cx="4191000" cy="447675"/>
          </a:xfrm>
          <a:prstGeom prst="rect">
            <a:avLst/>
          </a:prstGeom>
          <a:noFill/>
          <a:ln w="0">
            <a:noFill/>
          </a:ln>
        </p:spPr>
        <p:txBody>
          <a:bodyPr lIns="0" tIns="0" rIns="0" bIns="0" anchor="t"/>
          <a:lstStyle>
            <a:defPPr>
              <a:defRPr sz="1275" b="0">
                <a:solidFill>
                  <a:srgbClr val="D8D1C5"/>
                </a:solidFill>
                <a:latin typeface="Helvetica Neue"/>
                <a:ea typeface="Helvetica Neue"/>
                <a:cs typeface="Helvetica Neue"/>
              </a:defRPr>
            </a:defPPr>
            <a:lvl1pPr>
              <a:defRPr sz="1275" b="0">
                <a:solidFill>
                  <a:srgbClr val="D8D1C5"/>
                </a:solidFill>
                <a:latin typeface="Helvetica Neue"/>
                <a:ea typeface="Helvetica Neue"/>
                <a:cs typeface="Helvetica Neue"/>
              </a:defRPr>
            </a:lvl1pPr>
            <a:lvl2pPr>
              <a:defRPr sz="1275" b="0">
                <a:solidFill>
                  <a:srgbClr val="D8D1C5"/>
                </a:solidFill>
                <a:latin typeface="Helvetica Neue"/>
                <a:ea typeface="Helvetica Neue"/>
                <a:cs typeface="Helvetica Neue"/>
              </a:defRPr>
            </a:lvl2pPr>
            <a:lvl3pPr>
              <a:defRPr sz="1275" b="0">
                <a:solidFill>
                  <a:srgbClr val="D8D1C5"/>
                </a:solidFill>
                <a:latin typeface="Helvetica Neue"/>
                <a:ea typeface="Helvetica Neue"/>
                <a:cs typeface="Helvetica Neue"/>
              </a:defRPr>
            </a:lvl3pPr>
            <a:lvl4pPr>
              <a:defRPr sz="1275" b="0">
                <a:solidFill>
                  <a:srgbClr val="D8D1C5"/>
                </a:solidFill>
                <a:latin typeface="Helvetica Neue"/>
                <a:ea typeface="Helvetica Neue"/>
                <a:cs typeface="Helvetica Neue"/>
              </a:defRPr>
            </a:lvl4pPr>
            <a:lvl5pPr>
              <a:defRPr sz="1275" b="0">
                <a:solidFill>
                  <a:srgbClr val="D8D1C5"/>
                </a:solidFill>
                <a:latin typeface="Helvetica Neue"/>
                <a:ea typeface="Helvetica Neue"/>
                <a:cs typeface="Helvetica Neue"/>
              </a:defRPr>
            </a:lvl5pPr>
            <a:lvl6pPr>
              <a:defRPr sz="1275" b="0">
                <a:solidFill>
                  <a:srgbClr val="D8D1C5"/>
                </a:solidFill>
                <a:latin typeface="Helvetica Neue"/>
                <a:ea typeface="Helvetica Neue"/>
                <a:cs typeface="Helvetica Neue"/>
              </a:defRPr>
            </a:lvl6pPr>
            <a:lvl7pPr>
              <a:defRPr sz="1275" b="0">
                <a:solidFill>
                  <a:srgbClr val="D8D1C5"/>
                </a:solidFill>
                <a:latin typeface="Helvetica Neue"/>
                <a:ea typeface="Helvetica Neue"/>
                <a:cs typeface="Helvetica Neue"/>
              </a:defRPr>
            </a:lvl7pPr>
            <a:lvl8pPr>
              <a:defRPr sz="1275" b="0">
                <a:solidFill>
                  <a:srgbClr val="D8D1C5"/>
                </a:solidFill>
                <a:latin typeface="Helvetica Neue"/>
                <a:ea typeface="Helvetica Neue"/>
                <a:cs typeface="Helvetica Neue"/>
              </a:defRPr>
            </a:lvl8pPr>
            <a:lvl9pPr>
              <a:defRPr sz="1275" b="0">
                <a:solidFill>
                  <a:srgbClr val="D8D1C5"/>
                </a:solidFill>
                <a:latin typeface="Helvetica Neue"/>
                <a:ea typeface="Helvetica Neue"/>
                <a:cs typeface="Helvetica Neue"/>
              </a:defRPr>
            </a:lvl9pPr>
          </a:lstStyle>
          <a:p>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MTEC-498 Peer Review</a:t>
            </a:r>
          </a:p>
          <a:p>
            <a:pPr>
              <a:defRPr sz="1275" b="0">
                <a:solidFill>
                  <a:srgbClr val="D8D1C5"/>
                </a:solidFill>
                <a:latin typeface="Helvetica Neue"/>
                <a:ea typeface="Helvetica Neue"/>
                <a:cs typeface="Helvetica Neue"/>
              </a:defRPr>
            </a:pPr>
            <a:r>
              <a:rPr sz="1275" b="0">
                <a:solidFill>
                  <a:srgbClr val="D8D1C5"/>
                </a:solidFill>
                <a:latin typeface="Helvetica Neue"/>
                <a:ea typeface="Helvetica Neue"/>
                <a:cs typeface="Helvetica Neue"/>
              </a:rPr>
              <a:t>October 2026</a:t>
            </a:r>
          </a:p>
        </p:txBody>
      </p:sp>
    </p:spTree>
    <p:extLst>
      <p:ext uri="{BB962C8B-B14F-4D97-AF65-F5344CB8AC3E}">
        <p14:creationId xmlns:p14="http://schemas.microsoft.com/office/powerpoint/2010/main" val="1919888438"/>
      </p:ext>
    </p:extLst>
  </p:cSld>
  <p:clrMapOvr>
    <a:masterClrMapping/>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6" name="slide-title">
            <a:extLst>
              <a:ext uri="{FF2B5EF4-FFF2-40B4-BE49-F238E27FC236}">
                <a16:creationId xmlns:a16="http://schemas.microsoft.com/office/drawing/2014/main" id="{F1C9073E-0A55-4E2C-9AB5-6EA7A94EB2E9}"/>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Since the last report</a:t>
            </a:r>
          </a:p>
        </p:txBody>
      </p:sp>
      <p:sp>
        <p:nvSpPr>
          <p:cNvPr id="2" name="accent">
            <a:extLst>
              <a:ext uri="{FF2B5EF4-FFF2-40B4-BE49-F238E27FC236}">
                <a16:creationId xmlns:a16="http://schemas.microsoft.com/office/drawing/2014/main" id="{DD600A24-8705-49A1-BDEA-E706F894B300}"/>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90495F72-96F2-4B88-8072-2CA53D68DBCA}"/>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02</a:t>
            </a:r>
          </a:p>
        </p:txBody>
      </p:sp>
      <p:graphicFrame>
        <p:nvGraphicFramePr>
          <p:cNvPr id="4" name="表格 3">
            <a:extLst>
              <a:ext uri="{FF2B5EF4-FFF2-40B4-BE49-F238E27FC236}">
                <a16:creationId xmlns:a16="http://schemas.microsoft.com/office/drawing/2014/main" id="{79C4F520-B8CD-4CE6-95CD-95718F5DE139}"/>
              </a:ext>
            </a:extLst>
          </p:cNvPr>
          <p:cNvGraphicFramePr/>
          <p:nvPr/>
        </p:nvGraphicFramePr>
        <p:xfrm>
          <a:off x="685800" y="1714500"/>
          <a:ext cx="10820400" cy="3429000"/>
        </p:xfrm>
        <a:graphic>
          <a:graphicData uri="http://schemas.openxmlformats.org/drawingml/2006/table">
            <a:tbl>
              <a:tblPr/>
              <a:tblGrid>
                <a:gridCol w="283845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4648200">
                  <a:extLst>
                    <a:ext uri="{9D8B030D-6E8A-4147-A177-3AD203B41FA5}">
                      <a16:colId xmlns:a16="http://schemas.microsoft.com/office/drawing/2014/main" val="20002"/>
                    </a:ext>
                  </a:extLst>
                </a:gridCol>
              </a:tblGrid>
              <a:tr h="685800">
                <a:tc>
                  <a:txBody>
                    <a:bodyPr/>
                    <a:lstStyle/>
                    <a:p>
                      <a:r>
                        <a:rPr sz="1575" b="1">
                          <a:solidFill>
                            <a:srgbClr val="FFFFFF"/>
                          </a:solidFill>
                          <a:latin typeface="Helvetica Neue"/>
                          <a:ea typeface="Helvetica Neue"/>
                          <a:cs typeface="Helvetica Neue"/>
                        </a:rPr>
                        <a:t>Area</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Previous report</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prototype</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extLst>
                  <a:ext uri="{0D108BD9-81ED-4DB2-BD59-A6C34878D82A}">
                    <a16:rowId xmlns:a16="http://schemas.microsoft.com/office/drawing/2014/main" val="10000"/>
                  </a:ext>
                </a:extLst>
              </a:tr>
              <a:tr h="685800">
                <a:tc>
                  <a:txBody>
                    <a:bodyPr/>
                    <a:lstStyle/>
                    <a:p>
                      <a:r>
                        <a:rPr sz="1875" b="1">
                          <a:solidFill>
                            <a:srgbClr val="171A1D"/>
                          </a:solidFill>
                          <a:latin typeface="Helvetica Neue"/>
                          <a:ea typeface="Helvetica Neue"/>
                          <a:cs typeface="Helvetica Neue"/>
                        </a:rPr>
                        <a:t>Voice-selected instruments</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Planned</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Connected to Max playback</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1"/>
                  </a:ext>
                </a:extLst>
              </a:tr>
              <a:tr h="685800">
                <a:tc>
                  <a:txBody>
                    <a:bodyPr/>
                    <a:lstStyle/>
                    <a:p>
                      <a:r>
                        <a:rPr sz="1875" b="1">
                          <a:solidFill>
                            <a:srgbClr val="171A1D"/>
                          </a:solidFill>
                          <a:latin typeface="Helvetica Neue"/>
                          <a:ea typeface="Helvetica Neue"/>
                          <a:cs typeface="Helvetica Neue"/>
                        </a:rPr>
                        <a:t>Physical controls</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Proposed after demo</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RECORD, PLAY and STOP</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2"/>
                  </a:ext>
                </a:extLst>
              </a:tr>
              <a:tr h="685800">
                <a:tc>
                  <a:txBody>
                    <a:bodyPr/>
                    <a:lstStyle/>
                    <a:p>
                      <a:r>
                        <a:rPr sz="1875" b="1">
                          <a:solidFill>
                            <a:srgbClr val="171A1D"/>
                          </a:solidFill>
                          <a:latin typeface="Helvetica Neue"/>
                          <a:ea typeface="Helvetica Neue"/>
                          <a:cs typeface="Helvetica Neue"/>
                        </a:rPr>
                        <a:t>Spoken feedback</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Needed</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Clarification and some errors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3"/>
                  </a:ext>
                </a:extLst>
              </a:tr>
              <a:tr h="685800">
                <a:tc>
                  <a:txBody>
                    <a:bodyPr/>
                    <a:lstStyle/>
                    <a:p>
                      <a:r>
                        <a:rPr sz="1875" b="1">
                          <a:solidFill>
                            <a:srgbClr val="171A1D"/>
                          </a:solidFill>
                          <a:latin typeface="Helvetica Neue"/>
                          <a:ea typeface="Helvetica Neue"/>
                          <a:cs typeface="Helvetica Neue"/>
                        </a:rPr>
                        <a:t>Reader evaluation</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Not yet validated</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Research protocol drafted</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4"/>
                  </a:ext>
                </a:extLst>
              </a:tr>
            </a:tbl>
          </a:graphicData>
        </a:graphic>
      </p:graphicFrame>
      <p:sp>
        <p:nvSpPr>
          <p:cNvPr id="5" name="text">
            <a:extLst>
              <a:ext uri="{FF2B5EF4-FFF2-40B4-BE49-F238E27FC236}">
                <a16:creationId xmlns:a16="http://schemas.microsoft.com/office/drawing/2014/main" id="{8EABDB3F-6686-41EC-8FB3-42A5BCC531A3}"/>
              </a:ext>
            </a:extLst>
          </p:cNvPr>
          <p:cNvSpPr>
            <a:spLocks noGrp="1"/>
          </p:cNvSpPr>
          <p:nvPr/>
        </p:nvSpPr>
        <p:spPr>
          <a:xfrm>
            <a:off x="714375" y="5572125"/>
            <a:ext cx="10572750" cy="619125"/>
          </a:xfrm>
          <a:prstGeom prst="rect">
            <a:avLst/>
          </a:prstGeom>
          <a:noFill/>
          <a:ln w="0">
            <a:noFill/>
          </a:ln>
        </p:spPr>
        <p:txBody>
          <a:bodyPr lIns="0" tIns="0" rIns="0" bIns="0" anchor="t"/>
          <a:lstStyle>
            <a:defPPr>
              <a:defRPr sz="1875" b="0">
                <a:solidFill>
                  <a:srgbClr val="7C776F"/>
                </a:solidFill>
                <a:latin typeface="Helvetica Neue"/>
                <a:ea typeface="Helvetica Neue"/>
                <a:cs typeface="Helvetica Neue"/>
              </a:defRPr>
            </a:defPPr>
            <a:lvl1pPr>
              <a:defRPr sz="1875" b="0">
                <a:solidFill>
                  <a:srgbClr val="7C776F"/>
                </a:solidFill>
                <a:latin typeface="Helvetica Neue"/>
                <a:ea typeface="Helvetica Neue"/>
                <a:cs typeface="Helvetica Neue"/>
              </a:defRPr>
            </a:lvl1pPr>
            <a:lvl2pPr>
              <a:defRPr sz="1875" b="0">
                <a:solidFill>
                  <a:srgbClr val="7C776F"/>
                </a:solidFill>
                <a:latin typeface="Helvetica Neue"/>
                <a:ea typeface="Helvetica Neue"/>
                <a:cs typeface="Helvetica Neue"/>
              </a:defRPr>
            </a:lvl2pPr>
            <a:lvl3pPr>
              <a:defRPr sz="1875" b="0">
                <a:solidFill>
                  <a:srgbClr val="7C776F"/>
                </a:solidFill>
                <a:latin typeface="Helvetica Neue"/>
                <a:ea typeface="Helvetica Neue"/>
                <a:cs typeface="Helvetica Neue"/>
              </a:defRPr>
            </a:lvl3pPr>
            <a:lvl4pPr>
              <a:defRPr sz="1875" b="0">
                <a:solidFill>
                  <a:srgbClr val="7C776F"/>
                </a:solidFill>
                <a:latin typeface="Helvetica Neue"/>
                <a:ea typeface="Helvetica Neue"/>
                <a:cs typeface="Helvetica Neue"/>
              </a:defRPr>
            </a:lvl4pPr>
            <a:lvl5pPr>
              <a:defRPr sz="1875" b="0">
                <a:solidFill>
                  <a:srgbClr val="7C776F"/>
                </a:solidFill>
                <a:latin typeface="Helvetica Neue"/>
                <a:ea typeface="Helvetica Neue"/>
                <a:cs typeface="Helvetica Neue"/>
              </a:defRPr>
            </a:lvl5pPr>
            <a:lvl6pPr>
              <a:defRPr sz="1875" b="0">
                <a:solidFill>
                  <a:srgbClr val="7C776F"/>
                </a:solidFill>
                <a:latin typeface="Helvetica Neue"/>
                <a:ea typeface="Helvetica Neue"/>
                <a:cs typeface="Helvetica Neue"/>
              </a:defRPr>
            </a:lvl6pPr>
            <a:lvl7pPr>
              <a:defRPr sz="1875" b="0">
                <a:solidFill>
                  <a:srgbClr val="7C776F"/>
                </a:solidFill>
                <a:latin typeface="Helvetica Neue"/>
                <a:ea typeface="Helvetica Neue"/>
                <a:cs typeface="Helvetica Neue"/>
              </a:defRPr>
            </a:lvl7pPr>
            <a:lvl8pPr>
              <a:defRPr sz="1875" b="0">
                <a:solidFill>
                  <a:srgbClr val="7C776F"/>
                </a:solidFill>
                <a:latin typeface="Helvetica Neue"/>
                <a:ea typeface="Helvetica Neue"/>
                <a:cs typeface="Helvetica Neue"/>
              </a:defRPr>
            </a:lvl8pPr>
            <a:lvl9pPr>
              <a:defRPr sz="1875" b="0">
                <a:solidFill>
                  <a:srgbClr val="7C776F"/>
                </a:solidFill>
                <a:latin typeface="Helvetica Neue"/>
                <a:ea typeface="Helvetica Neue"/>
                <a:cs typeface="Helvetica Neue"/>
              </a:defRPr>
            </a:lvl9pPr>
          </a:lstStyle>
          <a:p>
            <a:pPr>
              <a:defRPr sz="1875" b="0">
                <a:solidFill>
                  <a:srgbClr val="7C776F"/>
                </a:solidFill>
                <a:latin typeface="Helvetica Neue"/>
                <a:ea typeface="Helvetica Neue"/>
                <a:cs typeface="Helvetica Neue"/>
              </a:defRPr>
            </a:pPr>
            <a:r>
              <a:rPr sz="1875" b="0">
                <a:solidFill>
                  <a:srgbClr val="7C776F"/>
                </a:solidFill>
                <a:latin typeface="Helvetica Neue"/>
                <a:ea typeface="Helvetica Neue"/>
                <a:cs typeface="Helvetica Neue"/>
              </a:rPr>
              <a:t>The score, page map, camera tracking and Max playback remain the starting point.</a:t>
            </a:r>
          </a:p>
        </p:txBody>
      </p:sp>
    </p:spTree>
    <p:extLst>
      <p:ext uri="{BB962C8B-B14F-4D97-AF65-F5344CB8AC3E}">
        <p14:creationId xmlns:p14="http://schemas.microsoft.com/office/powerpoint/2010/main" val="1972717628"/>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38FFCF22-531B-44DB-A5AF-FCBA1D707040}"/>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Physical controls</a:t>
            </a:r>
          </a:p>
        </p:txBody>
      </p:sp>
      <p:sp>
        <p:nvSpPr>
          <p:cNvPr id="2" name="accent">
            <a:extLst>
              <a:ext uri="{FF2B5EF4-FFF2-40B4-BE49-F238E27FC236}">
                <a16:creationId xmlns:a16="http://schemas.microsoft.com/office/drawing/2014/main" id="{A5F63DEE-8C63-4059-87D3-D0AF8E246880}"/>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pic>
        <p:nvPicPr>
          <p:cNvPr id="3" name="图片 2">
            <a:extLst>
              <a:ext uri="{FF2B5EF4-FFF2-40B4-BE49-F238E27FC236}">
                <a16:creationId xmlns:a16="http://schemas.microsoft.com/office/drawing/2014/main" id="{1DEF72A0-8C7D-42AA-83BE-FC33FE6DBF22}"/>
              </a:ext>
            </a:extLst>
          </p:cNvPr>
          <p:cNvPicPr>
            <a:picLocks noChangeAspect="1"/>
          </p:cNvPicPr>
          <p:nvPr/>
        </p:nvPicPr>
        <p:blipFill>
          <a:blip r:embed="rId4"/>
          <a:srcRect t="3977" b="3977"/>
          <a:stretch>
            <a:fillRect/>
          </a:stretch>
        </p:blipFill>
        <p:spPr>
          <a:xfrm>
            <a:off x="8001000" y="0"/>
            <a:ext cx="4191000" cy="6858000"/>
          </a:xfrm>
          <a:prstGeom prst="rect">
            <a:avLst/>
          </a:prstGeom>
        </p:spPr>
      </p:pic>
      <p:sp>
        <p:nvSpPr>
          <p:cNvPr id="4" name="accent">
            <a:extLst>
              <a:ext uri="{FF2B5EF4-FFF2-40B4-BE49-F238E27FC236}">
                <a16:creationId xmlns:a16="http://schemas.microsoft.com/office/drawing/2014/main" id="{21DA1B66-51A9-4CDF-99E1-708C2091406F}"/>
              </a:ext>
            </a:extLst>
          </p:cNvPr>
          <p:cNvSpPr>
            <a:spLocks noGrp="1"/>
          </p:cNvSpPr>
          <p:nvPr/>
        </p:nvSpPr>
        <p:spPr>
          <a:xfrm>
            <a:off x="7905750" y="0"/>
            <a:ext cx="76200" cy="6858000"/>
          </a:xfrm>
          <a:prstGeom prst="rect">
            <a:avLst/>
          </a:prstGeom>
          <a:solidFill>
            <a:srgbClr val="F06C5B"/>
          </a:solidFill>
          <a:ln w="0">
            <a:noFill/>
          </a:ln>
        </p:spPr>
        <p:txBody>
          <a:bodyPr/>
          <a:lstStyle/>
          <a:p>
            <a:endParaRPr lang="zh-CN" altLang="en-US"/>
          </a:p>
        </p:txBody>
      </p:sp>
      <p:sp>
        <p:nvSpPr>
          <p:cNvPr id="5" name="photo-page-number">
            <a:extLst>
              <a:ext uri="{FF2B5EF4-FFF2-40B4-BE49-F238E27FC236}">
                <a16:creationId xmlns:a16="http://schemas.microsoft.com/office/drawing/2014/main" id="{B85DEDEB-8015-4000-BC1D-B2D519F2442B}"/>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171A1D"/>
                </a:solidFill>
                <a:latin typeface="Helvetica Neue"/>
                <a:ea typeface="Helvetica Neue"/>
                <a:cs typeface="Helvetica Neue"/>
              </a:defRPr>
            </a:defPPr>
            <a:lvl1pPr>
              <a:defRPr sz="1275" b="1">
                <a:solidFill>
                  <a:srgbClr val="171A1D"/>
                </a:solidFill>
                <a:latin typeface="Helvetica Neue"/>
                <a:ea typeface="Helvetica Neue"/>
                <a:cs typeface="Helvetica Neue"/>
              </a:defRPr>
            </a:lvl1pPr>
            <a:lvl2pPr>
              <a:defRPr sz="1275" b="1">
                <a:solidFill>
                  <a:srgbClr val="171A1D"/>
                </a:solidFill>
                <a:latin typeface="Helvetica Neue"/>
                <a:ea typeface="Helvetica Neue"/>
                <a:cs typeface="Helvetica Neue"/>
              </a:defRPr>
            </a:lvl2pPr>
            <a:lvl3pPr>
              <a:defRPr sz="1275" b="1">
                <a:solidFill>
                  <a:srgbClr val="171A1D"/>
                </a:solidFill>
                <a:latin typeface="Helvetica Neue"/>
                <a:ea typeface="Helvetica Neue"/>
                <a:cs typeface="Helvetica Neue"/>
              </a:defRPr>
            </a:lvl3pPr>
            <a:lvl4pPr>
              <a:defRPr sz="1275" b="1">
                <a:solidFill>
                  <a:srgbClr val="171A1D"/>
                </a:solidFill>
                <a:latin typeface="Helvetica Neue"/>
                <a:ea typeface="Helvetica Neue"/>
                <a:cs typeface="Helvetica Neue"/>
              </a:defRPr>
            </a:lvl4pPr>
            <a:lvl5pPr>
              <a:defRPr sz="1275" b="1">
                <a:solidFill>
                  <a:srgbClr val="171A1D"/>
                </a:solidFill>
                <a:latin typeface="Helvetica Neue"/>
                <a:ea typeface="Helvetica Neue"/>
                <a:cs typeface="Helvetica Neue"/>
              </a:defRPr>
            </a:lvl5pPr>
            <a:lvl6pPr>
              <a:defRPr sz="1275" b="1">
                <a:solidFill>
                  <a:srgbClr val="171A1D"/>
                </a:solidFill>
                <a:latin typeface="Helvetica Neue"/>
                <a:ea typeface="Helvetica Neue"/>
                <a:cs typeface="Helvetica Neue"/>
              </a:defRPr>
            </a:lvl6pPr>
            <a:lvl7pPr>
              <a:defRPr sz="1275" b="1">
                <a:solidFill>
                  <a:srgbClr val="171A1D"/>
                </a:solidFill>
                <a:latin typeface="Helvetica Neue"/>
                <a:ea typeface="Helvetica Neue"/>
                <a:cs typeface="Helvetica Neue"/>
              </a:defRPr>
            </a:lvl7pPr>
            <a:lvl8pPr>
              <a:defRPr sz="1275" b="1">
                <a:solidFill>
                  <a:srgbClr val="171A1D"/>
                </a:solidFill>
                <a:latin typeface="Helvetica Neue"/>
                <a:ea typeface="Helvetica Neue"/>
                <a:cs typeface="Helvetica Neue"/>
              </a:defRPr>
            </a:lvl8pPr>
            <a:lvl9pPr>
              <a:defRPr sz="1275" b="1">
                <a:solidFill>
                  <a:srgbClr val="171A1D"/>
                </a:solidFill>
                <a:latin typeface="Helvetica Neue"/>
                <a:ea typeface="Helvetica Neue"/>
                <a:cs typeface="Helvetica Neue"/>
              </a:defRPr>
            </a:lvl9pPr>
          </a:lstStyle>
          <a:p>
            <a:pPr>
              <a:defRPr sz="1275" b="1">
                <a:solidFill>
                  <a:srgbClr val="171A1D"/>
                </a:solidFill>
                <a:latin typeface="Helvetica Neue"/>
                <a:ea typeface="Helvetica Neue"/>
                <a:cs typeface="Helvetica Neue"/>
              </a:defRPr>
            </a:pPr>
            <a:r>
              <a:rPr sz="1275" b="1">
                <a:solidFill>
                  <a:srgbClr val="171A1D"/>
                </a:solidFill>
                <a:latin typeface="Helvetica Neue"/>
                <a:ea typeface="Helvetica Neue"/>
                <a:cs typeface="Helvetica Neue"/>
              </a:rPr>
              <a:t>03</a:t>
            </a:r>
          </a:p>
        </p:txBody>
      </p:sp>
      <p:sp>
        <p:nvSpPr>
          <p:cNvPr id="6" name="text">
            <a:extLst>
              <a:ext uri="{FF2B5EF4-FFF2-40B4-BE49-F238E27FC236}">
                <a16:creationId xmlns:a16="http://schemas.microsoft.com/office/drawing/2014/main" id="{8C392159-B1D7-44B6-A4E0-4BD541ED3EA1}"/>
              </a:ext>
            </a:extLst>
          </p:cNvPr>
          <p:cNvSpPr>
            <a:spLocks noGrp="1"/>
          </p:cNvSpPr>
          <p:nvPr/>
        </p:nvSpPr>
        <p:spPr>
          <a:xfrm>
            <a:off x="704850" y="1790700"/>
            <a:ext cx="1762125" cy="571500"/>
          </a:xfrm>
          <a:prstGeom prst="rect">
            <a:avLst/>
          </a:prstGeom>
          <a:noFill/>
          <a:ln w="0">
            <a:noFill/>
          </a:ln>
        </p:spPr>
        <p:txBody>
          <a:bodyPr lIns="0" tIns="0" rIns="0" bIns="0" anchor="t"/>
          <a:lstStyle>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RECORD</a:t>
            </a:r>
          </a:p>
        </p:txBody>
      </p:sp>
      <p:sp>
        <p:nvSpPr>
          <p:cNvPr id="7" name="text">
            <a:extLst>
              <a:ext uri="{FF2B5EF4-FFF2-40B4-BE49-F238E27FC236}">
                <a16:creationId xmlns:a16="http://schemas.microsoft.com/office/drawing/2014/main" id="{3A17A1BA-EAEF-4E9B-AA9A-66EDA15862D0}"/>
              </a:ext>
            </a:extLst>
          </p:cNvPr>
          <p:cNvSpPr>
            <a:spLocks noGrp="1"/>
          </p:cNvSpPr>
          <p:nvPr/>
        </p:nvSpPr>
        <p:spPr>
          <a:xfrm>
            <a:off x="2571750" y="1800225"/>
            <a:ext cx="4905375" cy="857250"/>
          </a:xfrm>
          <a:prstGeom prst="rect">
            <a:avLst/>
          </a:prstGeom>
          <a:noFill/>
          <a:ln w="0">
            <a:noFill/>
          </a:ln>
        </p:spPr>
        <p:txBody>
          <a:bodyPr lIns="0" tIns="0" rIns="0" bIns="0" anchor="t"/>
          <a:lstStyle>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Hold to speak</a:t>
            </a:r>
          </a:p>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Release to submit</a:t>
            </a:r>
          </a:p>
        </p:txBody>
      </p:sp>
      <p:sp>
        <p:nvSpPr>
          <p:cNvPr id="8" name="accent">
            <a:extLst>
              <a:ext uri="{FF2B5EF4-FFF2-40B4-BE49-F238E27FC236}">
                <a16:creationId xmlns:a16="http://schemas.microsoft.com/office/drawing/2014/main" id="{C19F7FC1-3BAD-43F2-B8C5-B9E2919ADCA9}"/>
              </a:ext>
            </a:extLst>
          </p:cNvPr>
          <p:cNvSpPr>
            <a:spLocks noGrp="1"/>
          </p:cNvSpPr>
          <p:nvPr/>
        </p:nvSpPr>
        <p:spPr>
          <a:xfrm>
            <a:off x="704850" y="2914650"/>
            <a:ext cx="6667500" cy="9525"/>
          </a:xfrm>
          <a:prstGeom prst="rect">
            <a:avLst/>
          </a:prstGeom>
          <a:solidFill>
            <a:srgbClr val="D8D1C5"/>
          </a:solidFill>
          <a:ln w="0">
            <a:noFill/>
          </a:ln>
        </p:spPr>
        <p:txBody>
          <a:bodyPr/>
          <a:lstStyle/>
          <a:p>
            <a:endParaRPr lang="zh-CN" altLang="en-US"/>
          </a:p>
        </p:txBody>
      </p:sp>
      <p:sp>
        <p:nvSpPr>
          <p:cNvPr id="9" name="text">
            <a:extLst>
              <a:ext uri="{FF2B5EF4-FFF2-40B4-BE49-F238E27FC236}">
                <a16:creationId xmlns:a16="http://schemas.microsoft.com/office/drawing/2014/main" id="{077F0F69-774D-471F-965A-774CDE270247}"/>
              </a:ext>
            </a:extLst>
          </p:cNvPr>
          <p:cNvSpPr>
            <a:spLocks noGrp="1"/>
          </p:cNvSpPr>
          <p:nvPr/>
        </p:nvSpPr>
        <p:spPr>
          <a:xfrm>
            <a:off x="704850" y="3209925"/>
            <a:ext cx="1762125" cy="571500"/>
          </a:xfrm>
          <a:prstGeom prst="rect">
            <a:avLst/>
          </a:prstGeom>
          <a:noFill/>
          <a:ln w="0">
            <a:noFill/>
          </a:ln>
        </p:spPr>
        <p:txBody>
          <a:bodyPr lIns="0" tIns="0" rIns="0" bIns="0" anchor="t"/>
          <a:lstStyle>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PLAY</a:t>
            </a:r>
          </a:p>
        </p:txBody>
      </p:sp>
      <p:sp>
        <p:nvSpPr>
          <p:cNvPr id="10" name="text">
            <a:extLst>
              <a:ext uri="{FF2B5EF4-FFF2-40B4-BE49-F238E27FC236}">
                <a16:creationId xmlns:a16="http://schemas.microsoft.com/office/drawing/2014/main" id="{47066FE1-5BFB-41B0-82B3-20994EBC0EA6}"/>
              </a:ext>
            </a:extLst>
          </p:cNvPr>
          <p:cNvSpPr>
            <a:spLocks noGrp="1"/>
          </p:cNvSpPr>
          <p:nvPr/>
        </p:nvSpPr>
        <p:spPr>
          <a:xfrm>
            <a:off x="2571750" y="3219450"/>
            <a:ext cx="4905375" cy="857250"/>
          </a:xfrm>
          <a:prstGeom prst="rect">
            <a:avLst/>
          </a:prstGeom>
          <a:noFill/>
          <a:ln w="0">
            <a:noFill/>
          </a:ln>
        </p:spPr>
        <p:txBody>
          <a:bodyPr lIns="0" tIns="0" rIns="0" bIns="0" anchor="t"/>
          <a:lstStyle>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Start the Full Mix</a:t>
            </a:r>
          </a:p>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from the selected measure</a:t>
            </a:r>
          </a:p>
        </p:txBody>
      </p:sp>
      <p:sp>
        <p:nvSpPr>
          <p:cNvPr id="11" name="accent">
            <a:extLst>
              <a:ext uri="{FF2B5EF4-FFF2-40B4-BE49-F238E27FC236}">
                <a16:creationId xmlns:a16="http://schemas.microsoft.com/office/drawing/2014/main" id="{531F7E05-9FB8-43DF-B6B4-47EEE0398969}"/>
              </a:ext>
            </a:extLst>
          </p:cNvPr>
          <p:cNvSpPr>
            <a:spLocks noGrp="1"/>
          </p:cNvSpPr>
          <p:nvPr/>
        </p:nvSpPr>
        <p:spPr>
          <a:xfrm>
            <a:off x="704850" y="4333875"/>
            <a:ext cx="6667500" cy="9525"/>
          </a:xfrm>
          <a:prstGeom prst="rect">
            <a:avLst/>
          </a:prstGeom>
          <a:solidFill>
            <a:srgbClr val="D8D1C5"/>
          </a:solidFill>
          <a:ln w="0">
            <a:noFill/>
          </a:ln>
        </p:spPr>
        <p:txBody>
          <a:bodyPr/>
          <a:lstStyle/>
          <a:p>
            <a:endParaRPr lang="zh-CN" altLang="en-US"/>
          </a:p>
        </p:txBody>
      </p:sp>
      <p:sp>
        <p:nvSpPr>
          <p:cNvPr id="12" name="text">
            <a:extLst>
              <a:ext uri="{FF2B5EF4-FFF2-40B4-BE49-F238E27FC236}">
                <a16:creationId xmlns:a16="http://schemas.microsoft.com/office/drawing/2014/main" id="{02A8C8B3-566C-4D84-BD46-E47C5512D359}"/>
              </a:ext>
            </a:extLst>
          </p:cNvPr>
          <p:cNvSpPr>
            <a:spLocks noGrp="1"/>
          </p:cNvSpPr>
          <p:nvPr/>
        </p:nvSpPr>
        <p:spPr>
          <a:xfrm>
            <a:off x="704850" y="4629150"/>
            <a:ext cx="1762125" cy="571500"/>
          </a:xfrm>
          <a:prstGeom prst="rect">
            <a:avLst/>
          </a:prstGeom>
          <a:noFill/>
          <a:ln w="0">
            <a:noFill/>
          </a:ln>
        </p:spPr>
        <p:txBody>
          <a:bodyPr lIns="0" tIns="0" rIns="0" bIns="0" anchor="t"/>
          <a:lstStyle>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STOP</a:t>
            </a:r>
          </a:p>
        </p:txBody>
      </p:sp>
      <p:sp>
        <p:nvSpPr>
          <p:cNvPr id="13" name="text">
            <a:extLst>
              <a:ext uri="{FF2B5EF4-FFF2-40B4-BE49-F238E27FC236}">
                <a16:creationId xmlns:a16="http://schemas.microsoft.com/office/drawing/2014/main" id="{12B06214-B51C-48DF-B127-3DA980AAF2B0}"/>
              </a:ext>
            </a:extLst>
          </p:cNvPr>
          <p:cNvSpPr>
            <a:spLocks noGrp="1"/>
          </p:cNvSpPr>
          <p:nvPr/>
        </p:nvSpPr>
        <p:spPr>
          <a:xfrm>
            <a:off x="2571750" y="4638675"/>
            <a:ext cx="4905375" cy="857250"/>
          </a:xfrm>
          <a:prstGeom prst="rect">
            <a:avLst/>
          </a:prstGeom>
          <a:noFill/>
          <a:ln w="0">
            <a:noFill/>
          </a:ln>
        </p:spPr>
        <p:txBody>
          <a:bodyPr lIns="0" tIns="0" rIns="0" bIns="0" anchor="t"/>
          <a:lstStyle>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Stop playback</a:t>
            </a:r>
          </a:p>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Cancel a pending request</a:t>
            </a:r>
          </a:p>
        </p:txBody>
      </p:sp>
      <p:sp>
        <p:nvSpPr>
          <p:cNvPr id="14" name="text">
            <a:extLst>
              <a:ext uri="{FF2B5EF4-FFF2-40B4-BE49-F238E27FC236}">
                <a16:creationId xmlns:a16="http://schemas.microsoft.com/office/drawing/2014/main" id="{17124C4B-CB3B-4568-855E-F2C97A2321E3}"/>
              </a:ext>
            </a:extLst>
          </p:cNvPr>
          <p:cNvSpPr>
            <a:spLocks noGrp="1"/>
          </p:cNvSpPr>
          <p:nvPr/>
        </p:nvSpPr>
        <p:spPr>
          <a:xfrm>
            <a:off x="704850" y="6219825"/>
            <a:ext cx="6858000" cy="333375"/>
          </a:xfrm>
          <a:prstGeom prst="rect">
            <a:avLst/>
          </a:prstGeom>
          <a:noFill/>
          <a:ln w="0">
            <a:noFill/>
          </a:ln>
        </p:spPr>
        <p:txBody>
          <a:bodyPr lIns="0" tIns="0" rIns="0" bIns="0" anchor="t"/>
          <a:lstStyle>
            <a:defPPr>
              <a:defRPr sz="1575" b="0">
                <a:solidFill>
                  <a:srgbClr val="7C776F"/>
                </a:solidFill>
                <a:latin typeface="Helvetica Neue"/>
                <a:ea typeface="Helvetica Neue"/>
                <a:cs typeface="Helvetica Neue"/>
              </a:defRPr>
            </a:defPPr>
            <a:lvl1pPr>
              <a:defRPr sz="1575" b="0">
                <a:solidFill>
                  <a:srgbClr val="7C776F"/>
                </a:solidFill>
                <a:latin typeface="Helvetica Neue"/>
                <a:ea typeface="Helvetica Neue"/>
                <a:cs typeface="Helvetica Neue"/>
              </a:defRPr>
            </a:lvl1pPr>
            <a:lvl2pPr>
              <a:defRPr sz="1575" b="0">
                <a:solidFill>
                  <a:srgbClr val="7C776F"/>
                </a:solidFill>
                <a:latin typeface="Helvetica Neue"/>
                <a:ea typeface="Helvetica Neue"/>
                <a:cs typeface="Helvetica Neue"/>
              </a:defRPr>
            </a:lvl2pPr>
            <a:lvl3pPr>
              <a:defRPr sz="1575" b="0">
                <a:solidFill>
                  <a:srgbClr val="7C776F"/>
                </a:solidFill>
                <a:latin typeface="Helvetica Neue"/>
                <a:ea typeface="Helvetica Neue"/>
                <a:cs typeface="Helvetica Neue"/>
              </a:defRPr>
            </a:lvl3pPr>
            <a:lvl4pPr>
              <a:defRPr sz="1575" b="0">
                <a:solidFill>
                  <a:srgbClr val="7C776F"/>
                </a:solidFill>
                <a:latin typeface="Helvetica Neue"/>
                <a:ea typeface="Helvetica Neue"/>
                <a:cs typeface="Helvetica Neue"/>
              </a:defRPr>
            </a:lvl4pPr>
            <a:lvl5pPr>
              <a:defRPr sz="1575" b="0">
                <a:solidFill>
                  <a:srgbClr val="7C776F"/>
                </a:solidFill>
                <a:latin typeface="Helvetica Neue"/>
                <a:ea typeface="Helvetica Neue"/>
                <a:cs typeface="Helvetica Neue"/>
              </a:defRPr>
            </a:lvl5pPr>
            <a:lvl6pPr>
              <a:defRPr sz="1575" b="0">
                <a:solidFill>
                  <a:srgbClr val="7C776F"/>
                </a:solidFill>
                <a:latin typeface="Helvetica Neue"/>
                <a:ea typeface="Helvetica Neue"/>
                <a:cs typeface="Helvetica Neue"/>
              </a:defRPr>
            </a:lvl6pPr>
            <a:lvl7pPr>
              <a:defRPr sz="1575" b="0">
                <a:solidFill>
                  <a:srgbClr val="7C776F"/>
                </a:solidFill>
                <a:latin typeface="Helvetica Neue"/>
                <a:ea typeface="Helvetica Neue"/>
                <a:cs typeface="Helvetica Neue"/>
              </a:defRPr>
            </a:lvl7pPr>
            <a:lvl8pPr>
              <a:defRPr sz="1575" b="0">
                <a:solidFill>
                  <a:srgbClr val="7C776F"/>
                </a:solidFill>
                <a:latin typeface="Helvetica Neue"/>
                <a:ea typeface="Helvetica Neue"/>
                <a:cs typeface="Helvetica Neue"/>
              </a:defRPr>
            </a:lvl8pPr>
            <a:lvl9pPr>
              <a:defRPr sz="1575" b="0">
                <a:solidFill>
                  <a:srgbClr val="7C776F"/>
                </a:solidFill>
                <a:latin typeface="Helvetica Neue"/>
                <a:ea typeface="Helvetica Neue"/>
                <a:cs typeface="Helvetica Neue"/>
              </a:defRPr>
            </a:lvl9pPr>
          </a:lstStyle>
          <a:p>
            <a:pPr>
              <a:defRPr sz="1575" b="0">
                <a:solidFill>
                  <a:srgbClr val="7C776F"/>
                </a:solidFill>
                <a:latin typeface="Helvetica Neue"/>
                <a:ea typeface="Helvetica Neue"/>
                <a:cs typeface="Helvetica Neue"/>
              </a:defRPr>
            </a:pPr>
            <a:r>
              <a:rPr sz="1575" b="0">
                <a:solidFill>
                  <a:srgbClr val="7C776F"/>
                </a:solidFill>
                <a:latin typeface="Helvetica Neue"/>
                <a:ea typeface="Helvetica Neue"/>
                <a:cs typeface="Helvetica Neue"/>
              </a:rPr>
              <a:t>Teensy 4.0 with three push buttons</a:t>
            </a:r>
          </a:p>
        </p:txBody>
      </p:sp>
    </p:spTree>
    <p:extLst>
      <p:ext uri="{BB962C8B-B14F-4D97-AF65-F5344CB8AC3E}">
        <p14:creationId xmlns:p14="http://schemas.microsoft.com/office/powerpoint/2010/main" val="1305251475"/>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1A1D"/>
        </a:solidFill>
        <a:effectLst/>
      </p:bgPr>
    </p:bg>
    <p:spTree>
      <p:nvGrpSpPr>
        <p:cNvPr id="1" name=""/>
        <p:cNvGrpSpPr/>
        <p:nvPr/>
      </p:nvGrpSpPr>
      <p:grpSpPr>
        <a:xfrm>
          <a:off x="0" y="0"/>
          <a:ext cx="0" cy="0"/>
          <a:chOff x="0" y="0"/>
          <a:chExt cx="0" cy="0"/>
        </a:xfrm>
      </p:grpSpPr>
      <p:sp>
        <p:nvSpPr>
          <p:cNvPr id="21" name="slide-title">
            <a:extLst>
              <a:ext uri="{FF2B5EF4-FFF2-40B4-BE49-F238E27FC236}">
                <a16:creationId xmlns:a16="http://schemas.microsoft.com/office/drawing/2014/main" id="{9350F53A-2664-4E12-9DBC-002B7F602DF0}"/>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Current system</a:t>
            </a:r>
          </a:p>
        </p:txBody>
      </p:sp>
      <p:sp>
        <p:nvSpPr>
          <p:cNvPr id="2" name="accent">
            <a:extLst>
              <a:ext uri="{FF2B5EF4-FFF2-40B4-BE49-F238E27FC236}">
                <a16:creationId xmlns:a16="http://schemas.microsoft.com/office/drawing/2014/main" id="{73FA3A5A-522A-4D64-B707-B30D93AEDC6A}"/>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74D3D0A5-834B-4F59-B733-5B009A54ACD3}"/>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04</a:t>
            </a:r>
          </a:p>
        </p:txBody>
      </p:sp>
      <p:sp>
        <p:nvSpPr>
          <p:cNvPr id="4" name="text">
            <a:extLst>
              <a:ext uri="{FF2B5EF4-FFF2-40B4-BE49-F238E27FC236}">
                <a16:creationId xmlns:a16="http://schemas.microsoft.com/office/drawing/2014/main" id="{709F0405-9777-40AF-A8CA-46F5B53EF720}"/>
              </a:ext>
            </a:extLst>
          </p:cNvPr>
          <p:cNvSpPr>
            <a:spLocks noGrp="1"/>
          </p:cNvSpPr>
          <p:nvPr/>
        </p:nvSpPr>
        <p:spPr>
          <a:xfrm>
            <a:off x="704850" y="1905000"/>
            <a:ext cx="2000250" cy="666750"/>
          </a:xfrm>
          <a:prstGeom prst="rect">
            <a:avLst/>
          </a:prstGeom>
          <a:noFill/>
          <a:ln w="0">
            <a:noFill/>
          </a:ln>
        </p:spPr>
        <p:txBody>
          <a:bodyPr lIns="0" tIns="0" rIns="0" bIns="0" anchor="t"/>
          <a:lstStyle>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text">
            <a:extLst>
              <a:ext uri="{FF2B5EF4-FFF2-40B4-BE49-F238E27FC236}">
                <a16:creationId xmlns:a16="http://schemas.microsoft.com/office/drawing/2014/main" id="{98C34464-6B90-46F2-872B-478D853583AA}"/>
              </a:ext>
            </a:extLst>
          </p:cNvPr>
          <p:cNvSpPr>
            <a:spLocks noGrp="1"/>
          </p:cNvSpPr>
          <p:nvPr/>
        </p:nvSpPr>
        <p:spPr>
          <a:xfrm>
            <a:off x="704850" y="2809875"/>
            <a:ext cx="2343150" cy="790575"/>
          </a:xfrm>
          <a:prstGeom prst="rect">
            <a:avLst/>
          </a:prstGeom>
          <a:noFill/>
          <a:ln w="0">
            <a:noFill/>
          </a:ln>
        </p:spPr>
        <p:txBody>
          <a:bodyPr lIns="0" tIns="0" rIns="0" bIns="0" anchor="t"/>
          <a:lstStyle>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Page and finger</a:t>
            </a:r>
          </a:p>
        </p:txBody>
      </p:sp>
      <p:sp>
        <p:nvSpPr>
          <p:cNvPr id="6" name="text">
            <a:extLst>
              <a:ext uri="{FF2B5EF4-FFF2-40B4-BE49-F238E27FC236}">
                <a16:creationId xmlns:a16="http://schemas.microsoft.com/office/drawing/2014/main" id="{E7B369A6-65F7-49FF-A307-C59DAAFBF978}"/>
              </a:ext>
            </a:extLst>
          </p:cNvPr>
          <p:cNvSpPr>
            <a:spLocks noGrp="1"/>
          </p:cNvSpPr>
          <p:nvPr/>
        </p:nvSpPr>
        <p:spPr>
          <a:xfrm>
            <a:off x="704850" y="3743325"/>
            <a:ext cx="2343150" cy="1485900"/>
          </a:xfrm>
          <a:prstGeom prst="rect">
            <a:avLst/>
          </a:prstGeom>
          <a:noFill/>
          <a:ln w="0">
            <a:noFill/>
          </a:ln>
        </p:spPr>
        <p:txBody>
          <a:bodyPr lIns="0" tIns="0" rIns="0" bIns="0" anchor="t"/>
          <a:lstStyle>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OpenCV and ArUco</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MediaPipe fingertip</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Page-map lookup</a:t>
            </a:r>
          </a:p>
        </p:txBody>
      </p:sp>
      <p:sp>
        <p:nvSpPr>
          <p:cNvPr id="7" name="data-flow-link">
            <a:extLst>
              <a:ext uri="{FF2B5EF4-FFF2-40B4-BE49-F238E27FC236}">
                <a16:creationId xmlns:a16="http://schemas.microsoft.com/office/drawing/2014/main" id="{9E9DB97C-477D-415F-BFC2-A67E823438F5}"/>
              </a:ext>
            </a:extLst>
          </p:cNvPr>
          <p:cNvSpPr>
            <a:spLocks noGrp="1"/>
          </p:cNvSpPr>
          <p:nvPr/>
        </p:nvSpPr>
        <p:spPr>
          <a:xfrm>
            <a:off x="1600200" y="2333625"/>
            <a:ext cx="1866900" cy="19050"/>
          </a:xfrm>
          <a:prstGeom prst="rect">
            <a:avLst/>
          </a:prstGeom>
          <a:solidFill>
            <a:srgbClr val="62676A"/>
          </a:solidFill>
          <a:ln w="0">
            <a:noFill/>
          </a:ln>
        </p:spPr>
        <p:txBody>
          <a:bodyPr/>
          <a:lstStyle/>
          <a:p>
            <a:endParaRPr lang="zh-CN" altLang="en-US"/>
          </a:p>
        </p:txBody>
      </p:sp>
      <p:sp>
        <p:nvSpPr>
          <p:cNvPr id="8" name="text">
            <a:extLst>
              <a:ext uri="{FF2B5EF4-FFF2-40B4-BE49-F238E27FC236}">
                <a16:creationId xmlns:a16="http://schemas.microsoft.com/office/drawing/2014/main" id="{745E0186-311C-417B-80C3-ECAC75DF997B}"/>
              </a:ext>
            </a:extLst>
          </p:cNvPr>
          <p:cNvSpPr>
            <a:spLocks noGrp="1"/>
          </p:cNvSpPr>
          <p:nvPr/>
        </p:nvSpPr>
        <p:spPr>
          <a:xfrm>
            <a:off x="3524250" y="1905000"/>
            <a:ext cx="2000250" cy="666750"/>
          </a:xfrm>
          <a:prstGeom prst="rect">
            <a:avLst/>
          </a:prstGeom>
          <a:noFill/>
          <a:ln w="0">
            <a:noFill/>
          </a:ln>
        </p:spPr>
        <p:txBody>
          <a:bodyPr lIns="0" tIns="0" rIns="0" bIns="0" anchor="t"/>
          <a:lstStyle>
            <a:defPPr>
              <a:defRPr sz="4350" b="1">
                <a:solidFill>
                  <a:srgbClr val="CFEA79"/>
                </a:solidFill>
                <a:latin typeface="Helvetica Neue"/>
                <a:ea typeface="Helvetica Neue"/>
                <a:cs typeface="Helvetica Neue"/>
              </a:defRPr>
            </a:defPPr>
            <a:lvl1pPr>
              <a:defRPr sz="4350" b="1">
                <a:solidFill>
                  <a:srgbClr val="CFEA79"/>
                </a:solidFill>
                <a:latin typeface="Helvetica Neue"/>
                <a:ea typeface="Helvetica Neue"/>
                <a:cs typeface="Helvetica Neue"/>
              </a:defRPr>
            </a:lvl1pPr>
            <a:lvl2pPr>
              <a:defRPr sz="4350" b="1">
                <a:solidFill>
                  <a:srgbClr val="CFEA79"/>
                </a:solidFill>
                <a:latin typeface="Helvetica Neue"/>
                <a:ea typeface="Helvetica Neue"/>
                <a:cs typeface="Helvetica Neue"/>
              </a:defRPr>
            </a:lvl2pPr>
            <a:lvl3pPr>
              <a:defRPr sz="4350" b="1">
                <a:solidFill>
                  <a:srgbClr val="CFEA79"/>
                </a:solidFill>
                <a:latin typeface="Helvetica Neue"/>
                <a:ea typeface="Helvetica Neue"/>
                <a:cs typeface="Helvetica Neue"/>
              </a:defRPr>
            </a:lvl3pPr>
            <a:lvl4pPr>
              <a:defRPr sz="4350" b="1">
                <a:solidFill>
                  <a:srgbClr val="CFEA79"/>
                </a:solidFill>
                <a:latin typeface="Helvetica Neue"/>
                <a:ea typeface="Helvetica Neue"/>
                <a:cs typeface="Helvetica Neue"/>
              </a:defRPr>
            </a:lvl4pPr>
            <a:lvl5pPr>
              <a:defRPr sz="4350" b="1">
                <a:solidFill>
                  <a:srgbClr val="CFEA79"/>
                </a:solidFill>
                <a:latin typeface="Helvetica Neue"/>
                <a:ea typeface="Helvetica Neue"/>
                <a:cs typeface="Helvetica Neue"/>
              </a:defRPr>
            </a:lvl5pPr>
            <a:lvl6pPr>
              <a:defRPr sz="4350" b="1">
                <a:solidFill>
                  <a:srgbClr val="CFEA79"/>
                </a:solidFill>
                <a:latin typeface="Helvetica Neue"/>
                <a:ea typeface="Helvetica Neue"/>
                <a:cs typeface="Helvetica Neue"/>
              </a:defRPr>
            </a:lvl6pPr>
            <a:lvl7pPr>
              <a:defRPr sz="4350" b="1">
                <a:solidFill>
                  <a:srgbClr val="CFEA79"/>
                </a:solidFill>
                <a:latin typeface="Helvetica Neue"/>
                <a:ea typeface="Helvetica Neue"/>
                <a:cs typeface="Helvetica Neue"/>
              </a:defRPr>
            </a:lvl7pPr>
            <a:lvl8pPr>
              <a:defRPr sz="4350" b="1">
                <a:solidFill>
                  <a:srgbClr val="CFEA79"/>
                </a:solidFill>
                <a:latin typeface="Helvetica Neue"/>
                <a:ea typeface="Helvetica Neue"/>
                <a:cs typeface="Helvetica Neue"/>
              </a:defRPr>
            </a:lvl8pPr>
            <a:lvl9pPr>
              <a:defRPr sz="4350" b="1">
                <a:solidFill>
                  <a:srgbClr val="CFEA79"/>
                </a:solidFill>
                <a:latin typeface="Helvetica Neue"/>
                <a:ea typeface="Helvetica Neue"/>
                <a:cs typeface="Helvetica Neue"/>
              </a:defRPr>
            </a:lvl9pPr>
          </a:lstStyle>
          <a:p>
            <a:pPr>
              <a:defRPr sz="4350" b="1">
                <a:solidFill>
                  <a:srgbClr val="CFEA79"/>
                </a:solidFill>
                <a:latin typeface="Helvetica Neue"/>
                <a:ea typeface="Helvetica Neue"/>
                <a:cs typeface="Helvetica Neue"/>
              </a:defRPr>
            </a:pPr>
            <a:r>
              <a:rPr sz="4350" b="1">
                <a:solidFill>
                  <a:srgbClr val="CFEA79"/>
                </a:solidFill>
                <a:latin typeface="Helvetica Neue"/>
                <a:ea typeface="Helvetica Neue"/>
                <a:cs typeface="Helvetica Neue"/>
              </a:rPr>
              <a:t>02</a:t>
            </a:r>
          </a:p>
        </p:txBody>
      </p:sp>
      <p:sp>
        <p:nvSpPr>
          <p:cNvPr id="9" name="text">
            <a:extLst>
              <a:ext uri="{FF2B5EF4-FFF2-40B4-BE49-F238E27FC236}">
                <a16:creationId xmlns:a16="http://schemas.microsoft.com/office/drawing/2014/main" id="{64526603-EE69-4A67-817B-0D1685388C8C}"/>
              </a:ext>
            </a:extLst>
          </p:cNvPr>
          <p:cNvSpPr>
            <a:spLocks noGrp="1"/>
          </p:cNvSpPr>
          <p:nvPr/>
        </p:nvSpPr>
        <p:spPr>
          <a:xfrm>
            <a:off x="3524250" y="2809875"/>
            <a:ext cx="2343150" cy="790575"/>
          </a:xfrm>
          <a:prstGeom prst="rect">
            <a:avLst/>
          </a:prstGeom>
          <a:noFill/>
          <a:ln w="0">
            <a:noFill/>
          </a:ln>
        </p:spPr>
        <p:txBody>
          <a:bodyPr lIns="0" tIns="0" rIns="0" bIns="0" anchor="t"/>
          <a:lstStyle>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Record and speech</a:t>
            </a:r>
          </a:p>
        </p:txBody>
      </p:sp>
      <p:sp>
        <p:nvSpPr>
          <p:cNvPr id="10" name="text">
            <a:extLst>
              <a:ext uri="{FF2B5EF4-FFF2-40B4-BE49-F238E27FC236}">
                <a16:creationId xmlns:a16="http://schemas.microsoft.com/office/drawing/2014/main" id="{60294A1B-2284-4D67-B3C3-0CAC7841F7E6}"/>
              </a:ext>
            </a:extLst>
          </p:cNvPr>
          <p:cNvSpPr>
            <a:spLocks noGrp="1"/>
          </p:cNvSpPr>
          <p:nvPr/>
        </p:nvSpPr>
        <p:spPr>
          <a:xfrm>
            <a:off x="3524250" y="3743325"/>
            <a:ext cx="2343150" cy="1485900"/>
          </a:xfrm>
          <a:prstGeom prst="rect">
            <a:avLst/>
          </a:prstGeom>
          <a:noFill/>
          <a:ln w="0">
            <a:noFill/>
          </a:ln>
        </p:spPr>
        <p:txBody>
          <a:bodyPr lIns="0" tIns="0" rIns="0" bIns="0" anchor="t"/>
          <a:lstStyle>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Freeze the measure</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Hold RECORD</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Whisper ASR</a:t>
            </a:r>
          </a:p>
        </p:txBody>
      </p:sp>
      <p:sp>
        <p:nvSpPr>
          <p:cNvPr id="11" name="data-flow-link">
            <a:extLst>
              <a:ext uri="{FF2B5EF4-FFF2-40B4-BE49-F238E27FC236}">
                <a16:creationId xmlns:a16="http://schemas.microsoft.com/office/drawing/2014/main" id="{44887E25-DBAB-4ECE-ABBD-62BFA259A072}"/>
              </a:ext>
            </a:extLst>
          </p:cNvPr>
          <p:cNvSpPr>
            <a:spLocks noGrp="1"/>
          </p:cNvSpPr>
          <p:nvPr/>
        </p:nvSpPr>
        <p:spPr>
          <a:xfrm>
            <a:off x="4419600" y="2333625"/>
            <a:ext cx="1866900" cy="19050"/>
          </a:xfrm>
          <a:prstGeom prst="rect">
            <a:avLst/>
          </a:prstGeom>
          <a:solidFill>
            <a:srgbClr val="62676A"/>
          </a:solidFill>
          <a:ln w="0">
            <a:noFill/>
          </a:ln>
        </p:spPr>
        <p:txBody>
          <a:bodyPr/>
          <a:lstStyle/>
          <a:p>
            <a:endParaRPr lang="zh-CN" altLang="en-US"/>
          </a:p>
        </p:txBody>
      </p:sp>
      <p:sp>
        <p:nvSpPr>
          <p:cNvPr id="12" name="text">
            <a:extLst>
              <a:ext uri="{FF2B5EF4-FFF2-40B4-BE49-F238E27FC236}">
                <a16:creationId xmlns:a16="http://schemas.microsoft.com/office/drawing/2014/main" id="{5AB64CE9-FE77-4BA3-8845-396F710E7EE5}"/>
              </a:ext>
            </a:extLst>
          </p:cNvPr>
          <p:cNvSpPr>
            <a:spLocks noGrp="1"/>
          </p:cNvSpPr>
          <p:nvPr/>
        </p:nvSpPr>
        <p:spPr>
          <a:xfrm>
            <a:off x="6343650" y="1905000"/>
            <a:ext cx="2000250" cy="666750"/>
          </a:xfrm>
          <a:prstGeom prst="rect">
            <a:avLst/>
          </a:prstGeom>
          <a:noFill/>
          <a:ln w="0">
            <a:noFill/>
          </a:ln>
        </p:spPr>
        <p:txBody>
          <a:bodyPr lIns="0" tIns="0" rIns="0" bIns="0" anchor="t"/>
          <a:lstStyle>
            <a:defPPr>
              <a:defRPr sz="4350" b="1">
                <a:solidFill>
                  <a:srgbClr val="6AB7D6"/>
                </a:solidFill>
                <a:latin typeface="Helvetica Neue"/>
                <a:ea typeface="Helvetica Neue"/>
                <a:cs typeface="Helvetica Neue"/>
              </a:defRPr>
            </a:defPPr>
            <a:lvl1pPr>
              <a:defRPr sz="4350" b="1">
                <a:solidFill>
                  <a:srgbClr val="6AB7D6"/>
                </a:solidFill>
                <a:latin typeface="Helvetica Neue"/>
                <a:ea typeface="Helvetica Neue"/>
                <a:cs typeface="Helvetica Neue"/>
              </a:defRPr>
            </a:lvl1pPr>
            <a:lvl2pPr>
              <a:defRPr sz="4350" b="1">
                <a:solidFill>
                  <a:srgbClr val="6AB7D6"/>
                </a:solidFill>
                <a:latin typeface="Helvetica Neue"/>
                <a:ea typeface="Helvetica Neue"/>
                <a:cs typeface="Helvetica Neue"/>
              </a:defRPr>
            </a:lvl2pPr>
            <a:lvl3pPr>
              <a:defRPr sz="4350" b="1">
                <a:solidFill>
                  <a:srgbClr val="6AB7D6"/>
                </a:solidFill>
                <a:latin typeface="Helvetica Neue"/>
                <a:ea typeface="Helvetica Neue"/>
                <a:cs typeface="Helvetica Neue"/>
              </a:defRPr>
            </a:lvl3pPr>
            <a:lvl4pPr>
              <a:defRPr sz="4350" b="1">
                <a:solidFill>
                  <a:srgbClr val="6AB7D6"/>
                </a:solidFill>
                <a:latin typeface="Helvetica Neue"/>
                <a:ea typeface="Helvetica Neue"/>
                <a:cs typeface="Helvetica Neue"/>
              </a:defRPr>
            </a:lvl4pPr>
            <a:lvl5pPr>
              <a:defRPr sz="4350" b="1">
                <a:solidFill>
                  <a:srgbClr val="6AB7D6"/>
                </a:solidFill>
                <a:latin typeface="Helvetica Neue"/>
                <a:ea typeface="Helvetica Neue"/>
                <a:cs typeface="Helvetica Neue"/>
              </a:defRPr>
            </a:lvl5pPr>
            <a:lvl6pPr>
              <a:defRPr sz="4350" b="1">
                <a:solidFill>
                  <a:srgbClr val="6AB7D6"/>
                </a:solidFill>
                <a:latin typeface="Helvetica Neue"/>
                <a:ea typeface="Helvetica Neue"/>
                <a:cs typeface="Helvetica Neue"/>
              </a:defRPr>
            </a:lvl6pPr>
            <a:lvl7pPr>
              <a:defRPr sz="4350" b="1">
                <a:solidFill>
                  <a:srgbClr val="6AB7D6"/>
                </a:solidFill>
                <a:latin typeface="Helvetica Neue"/>
                <a:ea typeface="Helvetica Neue"/>
                <a:cs typeface="Helvetica Neue"/>
              </a:defRPr>
            </a:lvl7pPr>
            <a:lvl8pPr>
              <a:defRPr sz="4350" b="1">
                <a:solidFill>
                  <a:srgbClr val="6AB7D6"/>
                </a:solidFill>
                <a:latin typeface="Helvetica Neue"/>
                <a:ea typeface="Helvetica Neue"/>
                <a:cs typeface="Helvetica Neue"/>
              </a:defRPr>
            </a:lvl8pPr>
            <a:lvl9pPr>
              <a:defRPr sz="4350" b="1">
                <a:solidFill>
                  <a:srgbClr val="6AB7D6"/>
                </a:solidFill>
                <a:latin typeface="Helvetica Neue"/>
                <a:ea typeface="Helvetica Neue"/>
                <a:cs typeface="Helvetica Neue"/>
              </a:defRPr>
            </a:lvl9pPr>
          </a:lstStyle>
          <a:p>
            <a:pPr>
              <a:defRPr sz="4350" b="1">
                <a:solidFill>
                  <a:srgbClr val="6AB7D6"/>
                </a:solidFill>
                <a:latin typeface="Helvetica Neue"/>
                <a:ea typeface="Helvetica Neue"/>
                <a:cs typeface="Helvetica Neue"/>
              </a:defRPr>
            </a:pPr>
            <a:r>
              <a:rPr sz="4350" b="1">
                <a:solidFill>
                  <a:srgbClr val="6AB7D6"/>
                </a:solidFill>
                <a:latin typeface="Helvetica Neue"/>
                <a:ea typeface="Helvetica Neue"/>
                <a:cs typeface="Helvetica Neue"/>
              </a:rPr>
              <a:t>03</a:t>
            </a:r>
          </a:p>
        </p:txBody>
      </p:sp>
      <p:sp>
        <p:nvSpPr>
          <p:cNvPr id="13" name="text">
            <a:extLst>
              <a:ext uri="{FF2B5EF4-FFF2-40B4-BE49-F238E27FC236}">
                <a16:creationId xmlns:a16="http://schemas.microsoft.com/office/drawing/2014/main" id="{721C35EA-20D1-400E-85D0-771DE0F0408C}"/>
              </a:ext>
            </a:extLst>
          </p:cNvPr>
          <p:cNvSpPr>
            <a:spLocks noGrp="1"/>
          </p:cNvSpPr>
          <p:nvPr/>
        </p:nvSpPr>
        <p:spPr>
          <a:xfrm>
            <a:off x="6343650" y="2809875"/>
            <a:ext cx="2343150" cy="790575"/>
          </a:xfrm>
          <a:prstGeom prst="rect">
            <a:avLst/>
          </a:prstGeom>
          <a:noFill/>
          <a:ln w="0">
            <a:noFill/>
          </a:ln>
        </p:spPr>
        <p:txBody>
          <a:bodyPr lIns="0" tIns="0" rIns="0" bIns="0" anchor="t"/>
          <a:lstStyle>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Command parsing</a:t>
            </a:r>
          </a:p>
        </p:txBody>
      </p:sp>
      <p:sp>
        <p:nvSpPr>
          <p:cNvPr id="14" name="text">
            <a:extLst>
              <a:ext uri="{FF2B5EF4-FFF2-40B4-BE49-F238E27FC236}">
                <a16:creationId xmlns:a16="http://schemas.microsoft.com/office/drawing/2014/main" id="{8C3921CF-F204-4CBC-B662-2E230F51037C}"/>
              </a:ext>
            </a:extLst>
          </p:cNvPr>
          <p:cNvSpPr>
            <a:spLocks noGrp="1"/>
          </p:cNvSpPr>
          <p:nvPr/>
        </p:nvSpPr>
        <p:spPr>
          <a:xfrm>
            <a:off x="6343650" y="3743325"/>
            <a:ext cx="2343150" cy="1485900"/>
          </a:xfrm>
          <a:prstGeom prst="rect">
            <a:avLst/>
          </a:prstGeom>
          <a:noFill/>
          <a:ln w="0">
            <a:noFill/>
          </a:ln>
        </p:spPr>
        <p:txBody>
          <a:bodyPr lIns="0" tIns="0" rIns="0" bIns="0" anchor="t"/>
          <a:lstStyle>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Local Qwen2.5:7b</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Python validation</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Clarify if needed</a:t>
            </a:r>
          </a:p>
        </p:txBody>
      </p:sp>
      <p:sp>
        <p:nvSpPr>
          <p:cNvPr id="15" name="data-flow-link">
            <a:extLst>
              <a:ext uri="{FF2B5EF4-FFF2-40B4-BE49-F238E27FC236}">
                <a16:creationId xmlns:a16="http://schemas.microsoft.com/office/drawing/2014/main" id="{C873D7C3-6AFA-426D-A34C-F268E48BAB8C}"/>
              </a:ext>
            </a:extLst>
          </p:cNvPr>
          <p:cNvSpPr>
            <a:spLocks noGrp="1"/>
          </p:cNvSpPr>
          <p:nvPr/>
        </p:nvSpPr>
        <p:spPr>
          <a:xfrm>
            <a:off x="7239000" y="2333625"/>
            <a:ext cx="1866900" cy="19050"/>
          </a:xfrm>
          <a:prstGeom prst="rect">
            <a:avLst/>
          </a:prstGeom>
          <a:solidFill>
            <a:srgbClr val="62676A"/>
          </a:solidFill>
          <a:ln w="0">
            <a:noFill/>
          </a:ln>
        </p:spPr>
        <p:txBody>
          <a:bodyPr/>
          <a:lstStyle/>
          <a:p>
            <a:endParaRPr lang="zh-CN" altLang="en-US"/>
          </a:p>
        </p:txBody>
      </p:sp>
      <p:sp>
        <p:nvSpPr>
          <p:cNvPr id="16" name="text">
            <a:extLst>
              <a:ext uri="{FF2B5EF4-FFF2-40B4-BE49-F238E27FC236}">
                <a16:creationId xmlns:a16="http://schemas.microsoft.com/office/drawing/2014/main" id="{25F1BA21-BEDE-4CF7-8352-CBA950B18597}"/>
              </a:ext>
            </a:extLst>
          </p:cNvPr>
          <p:cNvSpPr>
            <a:spLocks noGrp="1"/>
          </p:cNvSpPr>
          <p:nvPr/>
        </p:nvSpPr>
        <p:spPr>
          <a:xfrm>
            <a:off x="9163050" y="1905000"/>
            <a:ext cx="2000250" cy="666750"/>
          </a:xfrm>
          <a:prstGeom prst="rect">
            <a:avLst/>
          </a:prstGeom>
          <a:noFill/>
          <a:ln w="0">
            <a:noFill/>
          </a:ln>
        </p:spPr>
        <p:txBody>
          <a:bodyPr lIns="0" tIns="0" rIns="0" bIns="0" anchor="t"/>
          <a:lstStyle>
            <a:defPPr>
              <a:defRPr sz="4350" b="1">
                <a:solidFill>
                  <a:srgbClr val="FFFFFF"/>
                </a:solidFill>
                <a:latin typeface="Helvetica Neue"/>
                <a:ea typeface="Helvetica Neue"/>
                <a:cs typeface="Helvetica Neue"/>
              </a:defRPr>
            </a:defPPr>
            <a:lvl1pPr>
              <a:defRPr sz="4350" b="1">
                <a:solidFill>
                  <a:srgbClr val="FFFFFF"/>
                </a:solidFill>
                <a:latin typeface="Helvetica Neue"/>
                <a:ea typeface="Helvetica Neue"/>
                <a:cs typeface="Helvetica Neue"/>
              </a:defRPr>
            </a:lvl1pPr>
            <a:lvl2pPr>
              <a:defRPr sz="4350" b="1">
                <a:solidFill>
                  <a:srgbClr val="FFFFFF"/>
                </a:solidFill>
                <a:latin typeface="Helvetica Neue"/>
                <a:ea typeface="Helvetica Neue"/>
                <a:cs typeface="Helvetica Neue"/>
              </a:defRPr>
            </a:lvl2pPr>
            <a:lvl3pPr>
              <a:defRPr sz="4350" b="1">
                <a:solidFill>
                  <a:srgbClr val="FFFFFF"/>
                </a:solidFill>
                <a:latin typeface="Helvetica Neue"/>
                <a:ea typeface="Helvetica Neue"/>
                <a:cs typeface="Helvetica Neue"/>
              </a:defRPr>
            </a:lvl3pPr>
            <a:lvl4pPr>
              <a:defRPr sz="4350" b="1">
                <a:solidFill>
                  <a:srgbClr val="FFFFFF"/>
                </a:solidFill>
                <a:latin typeface="Helvetica Neue"/>
                <a:ea typeface="Helvetica Neue"/>
                <a:cs typeface="Helvetica Neue"/>
              </a:defRPr>
            </a:lvl4pPr>
            <a:lvl5pPr>
              <a:defRPr sz="4350" b="1">
                <a:solidFill>
                  <a:srgbClr val="FFFFFF"/>
                </a:solidFill>
                <a:latin typeface="Helvetica Neue"/>
                <a:ea typeface="Helvetica Neue"/>
                <a:cs typeface="Helvetica Neue"/>
              </a:defRPr>
            </a:lvl5pPr>
            <a:lvl6pPr>
              <a:defRPr sz="4350" b="1">
                <a:solidFill>
                  <a:srgbClr val="FFFFFF"/>
                </a:solidFill>
                <a:latin typeface="Helvetica Neue"/>
                <a:ea typeface="Helvetica Neue"/>
                <a:cs typeface="Helvetica Neue"/>
              </a:defRPr>
            </a:lvl6pPr>
            <a:lvl7pPr>
              <a:defRPr sz="4350" b="1">
                <a:solidFill>
                  <a:srgbClr val="FFFFFF"/>
                </a:solidFill>
                <a:latin typeface="Helvetica Neue"/>
                <a:ea typeface="Helvetica Neue"/>
                <a:cs typeface="Helvetica Neue"/>
              </a:defRPr>
            </a:lvl7pPr>
            <a:lvl8pPr>
              <a:defRPr sz="4350" b="1">
                <a:solidFill>
                  <a:srgbClr val="FFFFFF"/>
                </a:solidFill>
                <a:latin typeface="Helvetica Neue"/>
                <a:ea typeface="Helvetica Neue"/>
                <a:cs typeface="Helvetica Neue"/>
              </a:defRPr>
            </a:lvl8pPr>
            <a:lvl9pPr>
              <a:defRPr sz="4350" b="1">
                <a:solidFill>
                  <a:srgbClr val="FFFFFF"/>
                </a:solidFill>
                <a:latin typeface="Helvetica Neue"/>
                <a:ea typeface="Helvetica Neue"/>
                <a:cs typeface="Helvetica Neue"/>
              </a:defRPr>
            </a:lvl9pPr>
          </a:lstStyle>
          <a:p>
            <a:pPr>
              <a:defRPr sz="4350" b="1">
                <a:solidFill>
                  <a:srgbClr val="FFFFFF"/>
                </a:solidFill>
                <a:latin typeface="Helvetica Neue"/>
                <a:ea typeface="Helvetica Neue"/>
                <a:cs typeface="Helvetica Neue"/>
              </a:defRPr>
            </a:pPr>
            <a:r>
              <a:rPr sz="4350" b="1">
                <a:solidFill>
                  <a:srgbClr val="FFFFFF"/>
                </a:solidFill>
                <a:latin typeface="Helvetica Neue"/>
                <a:ea typeface="Helvetica Neue"/>
                <a:cs typeface="Helvetica Neue"/>
              </a:rPr>
              <a:t>04</a:t>
            </a:r>
          </a:p>
        </p:txBody>
      </p:sp>
      <p:sp>
        <p:nvSpPr>
          <p:cNvPr id="17" name="text">
            <a:extLst>
              <a:ext uri="{FF2B5EF4-FFF2-40B4-BE49-F238E27FC236}">
                <a16:creationId xmlns:a16="http://schemas.microsoft.com/office/drawing/2014/main" id="{CBE6C383-731E-4D09-88D1-E7969A0DF8C7}"/>
              </a:ext>
            </a:extLst>
          </p:cNvPr>
          <p:cNvSpPr>
            <a:spLocks noGrp="1"/>
          </p:cNvSpPr>
          <p:nvPr/>
        </p:nvSpPr>
        <p:spPr>
          <a:xfrm>
            <a:off x="9163050" y="2809875"/>
            <a:ext cx="2343150" cy="790575"/>
          </a:xfrm>
          <a:prstGeom prst="rect">
            <a:avLst/>
          </a:prstGeom>
          <a:noFill/>
          <a:ln w="0">
            <a:noFill/>
          </a:ln>
        </p:spPr>
        <p:txBody>
          <a:bodyPr lIns="0" tIns="0" rIns="0" bIns="0" anchor="t"/>
          <a:lstStyle>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Audio playback</a:t>
            </a:r>
          </a:p>
        </p:txBody>
      </p:sp>
      <p:sp>
        <p:nvSpPr>
          <p:cNvPr id="18" name="text">
            <a:extLst>
              <a:ext uri="{FF2B5EF4-FFF2-40B4-BE49-F238E27FC236}">
                <a16:creationId xmlns:a16="http://schemas.microsoft.com/office/drawing/2014/main" id="{45809407-7DB8-4610-9014-3F8908971041}"/>
              </a:ext>
            </a:extLst>
          </p:cNvPr>
          <p:cNvSpPr>
            <a:spLocks noGrp="1"/>
          </p:cNvSpPr>
          <p:nvPr/>
        </p:nvSpPr>
        <p:spPr>
          <a:xfrm>
            <a:off x="9163050" y="3743325"/>
            <a:ext cx="2343150" cy="1485900"/>
          </a:xfrm>
          <a:prstGeom prst="rect">
            <a:avLst/>
          </a:prstGeom>
          <a:noFill/>
          <a:ln w="0">
            <a:noFill/>
          </a:ln>
        </p:spPr>
        <p:txBody>
          <a:bodyPr lIns="0" tIns="0" rIns="0" bIns="0" anchor="t"/>
          <a:lstStyle>
            <a:defPPr>
              <a:defRPr sz="1800" b="0">
                <a:solidFill>
                  <a:srgbClr val="D8D1C5"/>
                </a:solidFill>
                <a:latin typeface="Helvetica Neue"/>
                <a:ea typeface="Helvetica Neue"/>
                <a:cs typeface="Helvetica Neue"/>
              </a:defRPr>
            </a:defPPr>
            <a:lvl1pPr>
              <a:defRPr sz="1800" b="0">
                <a:solidFill>
                  <a:srgbClr val="D8D1C5"/>
                </a:solidFill>
                <a:latin typeface="Helvetica Neue"/>
                <a:ea typeface="Helvetica Neue"/>
                <a:cs typeface="Helvetica Neue"/>
              </a:defRPr>
            </a:lvl1pPr>
            <a:lvl2pPr>
              <a:defRPr sz="1800" b="0">
                <a:solidFill>
                  <a:srgbClr val="D8D1C5"/>
                </a:solidFill>
                <a:latin typeface="Helvetica Neue"/>
                <a:ea typeface="Helvetica Neue"/>
                <a:cs typeface="Helvetica Neue"/>
              </a:defRPr>
            </a:lvl2pPr>
            <a:lvl3pPr>
              <a:defRPr sz="1800" b="0">
                <a:solidFill>
                  <a:srgbClr val="D8D1C5"/>
                </a:solidFill>
                <a:latin typeface="Helvetica Neue"/>
                <a:ea typeface="Helvetica Neue"/>
                <a:cs typeface="Helvetica Neue"/>
              </a:defRPr>
            </a:lvl3pPr>
            <a:lvl4pPr>
              <a:defRPr sz="1800" b="0">
                <a:solidFill>
                  <a:srgbClr val="D8D1C5"/>
                </a:solidFill>
                <a:latin typeface="Helvetica Neue"/>
                <a:ea typeface="Helvetica Neue"/>
                <a:cs typeface="Helvetica Neue"/>
              </a:defRPr>
            </a:lvl4pPr>
            <a:lvl5pPr>
              <a:defRPr sz="1800" b="0">
                <a:solidFill>
                  <a:srgbClr val="D8D1C5"/>
                </a:solidFill>
                <a:latin typeface="Helvetica Neue"/>
                <a:ea typeface="Helvetica Neue"/>
                <a:cs typeface="Helvetica Neue"/>
              </a:defRPr>
            </a:lvl5pPr>
            <a:lvl6pPr>
              <a:defRPr sz="1800" b="0">
                <a:solidFill>
                  <a:srgbClr val="D8D1C5"/>
                </a:solidFill>
                <a:latin typeface="Helvetica Neue"/>
                <a:ea typeface="Helvetica Neue"/>
                <a:cs typeface="Helvetica Neue"/>
              </a:defRPr>
            </a:lvl6pPr>
            <a:lvl7pPr>
              <a:defRPr sz="1800" b="0">
                <a:solidFill>
                  <a:srgbClr val="D8D1C5"/>
                </a:solidFill>
                <a:latin typeface="Helvetica Neue"/>
                <a:ea typeface="Helvetica Neue"/>
                <a:cs typeface="Helvetica Neue"/>
              </a:defRPr>
            </a:lvl7pPr>
            <a:lvl8pPr>
              <a:defRPr sz="1800" b="0">
                <a:solidFill>
                  <a:srgbClr val="D8D1C5"/>
                </a:solidFill>
                <a:latin typeface="Helvetica Neue"/>
                <a:ea typeface="Helvetica Neue"/>
                <a:cs typeface="Helvetica Neue"/>
              </a:defRPr>
            </a:lvl8pPr>
            <a:lvl9pPr>
              <a:defRPr sz="1800" b="0">
                <a:solidFill>
                  <a:srgbClr val="D8D1C5"/>
                </a:solidFill>
                <a:latin typeface="Helvetica Neue"/>
                <a:ea typeface="Helvetica Neue"/>
                <a:cs typeface="Helvetica Neue"/>
              </a:defRPr>
            </a:lvl9pPr>
          </a:lstStyle>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OSC to Max/MSP</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Full Mix or Stems</a:t>
            </a:r>
          </a:p>
          <a:p>
            <a:pPr>
              <a:defRPr sz="1800" b="0">
                <a:solidFill>
                  <a:srgbClr val="D8D1C5"/>
                </a:solidFill>
                <a:latin typeface="Helvetica Neue"/>
                <a:ea typeface="Helvetica Neue"/>
                <a:cs typeface="Helvetica Neue"/>
              </a:defRPr>
            </a:pPr>
            <a:r>
              <a:rPr sz="1800" b="0">
                <a:solidFill>
                  <a:srgbClr val="D8D1C5"/>
                </a:solidFill>
                <a:latin typeface="Helvetica Neue"/>
                <a:ea typeface="Helvetica Neue"/>
                <a:cs typeface="Helvetica Neue"/>
              </a:rPr>
              <a:t>Selected range</a:t>
            </a:r>
          </a:p>
        </p:txBody>
      </p:sp>
      <p:sp>
        <p:nvSpPr>
          <p:cNvPr id="19" name="accent">
            <a:extLst>
              <a:ext uri="{FF2B5EF4-FFF2-40B4-BE49-F238E27FC236}">
                <a16:creationId xmlns:a16="http://schemas.microsoft.com/office/drawing/2014/main" id="{B2DDB5B0-0339-4908-894E-920E86F65F1F}"/>
              </a:ext>
            </a:extLst>
          </p:cNvPr>
          <p:cNvSpPr>
            <a:spLocks noGrp="1"/>
          </p:cNvSpPr>
          <p:nvPr/>
        </p:nvSpPr>
        <p:spPr>
          <a:xfrm>
            <a:off x="704850" y="5562600"/>
            <a:ext cx="10801350" cy="9525"/>
          </a:xfrm>
          <a:prstGeom prst="rect">
            <a:avLst/>
          </a:prstGeom>
          <a:solidFill>
            <a:srgbClr val="62676A"/>
          </a:solidFill>
          <a:ln w="0">
            <a:noFill/>
          </a:ln>
        </p:spPr>
        <p:txBody>
          <a:bodyPr/>
          <a:lstStyle/>
          <a:p>
            <a:endParaRPr lang="zh-CN" altLang="en-US"/>
          </a:p>
        </p:txBody>
      </p:sp>
      <p:sp>
        <p:nvSpPr>
          <p:cNvPr id="20" name="text">
            <a:extLst>
              <a:ext uri="{FF2B5EF4-FFF2-40B4-BE49-F238E27FC236}">
                <a16:creationId xmlns:a16="http://schemas.microsoft.com/office/drawing/2014/main" id="{83DF669F-CDC8-4938-8111-989E0B687D59}"/>
              </a:ext>
            </a:extLst>
          </p:cNvPr>
          <p:cNvSpPr>
            <a:spLocks noGrp="1"/>
          </p:cNvSpPr>
          <p:nvPr/>
        </p:nvSpPr>
        <p:spPr>
          <a:xfrm>
            <a:off x="704850" y="5810250"/>
            <a:ext cx="10668000" cy="581025"/>
          </a:xfrm>
          <a:prstGeom prst="rect">
            <a:avLst/>
          </a:prstGeom>
          <a:noFill/>
          <a:ln w="0">
            <a:noFill/>
          </a:ln>
        </p:spPr>
        <p:txBody>
          <a:bodyPr lIns="0" tIns="0" rIns="0" bIns="0" anchor="t"/>
          <a:lstStyle>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Direct PLAY and gestures can send playback commands without speech recognition.</a:t>
            </a:r>
          </a:p>
        </p:txBody>
      </p:sp>
    </p:spTree>
    <p:extLst>
      <p:ext uri="{BB962C8B-B14F-4D97-AF65-F5344CB8AC3E}">
        <p14:creationId xmlns:p14="http://schemas.microsoft.com/office/powerpoint/2010/main" val="1640834482"/>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A1D"/>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968589CB-194B-45D5-98DB-4BF9F3DBFAF6}"/>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Voice-selected playback</a:t>
            </a:r>
          </a:p>
        </p:txBody>
      </p:sp>
      <p:sp>
        <p:nvSpPr>
          <p:cNvPr id="2" name="accent">
            <a:extLst>
              <a:ext uri="{FF2B5EF4-FFF2-40B4-BE49-F238E27FC236}">
                <a16:creationId xmlns:a16="http://schemas.microsoft.com/office/drawing/2014/main" id="{F1B83B6B-F517-4B5F-8190-15678193B817}"/>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57E7D153-56A2-47E1-9BFE-EE523D662678}"/>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05</a:t>
            </a:r>
          </a:p>
        </p:txBody>
      </p:sp>
      <p:sp>
        <p:nvSpPr>
          <p:cNvPr id="4" name="text">
            <a:extLst>
              <a:ext uri="{FF2B5EF4-FFF2-40B4-BE49-F238E27FC236}">
                <a16:creationId xmlns:a16="http://schemas.microsoft.com/office/drawing/2014/main" id="{4A5FF970-361B-4E60-84D8-860486F2C5AB}"/>
              </a:ext>
            </a:extLst>
          </p:cNvPr>
          <p:cNvSpPr>
            <a:spLocks noGrp="1"/>
          </p:cNvSpPr>
          <p:nvPr/>
        </p:nvSpPr>
        <p:spPr>
          <a:xfrm>
            <a:off x="704850" y="1743075"/>
            <a:ext cx="5810250" cy="400050"/>
          </a:xfrm>
          <a:prstGeom prst="rect">
            <a:avLst/>
          </a:prstGeom>
          <a:noFill/>
          <a:ln w="0">
            <a:noFill/>
          </a:ln>
        </p:spPr>
        <p:txBody>
          <a:bodyPr lIns="0" tIns="0" rIns="0" bIns="0" anchor="t"/>
          <a:lstStyle>
            <a:defPPr>
              <a:defRPr sz="1725" b="1">
                <a:solidFill>
                  <a:srgbClr val="CFEA79"/>
                </a:solidFill>
                <a:latin typeface="Helvetica Neue"/>
                <a:ea typeface="Helvetica Neue"/>
                <a:cs typeface="Helvetica Neue"/>
              </a:defRPr>
            </a:defPPr>
            <a:lvl1pPr>
              <a:defRPr sz="1725" b="1">
                <a:solidFill>
                  <a:srgbClr val="CFEA79"/>
                </a:solidFill>
                <a:latin typeface="Helvetica Neue"/>
                <a:ea typeface="Helvetica Neue"/>
                <a:cs typeface="Helvetica Neue"/>
              </a:defRPr>
            </a:lvl1pPr>
            <a:lvl2pPr>
              <a:defRPr sz="1725" b="1">
                <a:solidFill>
                  <a:srgbClr val="CFEA79"/>
                </a:solidFill>
                <a:latin typeface="Helvetica Neue"/>
                <a:ea typeface="Helvetica Neue"/>
                <a:cs typeface="Helvetica Neue"/>
              </a:defRPr>
            </a:lvl2pPr>
            <a:lvl3pPr>
              <a:defRPr sz="1725" b="1">
                <a:solidFill>
                  <a:srgbClr val="CFEA79"/>
                </a:solidFill>
                <a:latin typeface="Helvetica Neue"/>
                <a:ea typeface="Helvetica Neue"/>
                <a:cs typeface="Helvetica Neue"/>
              </a:defRPr>
            </a:lvl3pPr>
            <a:lvl4pPr>
              <a:defRPr sz="1725" b="1">
                <a:solidFill>
                  <a:srgbClr val="CFEA79"/>
                </a:solidFill>
                <a:latin typeface="Helvetica Neue"/>
                <a:ea typeface="Helvetica Neue"/>
                <a:cs typeface="Helvetica Neue"/>
              </a:defRPr>
            </a:lvl4pPr>
            <a:lvl5pPr>
              <a:defRPr sz="1725" b="1">
                <a:solidFill>
                  <a:srgbClr val="CFEA79"/>
                </a:solidFill>
                <a:latin typeface="Helvetica Neue"/>
                <a:ea typeface="Helvetica Neue"/>
                <a:cs typeface="Helvetica Neue"/>
              </a:defRPr>
            </a:lvl5pPr>
            <a:lvl6pPr>
              <a:defRPr sz="1725" b="1">
                <a:solidFill>
                  <a:srgbClr val="CFEA79"/>
                </a:solidFill>
                <a:latin typeface="Helvetica Neue"/>
                <a:ea typeface="Helvetica Neue"/>
                <a:cs typeface="Helvetica Neue"/>
              </a:defRPr>
            </a:lvl6pPr>
            <a:lvl7pPr>
              <a:defRPr sz="1725" b="1">
                <a:solidFill>
                  <a:srgbClr val="CFEA79"/>
                </a:solidFill>
                <a:latin typeface="Helvetica Neue"/>
                <a:ea typeface="Helvetica Neue"/>
                <a:cs typeface="Helvetica Neue"/>
              </a:defRPr>
            </a:lvl7pPr>
            <a:lvl8pPr>
              <a:defRPr sz="1725" b="1">
                <a:solidFill>
                  <a:srgbClr val="CFEA79"/>
                </a:solidFill>
                <a:latin typeface="Helvetica Neue"/>
                <a:ea typeface="Helvetica Neue"/>
                <a:cs typeface="Helvetica Neue"/>
              </a:defRPr>
            </a:lvl8pPr>
            <a:lvl9pPr>
              <a:defRPr sz="1725" b="1">
                <a:solidFill>
                  <a:srgbClr val="CFEA79"/>
                </a:solidFill>
                <a:latin typeface="Helvetica Neue"/>
                <a:ea typeface="Helvetica Neue"/>
                <a:cs typeface="Helvetica Neue"/>
              </a:defRPr>
            </a:lvl9pPr>
          </a:lstStyle>
          <a:p>
            <a:pPr>
              <a:defRPr sz="1725" b="1">
                <a:solidFill>
                  <a:srgbClr val="CFEA79"/>
                </a:solidFill>
                <a:latin typeface="Helvetica Neue"/>
                <a:ea typeface="Helvetica Neue"/>
                <a:cs typeface="Helvetica Neue"/>
              </a:defRPr>
            </a:pPr>
            <a:r>
              <a:rPr sz="1725" b="1">
                <a:solidFill>
                  <a:srgbClr val="CFEA79"/>
                </a:solidFill>
                <a:latin typeface="Helvetica Neue"/>
                <a:ea typeface="Helvetica Neue"/>
                <a:cs typeface="Helvetica Neue"/>
              </a:rPr>
              <a:t>Single instrument</a:t>
            </a:r>
          </a:p>
        </p:txBody>
      </p:sp>
      <p:sp>
        <p:nvSpPr>
          <p:cNvPr id="5" name="text">
            <a:extLst>
              <a:ext uri="{FF2B5EF4-FFF2-40B4-BE49-F238E27FC236}">
                <a16:creationId xmlns:a16="http://schemas.microsoft.com/office/drawing/2014/main" id="{FA416F2B-CD1A-4AE5-AE4F-662FC397C4CD}"/>
              </a:ext>
            </a:extLst>
          </p:cNvPr>
          <p:cNvSpPr>
            <a:spLocks noGrp="1"/>
          </p:cNvSpPr>
          <p:nvPr/>
        </p:nvSpPr>
        <p:spPr>
          <a:xfrm>
            <a:off x="704850" y="2171700"/>
            <a:ext cx="6381750" cy="657225"/>
          </a:xfrm>
          <a:prstGeom prst="rect">
            <a:avLst/>
          </a:prstGeom>
          <a:noFill/>
          <a:ln w="0">
            <a:noFill/>
          </a:ln>
        </p:spPr>
        <p:txBody>
          <a:bodyPr lIns="0" tIns="0" rIns="0" bIns="0" anchor="t"/>
          <a:lstStyle>
            <a:defPPr>
              <a:defRPr sz="2700" b="1">
                <a:solidFill>
                  <a:srgbClr val="FFFFFF"/>
                </a:solidFill>
                <a:latin typeface="Helvetica Neue"/>
                <a:ea typeface="Helvetica Neue"/>
                <a:cs typeface="Helvetica Neue"/>
              </a:defRPr>
            </a:defPPr>
            <a:lvl1pPr>
              <a:defRPr sz="2700" b="1">
                <a:solidFill>
                  <a:srgbClr val="FFFFFF"/>
                </a:solidFill>
                <a:latin typeface="Helvetica Neue"/>
                <a:ea typeface="Helvetica Neue"/>
                <a:cs typeface="Helvetica Neue"/>
              </a:defRPr>
            </a:lvl1pPr>
            <a:lvl2pPr>
              <a:defRPr sz="2700" b="1">
                <a:solidFill>
                  <a:srgbClr val="FFFFFF"/>
                </a:solidFill>
                <a:latin typeface="Helvetica Neue"/>
                <a:ea typeface="Helvetica Neue"/>
                <a:cs typeface="Helvetica Neue"/>
              </a:defRPr>
            </a:lvl2pPr>
            <a:lvl3pPr>
              <a:defRPr sz="2700" b="1">
                <a:solidFill>
                  <a:srgbClr val="FFFFFF"/>
                </a:solidFill>
                <a:latin typeface="Helvetica Neue"/>
                <a:ea typeface="Helvetica Neue"/>
                <a:cs typeface="Helvetica Neue"/>
              </a:defRPr>
            </a:lvl3pPr>
            <a:lvl4pPr>
              <a:defRPr sz="2700" b="1">
                <a:solidFill>
                  <a:srgbClr val="FFFFFF"/>
                </a:solidFill>
                <a:latin typeface="Helvetica Neue"/>
                <a:ea typeface="Helvetica Neue"/>
                <a:cs typeface="Helvetica Neue"/>
              </a:defRPr>
            </a:lvl4pPr>
            <a:lvl5pPr>
              <a:defRPr sz="2700" b="1">
                <a:solidFill>
                  <a:srgbClr val="FFFFFF"/>
                </a:solidFill>
                <a:latin typeface="Helvetica Neue"/>
                <a:ea typeface="Helvetica Neue"/>
                <a:cs typeface="Helvetica Neue"/>
              </a:defRPr>
            </a:lvl5pPr>
            <a:lvl6pPr>
              <a:defRPr sz="2700" b="1">
                <a:solidFill>
                  <a:srgbClr val="FFFFFF"/>
                </a:solidFill>
                <a:latin typeface="Helvetica Neue"/>
                <a:ea typeface="Helvetica Neue"/>
                <a:cs typeface="Helvetica Neue"/>
              </a:defRPr>
            </a:lvl6pPr>
            <a:lvl7pPr>
              <a:defRPr sz="2700" b="1">
                <a:solidFill>
                  <a:srgbClr val="FFFFFF"/>
                </a:solidFill>
                <a:latin typeface="Helvetica Neue"/>
                <a:ea typeface="Helvetica Neue"/>
                <a:cs typeface="Helvetica Neue"/>
              </a:defRPr>
            </a:lvl7pPr>
            <a:lvl8pPr>
              <a:defRPr sz="2700" b="1">
                <a:solidFill>
                  <a:srgbClr val="FFFFFF"/>
                </a:solidFill>
                <a:latin typeface="Helvetica Neue"/>
                <a:ea typeface="Helvetica Neue"/>
                <a:cs typeface="Helvetica Neue"/>
              </a:defRPr>
            </a:lvl8pPr>
            <a:lvl9pPr>
              <a:defRPr sz="2700" b="1">
                <a:solidFill>
                  <a:srgbClr val="FFFFFF"/>
                </a:solidFill>
                <a:latin typeface="Helvetica Neue"/>
                <a:ea typeface="Helvetica Neue"/>
                <a:cs typeface="Helvetica Neue"/>
              </a:defRPr>
            </a:lvl9pPr>
          </a:lstStyle>
          <a:p>
            <a:pPr>
              <a:defRPr sz="2700" b="1">
                <a:solidFill>
                  <a:srgbClr val="FFFFFF"/>
                </a:solidFill>
                <a:latin typeface="Helvetica Neue"/>
                <a:ea typeface="Helvetica Neue"/>
                <a:cs typeface="Helvetica Neue"/>
              </a:defRPr>
            </a:pPr>
            <a:r>
              <a:rPr sz="2700" b="1">
                <a:solidFill>
                  <a:srgbClr val="FFFFFF"/>
                </a:solidFill>
                <a:latin typeface="Helvetica Neue"/>
                <a:ea typeface="Helvetica Neue"/>
                <a:cs typeface="Helvetica Neue"/>
              </a:rPr>
              <a:t>“Play violin one.”</a:t>
            </a:r>
          </a:p>
        </p:txBody>
      </p:sp>
      <p:sp>
        <p:nvSpPr>
          <p:cNvPr id="6" name="text">
            <a:extLst>
              <a:ext uri="{FF2B5EF4-FFF2-40B4-BE49-F238E27FC236}">
                <a16:creationId xmlns:a16="http://schemas.microsoft.com/office/drawing/2014/main" id="{0D30786D-88E0-449A-A5A5-8746A55D7D66}"/>
              </a:ext>
            </a:extLst>
          </p:cNvPr>
          <p:cNvSpPr>
            <a:spLocks noGrp="1"/>
          </p:cNvSpPr>
          <p:nvPr/>
        </p:nvSpPr>
        <p:spPr>
          <a:xfrm>
            <a:off x="704850" y="2886075"/>
            <a:ext cx="6572250" cy="666750"/>
          </a:xfrm>
          <a:prstGeom prst="rect">
            <a:avLst/>
          </a:prstGeom>
          <a:noFill/>
          <a:ln w="0">
            <a:noFill/>
          </a:ln>
        </p:spPr>
        <p:txBody>
          <a:bodyPr lIns="0" tIns="0" rIns="0" bIns="0" anchor="t"/>
          <a:lstStyle>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Uses the measure captured when RECORD begins.</a:t>
            </a:r>
          </a:p>
        </p:txBody>
      </p:sp>
      <p:sp>
        <p:nvSpPr>
          <p:cNvPr id="7" name="accent">
            <a:extLst>
              <a:ext uri="{FF2B5EF4-FFF2-40B4-BE49-F238E27FC236}">
                <a16:creationId xmlns:a16="http://schemas.microsoft.com/office/drawing/2014/main" id="{612BADA4-30ED-4283-BE4D-7EB9656D7F79}"/>
              </a:ext>
            </a:extLst>
          </p:cNvPr>
          <p:cNvSpPr>
            <a:spLocks noGrp="1"/>
          </p:cNvSpPr>
          <p:nvPr/>
        </p:nvSpPr>
        <p:spPr>
          <a:xfrm>
            <a:off x="704850" y="3790950"/>
            <a:ext cx="6572250" cy="9525"/>
          </a:xfrm>
          <a:prstGeom prst="rect">
            <a:avLst/>
          </a:prstGeom>
          <a:solidFill>
            <a:srgbClr val="62676A"/>
          </a:solidFill>
          <a:ln w="0">
            <a:noFill/>
          </a:ln>
        </p:spPr>
        <p:txBody>
          <a:bodyPr/>
          <a:lstStyle/>
          <a:p>
            <a:endParaRPr lang="zh-CN" altLang="en-US"/>
          </a:p>
        </p:txBody>
      </p:sp>
      <p:sp>
        <p:nvSpPr>
          <p:cNvPr id="8" name="text">
            <a:extLst>
              <a:ext uri="{FF2B5EF4-FFF2-40B4-BE49-F238E27FC236}">
                <a16:creationId xmlns:a16="http://schemas.microsoft.com/office/drawing/2014/main" id="{1429AB1E-AF10-4660-88C4-8756866BA6AE}"/>
              </a:ext>
            </a:extLst>
          </p:cNvPr>
          <p:cNvSpPr>
            <a:spLocks noGrp="1"/>
          </p:cNvSpPr>
          <p:nvPr/>
        </p:nvSpPr>
        <p:spPr>
          <a:xfrm>
            <a:off x="704850" y="4114800"/>
            <a:ext cx="6572250" cy="400050"/>
          </a:xfrm>
          <a:prstGeom prst="rect">
            <a:avLst/>
          </a:prstGeom>
          <a:noFill/>
          <a:ln w="0">
            <a:noFill/>
          </a:ln>
        </p:spPr>
        <p:txBody>
          <a:bodyPr lIns="0" tIns="0" rIns="0" bIns="0" anchor="t"/>
          <a:lstStyle>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Several instruments and a range</a:t>
            </a:r>
          </a:p>
        </p:txBody>
      </p:sp>
      <p:sp>
        <p:nvSpPr>
          <p:cNvPr id="9" name="text">
            <a:extLst>
              <a:ext uri="{FF2B5EF4-FFF2-40B4-BE49-F238E27FC236}">
                <a16:creationId xmlns:a16="http://schemas.microsoft.com/office/drawing/2014/main" id="{109126E6-97CF-477D-9E30-D16292BBA7B6}"/>
              </a:ext>
            </a:extLst>
          </p:cNvPr>
          <p:cNvSpPr>
            <a:spLocks noGrp="1"/>
          </p:cNvSpPr>
          <p:nvPr/>
        </p:nvSpPr>
        <p:spPr>
          <a:xfrm>
            <a:off x="704850" y="4572000"/>
            <a:ext cx="6572250" cy="1047750"/>
          </a:xfrm>
          <a:prstGeom prst="rect">
            <a:avLst/>
          </a:prstGeom>
          <a:noFill/>
          <a:ln w="0">
            <a:noFill/>
          </a:ln>
        </p:spPr>
        <p:txBody>
          <a:bodyPr lIns="0" tIns="0" rIns="0" bIns="0" anchor="t"/>
          <a:lstStyle>
            <a:defPPr>
              <a:defRPr sz="2400" b="1">
                <a:solidFill>
                  <a:srgbClr val="FFFFFF"/>
                </a:solidFill>
                <a:latin typeface="Helvetica Neue"/>
                <a:ea typeface="Helvetica Neue"/>
                <a:cs typeface="Helvetica Neue"/>
              </a:defRPr>
            </a:defPPr>
            <a:lvl1pPr>
              <a:defRPr sz="2400" b="1">
                <a:solidFill>
                  <a:srgbClr val="FFFFFF"/>
                </a:solidFill>
                <a:latin typeface="Helvetica Neue"/>
                <a:ea typeface="Helvetica Neue"/>
                <a:cs typeface="Helvetica Neue"/>
              </a:defRPr>
            </a:lvl1pPr>
            <a:lvl2pPr>
              <a:defRPr sz="2400" b="1">
                <a:solidFill>
                  <a:srgbClr val="FFFFFF"/>
                </a:solidFill>
                <a:latin typeface="Helvetica Neue"/>
                <a:ea typeface="Helvetica Neue"/>
                <a:cs typeface="Helvetica Neue"/>
              </a:defRPr>
            </a:lvl2pPr>
            <a:lvl3pPr>
              <a:defRPr sz="2400" b="1">
                <a:solidFill>
                  <a:srgbClr val="FFFFFF"/>
                </a:solidFill>
                <a:latin typeface="Helvetica Neue"/>
                <a:ea typeface="Helvetica Neue"/>
                <a:cs typeface="Helvetica Neue"/>
              </a:defRPr>
            </a:lvl3pPr>
            <a:lvl4pPr>
              <a:defRPr sz="2400" b="1">
                <a:solidFill>
                  <a:srgbClr val="FFFFFF"/>
                </a:solidFill>
                <a:latin typeface="Helvetica Neue"/>
                <a:ea typeface="Helvetica Neue"/>
                <a:cs typeface="Helvetica Neue"/>
              </a:defRPr>
            </a:lvl4pPr>
            <a:lvl5pPr>
              <a:defRPr sz="2400" b="1">
                <a:solidFill>
                  <a:srgbClr val="FFFFFF"/>
                </a:solidFill>
                <a:latin typeface="Helvetica Neue"/>
                <a:ea typeface="Helvetica Neue"/>
                <a:cs typeface="Helvetica Neue"/>
              </a:defRPr>
            </a:lvl5pPr>
            <a:lvl6pPr>
              <a:defRPr sz="2400" b="1">
                <a:solidFill>
                  <a:srgbClr val="FFFFFF"/>
                </a:solidFill>
                <a:latin typeface="Helvetica Neue"/>
                <a:ea typeface="Helvetica Neue"/>
                <a:cs typeface="Helvetica Neue"/>
              </a:defRPr>
            </a:lvl6pPr>
            <a:lvl7pPr>
              <a:defRPr sz="2400" b="1">
                <a:solidFill>
                  <a:srgbClr val="FFFFFF"/>
                </a:solidFill>
                <a:latin typeface="Helvetica Neue"/>
                <a:ea typeface="Helvetica Neue"/>
                <a:cs typeface="Helvetica Neue"/>
              </a:defRPr>
            </a:lvl7pPr>
            <a:lvl8pPr>
              <a:defRPr sz="2400" b="1">
                <a:solidFill>
                  <a:srgbClr val="FFFFFF"/>
                </a:solidFill>
                <a:latin typeface="Helvetica Neue"/>
                <a:ea typeface="Helvetica Neue"/>
                <a:cs typeface="Helvetica Neue"/>
              </a:defRPr>
            </a:lvl8pPr>
            <a:lvl9pPr>
              <a:defRPr sz="2400" b="1">
                <a:solidFill>
                  <a:srgbClr val="FFFFFF"/>
                </a:solidFill>
                <a:latin typeface="Helvetica Neue"/>
                <a:ea typeface="Helvetica Neue"/>
                <a:cs typeface="Helvetica Neue"/>
              </a:defRPr>
            </a:lvl9pPr>
          </a:lstStyle>
          <a:p>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“Play flute one and cello</a:t>
            </a:r>
          </a:p>
          <a:p>
            <a:pPr>
              <a:defRPr sz="2400" b="1">
                <a:solidFill>
                  <a:srgbClr val="FFFFFF"/>
                </a:solidFill>
                <a:latin typeface="Helvetica Neue"/>
                <a:ea typeface="Helvetica Neue"/>
                <a:cs typeface="Helvetica Neue"/>
              </a:defRPr>
            </a:pPr>
            <a:r>
              <a:rPr sz="2400" b="1">
                <a:solidFill>
                  <a:srgbClr val="FFFFFF"/>
                </a:solidFill>
                <a:latin typeface="Helvetica Neue"/>
                <a:ea typeface="Helvetica Neue"/>
                <a:cs typeface="Helvetica Neue"/>
              </a:rPr>
              <a:t>from measure eight to twelve.”</a:t>
            </a:r>
          </a:p>
        </p:txBody>
      </p:sp>
      <p:pic>
        <p:nvPicPr>
          <p:cNvPr id="10" name="图片 9">
            <a:extLst>
              <a:ext uri="{FF2B5EF4-FFF2-40B4-BE49-F238E27FC236}">
                <a16:creationId xmlns:a16="http://schemas.microsoft.com/office/drawing/2014/main" id="{7D78CB4C-48B4-40E7-AE94-2D8535A8C945}"/>
              </a:ext>
            </a:extLst>
          </p:cNvPr>
          <p:cNvPicPr>
            <a:picLocks noChangeAspect="1"/>
          </p:cNvPicPr>
          <p:nvPr/>
        </p:nvPicPr>
        <p:blipFill>
          <a:blip r:embed="rId4"/>
          <a:stretch/>
        </p:blipFill>
        <p:spPr>
          <a:xfrm>
            <a:off x="8196294" y="1676400"/>
            <a:ext cx="2933638" cy="4495800"/>
          </a:xfrm>
          <a:prstGeom prst="rect">
            <a:avLst/>
          </a:prstGeom>
        </p:spPr>
      </p:pic>
      <p:sp>
        <p:nvSpPr>
          <p:cNvPr id="11" name="text">
            <a:extLst>
              <a:ext uri="{FF2B5EF4-FFF2-40B4-BE49-F238E27FC236}">
                <a16:creationId xmlns:a16="http://schemas.microsoft.com/office/drawing/2014/main" id="{74F61489-90BF-490E-A0C1-4E166C94DD75}"/>
              </a:ext>
            </a:extLst>
          </p:cNvPr>
          <p:cNvSpPr>
            <a:spLocks noGrp="1"/>
          </p:cNvSpPr>
          <p:nvPr/>
        </p:nvSpPr>
        <p:spPr>
          <a:xfrm>
            <a:off x="7934325" y="6276975"/>
            <a:ext cx="3619500" cy="285750"/>
          </a:xfrm>
          <a:prstGeom prst="rect">
            <a:avLst/>
          </a:prstGeom>
          <a:noFill/>
          <a:ln w="0">
            <a:noFill/>
          </a:ln>
        </p:spPr>
        <p:txBody>
          <a:bodyPr lIns="0" tIns="0" rIns="0" bIns="0" anchor="t"/>
          <a:lstStyle>
            <a:defPPr>
              <a:defRPr sz="1350" b="0">
                <a:solidFill>
                  <a:srgbClr val="D8D1C5"/>
                </a:solidFill>
                <a:latin typeface="Helvetica Neue"/>
                <a:ea typeface="Helvetica Neue"/>
                <a:cs typeface="Helvetica Neue"/>
              </a:defRPr>
            </a:defPPr>
            <a:lvl1pPr>
              <a:defRPr sz="1350" b="0">
                <a:solidFill>
                  <a:srgbClr val="D8D1C5"/>
                </a:solidFill>
                <a:latin typeface="Helvetica Neue"/>
                <a:ea typeface="Helvetica Neue"/>
                <a:cs typeface="Helvetica Neue"/>
              </a:defRPr>
            </a:lvl1pPr>
            <a:lvl2pPr>
              <a:defRPr sz="1350" b="0">
                <a:solidFill>
                  <a:srgbClr val="D8D1C5"/>
                </a:solidFill>
                <a:latin typeface="Helvetica Neue"/>
                <a:ea typeface="Helvetica Neue"/>
                <a:cs typeface="Helvetica Neue"/>
              </a:defRPr>
            </a:lvl2pPr>
            <a:lvl3pPr>
              <a:defRPr sz="1350" b="0">
                <a:solidFill>
                  <a:srgbClr val="D8D1C5"/>
                </a:solidFill>
                <a:latin typeface="Helvetica Neue"/>
                <a:ea typeface="Helvetica Neue"/>
                <a:cs typeface="Helvetica Neue"/>
              </a:defRPr>
            </a:lvl3pPr>
            <a:lvl4pPr>
              <a:defRPr sz="1350" b="0">
                <a:solidFill>
                  <a:srgbClr val="D8D1C5"/>
                </a:solidFill>
                <a:latin typeface="Helvetica Neue"/>
                <a:ea typeface="Helvetica Neue"/>
                <a:cs typeface="Helvetica Neue"/>
              </a:defRPr>
            </a:lvl4pPr>
            <a:lvl5pPr>
              <a:defRPr sz="1350" b="0">
                <a:solidFill>
                  <a:srgbClr val="D8D1C5"/>
                </a:solidFill>
                <a:latin typeface="Helvetica Neue"/>
                <a:ea typeface="Helvetica Neue"/>
                <a:cs typeface="Helvetica Neue"/>
              </a:defRPr>
            </a:lvl5pPr>
            <a:lvl6pPr>
              <a:defRPr sz="1350" b="0">
                <a:solidFill>
                  <a:srgbClr val="D8D1C5"/>
                </a:solidFill>
                <a:latin typeface="Helvetica Neue"/>
                <a:ea typeface="Helvetica Neue"/>
                <a:cs typeface="Helvetica Neue"/>
              </a:defRPr>
            </a:lvl6pPr>
            <a:lvl7pPr>
              <a:defRPr sz="1350" b="0">
                <a:solidFill>
                  <a:srgbClr val="D8D1C5"/>
                </a:solidFill>
                <a:latin typeface="Helvetica Neue"/>
                <a:ea typeface="Helvetica Neue"/>
                <a:cs typeface="Helvetica Neue"/>
              </a:defRPr>
            </a:lvl7pPr>
            <a:lvl8pPr>
              <a:defRPr sz="1350" b="0">
                <a:solidFill>
                  <a:srgbClr val="D8D1C5"/>
                </a:solidFill>
                <a:latin typeface="Helvetica Neue"/>
                <a:ea typeface="Helvetica Neue"/>
                <a:cs typeface="Helvetica Neue"/>
              </a:defRPr>
            </a:lvl8pPr>
            <a:lvl9pPr>
              <a:defRPr sz="1350" b="0">
                <a:solidFill>
                  <a:srgbClr val="D8D1C5"/>
                </a:solidFill>
                <a:latin typeface="Helvetica Neue"/>
                <a:ea typeface="Helvetica Neue"/>
                <a:cs typeface="Helvetica Neue"/>
              </a:defRPr>
            </a:lvl9pPr>
          </a:lstStyle>
          <a:p>
            <a:pPr>
              <a:defRPr sz="1350" b="0">
                <a:solidFill>
                  <a:srgbClr val="D8D1C5"/>
                </a:solidFill>
                <a:latin typeface="Helvetica Neue"/>
                <a:ea typeface="Helvetica Neue"/>
                <a:cs typeface="Helvetica Neue"/>
              </a:defRPr>
            </a:pPr>
            <a:r>
              <a:rPr sz="1350" b="0">
                <a:solidFill>
                  <a:srgbClr val="D8D1C5"/>
                </a:solidFill>
                <a:latin typeface="Helvetica Neue"/>
                <a:ea typeface="Helvetica Neue"/>
                <a:cs typeface="Helvetica Neue"/>
              </a:rPr>
              <a:t>OSC messages received in Max</a:t>
            </a:r>
          </a:p>
        </p:txBody>
      </p:sp>
    </p:spTree>
    <p:extLst>
      <p:ext uri="{BB962C8B-B14F-4D97-AF65-F5344CB8AC3E}">
        <p14:creationId xmlns:p14="http://schemas.microsoft.com/office/powerpoint/2010/main" val="940728359"/>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FDBF3C67-6E3C-48DB-9095-B8C29C925F5B}"/>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Parser revisions</a:t>
            </a:r>
          </a:p>
        </p:txBody>
      </p:sp>
      <p:sp>
        <p:nvSpPr>
          <p:cNvPr id="2" name="accent">
            <a:extLst>
              <a:ext uri="{FF2B5EF4-FFF2-40B4-BE49-F238E27FC236}">
                <a16:creationId xmlns:a16="http://schemas.microsoft.com/office/drawing/2014/main" id="{034B3478-E087-48F0-B12B-CDB73AD80F37}"/>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FA102797-DBDA-4B1D-9D03-8011CAE364AF}"/>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06</a:t>
            </a:r>
          </a:p>
        </p:txBody>
      </p:sp>
      <p:graphicFrame>
        <p:nvGraphicFramePr>
          <p:cNvPr id="4" name="表格 3">
            <a:extLst>
              <a:ext uri="{FF2B5EF4-FFF2-40B4-BE49-F238E27FC236}">
                <a16:creationId xmlns:a16="http://schemas.microsoft.com/office/drawing/2014/main" id="{409D4827-56E8-4397-8D1D-E471C1767B02}"/>
              </a:ext>
            </a:extLst>
          </p:cNvPr>
          <p:cNvGraphicFramePr/>
          <p:nvPr/>
        </p:nvGraphicFramePr>
        <p:xfrm>
          <a:off x="685800" y="1743075"/>
          <a:ext cx="10820400" cy="3486150"/>
        </p:xfrm>
        <a:graphic>
          <a:graphicData uri="http://schemas.openxmlformats.org/drawingml/2006/table">
            <a:tbl>
              <a:tblPr/>
              <a:tblGrid>
                <a:gridCol w="2447925">
                  <a:extLst>
                    <a:ext uri="{9D8B030D-6E8A-4147-A177-3AD203B41FA5}">
                      <a16:colId xmlns:a16="http://schemas.microsoft.com/office/drawing/2014/main" val="20000"/>
                    </a:ext>
                  </a:extLst>
                </a:gridCol>
                <a:gridCol w="3752850">
                  <a:extLst>
                    <a:ext uri="{9D8B030D-6E8A-4147-A177-3AD203B41FA5}">
                      <a16:colId xmlns:a16="http://schemas.microsoft.com/office/drawing/2014/main" val="20001"/>
                    </a:ext>
                  </a:extLst>
                </a:gridCol>
                <a:gridCol w="4619625">
                  <a:extLst>
                    <a:ext uri="{9D8B030D-6E8A-4147-A177-3AD203B41FA5}">
                      <a16:colId xmlns:a16="http://schemas.microsoft.com/office/drawing/2014/main" val="20002"/>
                    </a:ext>
                  </a:extLst>
                </a:gridCol>
              </a:tblGrid>
              <a:tr h="871538">
                <a:tc>
                  <a:txBody>
                    <a:bodyPr/>
                    <a:lstStyle/>
                    <a:p>
                      <a:r>
                        <a:rPr sz="1575" b="1">
                          <a:solidFill>
                            <a:srgbClr val="FFFFFF"/>
                          </a:solidFill>
                          <a:latin typeface="Helvetica Neue"/>
                          <a:ea typeface="Helvetica Neue"/>
                          <a:cs typeface="Helvetica Neue"/>
                        </a:rPr>
                        <a:t>Attempt</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Problem observed</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Current approach</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extLst>
                  <a:ext uri="{0D108BD9-81ED-4DB2-BD59-A6C34878D82A}">
                    <a16:rowId xmlns:a16="http://schemas.microsoft.com/office/drawing/2014/main" val="10000"/>
                  </a:ext>
                </a:extLst>
              </a:tr>
              <a:tr h="871538">
                <a:tc>
                  <a:txBody>
                    <a:bodyPr/>
                    <a:lstStyle/>
                    <a:p>
                      <a:r>
                        <a:rPr sz="1875" b="1">
                          <a:solidFill>
                            <a:srgbClr val="171A1D"/>
                          </a:solidFill>
                          <a:latin typeface="Helvetica Neue"/>
                          <a:ea typeface="Helvetica Neue"/>
                          <a:cs typeface="Helvetica Neue"/>
                        </a:rPr>
                        <a:t>Regex parser</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Rigid phrase patterns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Keep as an error fallback</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1"/>
                  </a:ext>
                </a:extLst>
              </a:tr>
              <a:tr h="871538">
                <a:tc>
                  <a:txBody>
                    <a:bodyPr/>
                    <a:lstStyle/>
                    <a:p>
                      <a:r>
                        <a:rPr sz="1875" b="1">
                          <a:solidFill>
                            <a:srgbClr val="171A1D"/>
                          </a:solidFill>
                          <a:latin typeface="Helvetica Neue"/>
                          <a:ea typeface="Helvetica Neue"/>
                          <a:cs typeface="Helvetica Neue"/>
                        </a:rPr>
                        <a:t>Rules-only prompt</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Missing fields and</a:t>
                      </a:r>
                    </a:p>
                    <a:p>
                      <a:r>
                        <a:rPr sz="1875" b="0">
                          <a:solidFill>
                            <a:srgbClr val="171A1D"/>
                          </a:solidFill>
                          <a:latin typeface="Helvetica Neue"/>
                          <a:ea typeface="Helvetica Neue"/>
                          <a:cs typeface="Helvetica Neue"/>
                        </a:rPr>
                        <a:t>wrong clarification</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Decision steps with</a:t>
                      </a:r>
                    </a:p>
                    <a:p>
                      <a:r>
                        <a:rPr sz="1875" b="0">
                          <a:solidFill>
                            <a:srgbClr val="171A1D"/>
                          </a:solidFill>
                          <a:latin typeface="Helvetica Neue"/>
                          <a:ea typeface="Helvetica Neue"/>
                          <a:cs typeface="Helvetica Neue"/>
                        </a:rPr>
                        <a:t>34 examples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2"/>
                  </a:ext>
                </a:extLst>
              </a:tr>
              <a:tr h="871538">
                <a:tc>
                  <a:txBody>
                    <a:bodyPr/>
                    <a:lstStyle/>
                    <a:p>
                      <a:r>
                        <a:rPr sz="1875" b="1">
                          <a:solidFill>
                            <a:srgbClr val="171A1D"/>
                          </a:solidFill>
                          <a:latin typeface="Helvetica Neue"/>
                          <a:ea typeface="Helvetica Neue"/>
                          <a:cs typeface="Helvetica Neue"/>
                        </a:rPr>
                        <a:t>Model-only corrections</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Kept both instruments</a:t>
                      </a:r>
                    </a:p>
                    <a:p>
                      <a:r>
                        <a:rPr sz="1875" b="0">
                          <a:solidFill>
                            <a:srgbClr val="171A1D"/>
                          </a:solidFill>
                          <a:latin typeface="Helvetica Neue"/>
                          <a:ea typeface="Helvetica Neue"/>
                          <a:cs typeface="Helvetica Neue"/>
                        </a:rPr>
                        <a:t>after a correction</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75" b="0">
                          <a:solidFill>
                            <a:srgbClr val="171A1D"/>
                          </a:solidFill>
                          <a:latin typeface="Helvetica Neue"/>
                          <a:ea typeface="Helvetica Neue"/>
                          <a:cs typeface="Helvetica Neue"/>
                        </a:rPr>
                        <a:t>Python handles corrections</a:t>
                      </a:r>
                    </a:p>
                    <a:p>
                      <a:r>
                        <a:rPr sz="1875" b="0">
                          <a:solidFill>
                            <a:srgbClr val="171A1D"/>
                          </a:solidFill>
                          <a:latin typeface="Helvetica Neue"/>
                          <a:ea typeface="Helvetica Neue"/>
                          <a:cs typeface="Helvetica Neue"/>
                        </a:rPr>
                        <a:t>and exclusions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3"/>
                  </a:ext>
                </a:extLst>
              </a:tr>
            </a:tbl>
          </a:graphicData>
        </a:graphic>
      </p:graphicFrame>
      <p:sp>
        <p:nvSpPr>
          <p:cNvPr id="5" name="text">
            <a:extLst>
              <a:ext uri="{FF2B5EF4-FFF2-40B4-BE49-F238E27FC236}">
                <a16:creationId xmlns:a16="http://schemas.microsoft.com/office/drawing/2014/main" id="{6DEE3A4B-F180-42F1-AC35-FEB94E838B24}"/>
              </a:ext>
            </a:extLst>
          </p:cNvPr>
          <p:cNvSpPr>
            <a:spLocks noGrp="1"/>
          </p:cNvSpPr>
          <p:nvPr/>
        </p:nvSpPr>
        <p:spPr>
          <a:xfrm>
            <a:off x="714375" y="5619750"/>
            <a:ext cx="10477500" cy="400050"/>
          </a:xfrm>
          <a:prstGeom prst="rect">
            <a:avLst/>
          </a:prstGeom>
          <a:noFill/>
          <a:ln w="0">
            <a:noFill/>
          </a:ln>
        </p:spPr>
        <p:txBody>
          <a:bodyPr lIns="0" tIns="0" rIns="0" bIns="0" anchor="t"/>
          <a:lstStyle>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The parser now runs locally through Ollama with Qwen2.5:7b.</a:t>
            </a:r>
          </a:p>
        </p:txBody>
      </p:sp>
      <p:sp>
        <p:nvSpPr>
          <p:cNvPr id="6" name="text">
            <a:extLst>
              <a:ext uri="{FF2B5EF4-FFF2-40B4-BE49-F238E27FC236}">
                <a16:creationId xmlns:a16="http://schemas.microsoft.com/office/drawing/2014/main" id="{40C438D5-D8CA-4488-A5C1-400FC9D60723}"/>
              </a:ext>
            </a:extLst>
          </p:cNvPr>
          <p:cNvSpPr>
            <a:spLocks noGrp="1"/>
          </p:cNvSpPr>
          <p:nvPr/>
        </p:nvSpPr>
        <p:spPr>
          <a:xfrm>
            <a:off x="714375" y="6105525"/>
            <a:ext cx="10477500" cy="352425"/>
          </a:xfrm>
          <a:prstGeom prst="rect">
            <a:avLst/>
          </a:prstGeom>
          <a:noFill/>
          <a:ln w="0">
            <a:noFill/>
          </a:ln>
        </p:spPr>
        <p:txBody>
          <a:bodyPr lIns="0" tIns="0" rIns="0" bIns="0" anchor="t"/>
          <a:lstStyle>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Local inference replaced the API path after development hit rate limits.</a:t>
            </a:r>
          </a:p>
        </p:txBody>
      </p:sp>
    </p:spTree>
    <p:extLst>
      <p:ext uri="{BB962C8B-B14F-4D97-AF65-F5344CB8AC3E}">
        <p14:creationId xmlns:p14="http://schemas.microsoft.com/office/powerpoint/2010/main" val="681130466"/>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89A78A04-F998-4AA6-8D28-D9E9BBD78F6E}"/>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Spoken clarification</a:t>
            </a:r>
          </a:p>
        </p:txBody>
      </p:sp>
      <p:sp>
        <p:nvSpPr>
          <p:cNvPr id="2" name="accent">
            <a:extLst>
              <a:ext uri="{FF2B5EF4-FFF2-40B4-BE49-F238E27FC236}">
                <a16:creationId xmlns:a16="http://schemas.microsoft.com/office/drawing/2014/main" id="{47CBB26E-90C6-4710-A923-A2097CAE6B77}"/>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13AEFF79-47CA-47B1-8987-B702AC886277}"/>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07</a:t>
            </a:r>
          </a:p>
        </p:txBody>
      </p:sp>
      <p:sp>
        <p:nvSpPr>
          <p:cNvPr id="4" name="text">
            <a:extLst>
              <a:ext uri="{FF2B5EF4-FFF2-40B4-BE49-F238E27FC236}">
                <a16:creationId xmlns:a16="http://schemas.microsoft.com/office/drawing/2014/main" id="{AC34FA28-AE80-47A8-B851-F8A91B46EF44}"/>
              </a:ext>
            </a:extLst>
          </p:cNvPr>
          <p:cNvSpPr>
            <a:spLocks noGrp="1"/>
          </p:cNvSpPr>
          <p:nvPr/>
        </p:nvSpPr>
        <p:spPr>
          <a:xfrm>
            <a:off x="714375" y="1628775"/>
            <a:ext cx="7620000" cy="400050"/>
          </a:xfrm>
          <a:prstGeom prst="rect">
            <a:avLst/>
          </a:prstGeom>
          <a:noFill/>
          <a:ln w="0">
            <a:noFill/>
          </a:ln>
        </p:spPr>
        <p:txBody>
          <a:bodyPr lIns="0" tIns="0" rIns="0" bIns="0" anchor="t"/>
          <a:lstStyle>
            <a:defPPr>
              <a:defRPr sz="1725" b="0">
                <a:solidFill>
                  <a:srgbClr val="7C776F"/>
                </a:solidFill>
                <a:latin typeface="Helvetica Neue"/>
                <a:ea typeface="Helvetica Neue"/>
                <a:cs typeface="Helvetica Neue"/>
              </a:defRPr>
            </a:defPPr>
            <a:lvl1pPr>
              <a:defRPr sz="1725" b="0">
                <a:solidFill>
                  <a:srgbClr val="7C776F"/>
                </a:solidFill>
                <a:latin typeface="Helvetica Neue"/>
                <a:ea typeface="Helvetica Neue"/>
                <a:cs typeface="Helvetica Neue"/>
              </a:defRPr>
            </a:lvl1pPr>
            <a:lvl2pPr>
              <a:defRPr sz="1725" b="0">
                <a:solidFill>
                  <a:srgbClr val="7C776F"/>
                </a:solidFill>
                <a:latin typeface="Helvetica Neue"/>
                <a:ea typeface="Helvetica Neue"/>
                <a:cs typeface="Helvetica Neue"/>
              </a:defRPr>
            </a:lvl2pPr>
            <a:lvl3pPr>
              <a:defRPr sz="1725" b="0">
                <a:solidFill>
                  <a:srgbClr val="7C776F"/>
                </a:solidFill>
                <a:latin typeface="Helvetica Neue"/>
                <a:ea typeface="Helvetica Neue"/>
                <a:cs typeface="Helvetica Neue"/>
              </a:defRPr>
            </a:lvl3pPr>
            <a:lvl4pPr>
              <a:defRPr sz="1725" b="0">
                <a:solidFill>
                  <a:srgbClr val="7C776F"/>
                </a:solidFill>
                <a:latin typeface="Helvetica Neue"/>
                <a:ea typeface="Helvetica Neue"/>
                <a:cs typeface="Helvetica Neue"/>
              </a:defRPr>
            </a:lvl4pPr>
            <a:lvl5pPr>
              <a:defRPr sz="1725" b="0">
                <a:solidFill>
                  <a:srgbClr val="7C776F"/>
                </a:solidFill>
                <a:latin typeface="Helvetica Neue"/>
                <a:ea typeface="Helvetica Neue"/>
                <a:cs typeface="Helvetica Neue"/>
              </a:defRPr>
            </a:lvl5pPr>
            <a:lvl6pPr>
              <a:defRPr sz="1725" b="0">
                <a:solidFill>
                  <a:srgbClr val="7C776F"/>
                </a:solidFill>
                <a:latin typeface="Helvetica Neue"/>
                <a:ea typeface="Helvetica Neue"/>
                <a:cs typeface="Helvetica Neue"/>
              </a:defRPr>
            </a:lvl6pPr>
            <a:lvl7pPr>
              <a:defRPr sz="1725" b="0">
                <a:solidFill>
                  <a:srgbClr val="7C776F"/>
                </a:solidFill>
                <a:latin typeface="Helvetica Neue"/>
                <a:ea typeface="Helvetica Neue"/>
                <a:cs typeface="Helvetica Neue"/>
              </a:defRPr>
            </a:lvl7pPr>
            <a:lvl8pPr>
              <a:defRPr sz="1725" b="0">
                <a:solidFill>
                  <a:srgbClr val="7C776F"/>
                </a:solidFill>
                <a:latin typeface="Helvetica Neue"/>
                <a:ea typeface="Helvetica Neue"/>
                <a:cs typeface="Helvetica Neue"/>
              </a:defRPr>
            </a:lvl8pPr>
            <a:lvl9pPr>
              <a:defRPr sz="1725" b="0">
                <a:solidFill>
                  <a:srgbClr val="7C776F"/>
                </a:solidFill>
                <a:latin typeface="Helvetica Neue"/>
                <a:ea typeface="Helvetica Neue"/>
                <a:cs typeface="Helvetica Neue"/>
              </a:defRPr>
            </a:lvl9pPr>
          </a:lstStyle>
          <a:p>
            <a:pPr>
              <a:defRPr sz="1725" b="0">
                <a:solidFill>
                  <a:srgbClr val="7C776F"/>
                </a:solidFill>
                <a:latin typeface="Helvetica Neue"/>
                <a:ea typeface="Helvetica Neue"/>
                <a:cs typeface="Helvetica Neue"/>
              </a:defRPr>
            </a:pPr>
            <a:r>
              <a:rPr sz="1725" b="0">
                <a:solidFill>
                  <a:srgbClr val="7C776F"/>
                </a:solidFill>
                <a:latin typeface="Helvetica Neue"/>
                <a:ea typeface="Helvetica Neue"/>
                <a:cs typeface="Helvetica Neue"/>
              </a:rPr>
              <a:t>Selected measure 2</a:t>
            </a:r>
          </a:p>
        </p:txBody>
      </p:sp>
      <p:sp>
        <p:nvSpPr>
          <p:cNvPr id="5" name="text">
            <a:extLst>
              <a:ext uri="{FF2B5EF4-FFF2-40B4-BE49-F238E27FC236}">
                <a16:creationId xmlns:a16="http://schemas.microsoft.com/office/drawing/2014/main" id="{59DC1E0D-D355-40E8-B02A-0E6AB8B689E0}"/>
              </a:ext>
            </a:extLst>
          </p:cNvPr>
          <p:cNvSpPr>
            <a:spLocks noGrp="1"/>
          </p:cNvSpPr>
          <p:nvPr/>
        </p:nvSpPr>
        <p:spPr>
          <a:xfrm>
            <a:off x="714375" y="2352675"/>
            <a:ext cx="1619250" cy="400050"/>
          </a:xfrm>
          <a:prstGeom prst="rect">
            <a:avLst/>
          </a:prstGeom>
          <a:noFill/>
          <a:ln w="0">
            <a:noFill/>
          </a:ln>
        </p:spPr>
        <p:txBody>
          <a:bodyPr lIns="0" tIns="0" rIns="0" bIns="0" anchor="t"/>
          <a:lstStyle>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6" name="text">
            <a:extLst>
              <a:ext uri="{FF2B5EF4-FFF2-40B4-BE49-F238E27FC236}">
                <a16:creationId xmlns:a16="http://schemas.microsoft.com/office/drawing/2014/main" id="{3BB3D2CA-F44C-41D2-91CC-D8CFF3F6F860}"/>
              </a:ext>
            </a:extLst>
          </p:cNvPr>
          <p:cNvSpPr>
            <a:spLocks noGrp="1"/>
          </p:cNvSpPr>
          <p:nvPr/>
        </p:nvSpPr>
        <p:spPr>
          <a:xfrm>
            <a:off x="2495550" y="2305050"/>
            <a:ext cx="8858250" cy="742950"/>
          </a:xfrm>
          <a:prstGeom prst="rect">
            <a:avLst/>
          </a:prstGeom>
          <a:noFill/>
          <a:ln w="0">
            <a:noFill/>
          </a:ln>
        </p:spPr>
        <p:txBody>
          <a:bodyPr lIns="0" tIns="0" rIns="0" bIns="0" anchor="t"/>
          <a:lstStyle>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“Play flute.”</a:t>
            </a:r>
          </a:p>
        </p:txBody>
      </p:sp>
      <p:sp>
        <p:nvSpPr>
          <p:cNvPr id="7" name="accent">
            <a:extLst>
              <a:ext uri="{FF2B5EF4-FFF2-40B4-BE49-F238E27FC236}">
                <a16:creationId xmlns:a16="http://schemas.microsoft.com/office/drawing/2014/main" id="{FA4B4264-ABAF-4339-AF00-4F5F19705A57}"/>
              </a:ext>
            </a:extLst>
          </p:cNvPr>
          <p:cNvSpPr>
            <a:spLocks noGrp="1"/>
          </p:cNvSpPr>
          <p:nvPr/>
        </p:nvSpPr>
        <p:spPr>
          <a:xfrm>
            <a:off x="2495550" y="3114675"/>
            <a:ext cx="8763000" cy="9525"/>
          </a:xfrm>
          <a:prstGeom prst="rect">
            <a:avLst/>
          </a:prstGeom>
          <a:solidFill>
            <a:srgbClr val="D8D1C5"/>
          </a:solidFill>
          <a:ln w="0">
            <a:noFill/>
          </a:ln>
        </p:spPr>
        <p:txBody>
          <a:bodyPr/>
          <a:lstStyle/>
          <a:p>
            <a:endParaRPr lang="zh-CN" altLang="en-US"/>
          </a:p>
        </p:txBody>
      </p:sp>
      <p:sp>
        <p:nvSpPr>
          <p:cNvPr id="8" name="text">
            <a:extLst>
              <a:ext uri="{FF2B5EF4-FFF2-40B4-BE49-F238E27FC236}">
                <a16:creationId xmlns:a16="http://schemas.microsoft.com/office/drawing/2014/main" id="{65382AE4-1D31-49CE-9751-1E2D754EC6FC}"/>
              </a:ext>
            </a:extLst>
          </p:cNvPr>
          <p:cNvSpPr>
            <a:spLocks noGrp="1"/>
          </p:cNvSpPr>
          <p:nvPr/>
        </p:nvSpPr>
        <p:spPr>
          <a:xfrm>
            <a:off x="714375" y="3390900"/>
            <a:ext cx="1619250" cy="400050"/>
          </a:xfrm>
          <a:prstGeom prst="rect">
            <a:avLst/>
          </a:prstGeom>
          <a:noFill/>
          <a:ln w="0">
            <a:noFill/>
          </a:ln>
        </p:spPr>
        <p:txBody>
          <a:bodyPr lIns="0" tIns="0" rIns="0" bIns="0" anchor="t"/>
          <a:lstStyle>
            <a:defPPr>
              <a:defRPr sz="1725" b="1">
                <a:solidFill>
                  <a:srgbClr val="6AB7D6"/>
                </a:solidFill>
                <a:latin typeface="Helvetica Neue"/>
                <a:ea typeface="Helvetica Neue"/>
                <a:cs typeface="Helvetica Neue"/>
              </a:defRPr>
            </a:defPPr>
            <a:lvl1pPr>
              <a:defRPr sz="1725" b="1">
                <a:solidFill>
                  <a:srgbClr val="6AB7D6"/>
                </a:solidFill>
                <a:latin typeface="Helvetica Neue"/>
                <a:ea typeface="Helvetica Neue"/>
                <a:cs typeface="Helvetica Neue"/>
              </a:defRPr>
            </a:lvl1pPr>
            <a:lvl2pPr>
              <a:defRPr sz="1725" b="1">
                <a:solidFill>
                  <a:srgbClr val="6AB7D6"/>
                </a:solidFill>
                <a:latin typeface="Helvetica Neue"/>
                <a:ea typeface="Helvetica Neue"/>
                <a:cs typeface="Helvetica Neue"/>
              </a:defRPr>
            </a:lvl2pPr>
            <a:lvl3pPr>
              <a:defRPr sz="1725" b="1">
                <a:solidFill>
                  <a:srgbClr val="6AB7D6"/>
                </a:solidFill>
                <a:latin typeface="Helvetica Neue"/>
                <a:ea typeface="Helvetica Neue"/>
                <a:cs typeface="Helvetica Neue"/>
              </a:defRPr>
            </a:lvl3pPr>
            <a:lvl4pPr>
              <a:defRPr sz="1725" b="1">
                <a:solidFill>
                  <a:srgbClr val="6AB7D6"/>
                </a:solidFill>
                <a:latin typeface="Helvetica Neue"/>
                <a:ea typeface="Helvetica Neue"/>
                <a:cs typeface="Helvetica Neue"/>
              </a:defRPr>
            </a:lvl4pPr>
            <a:lvl5pPr>
              <a:defRPr sz="1725" b="1">
                <a:solidFill>
                  <a:srgbClr val="6AB7D6"/>
                </a:solidFill>
                <a:latin typeface="Helvetica Neue"/>
                <a:ea typeface="Helvetica Neue"/>
                <a:cs typeface="Helvetica Neue"/>
              </a:defRPr>
            </a:lvl5pPr>
            <a:lvl6pPr>
              <a:defRPr sz="1725" b="1">
                <a:solidFill>
                  <a:srgbClr val="6AB7D6"/>
                </a:solidFill>
                <a:latin typeface="Helvetica Neue"/>
                <a:ea typeface="Helvetica Neue"/>
                <a:cs typeface="Helvetica Neue"/>
              </a:defRPr>
            </a:lvl6pPr>
            <a:lvl7pPr>
              <a:defRPr sz="1725" b="1">
                <a:solidFill>
                  <a:srgbClr val="6AB7D6"/>
                </a:solidFill>
                <a:latin typeface="Helvetica Neue"/>
                <a:ea typeface="Helvetica Neue"/>
                <a:cs typeface="Helvetica Neue"/>
              </a:defRPr>
            </a:lvl7pPr>
            <a:lvl8pPr>
              <a:defRPr sz="1725" b="1">
                <a:solidFill>
                  <a:srgbClr val="6AB7D6"/>
                </a:solidFill>
                <a:latin typeface="Helvetica Neue"/>
                <a:ea typeface="Helvetica Neue"/>
                <a:cs typeface="Helvetica Neue"/>
              </a:defRPr>
            </a:lvl8pPr>
            <a:lvl9pPr>
              <a:defRPr sz="1725" b="1">
                <a:solidFill>
                  <a:srgbClr val="6AB7D6"/>
                </a:solidFill>
                <a:latin typeface="Helvetica Neue"/>
                <a:ea typeface="Helvetica Neue"/>
                <a:cs typeface="Helvetica Neue"/>
              </a:defRPr>
            </a:lvl9pPr>
          </a:lstStyle>
          <a:p>
            <a:pPr>
              <a:defRPr sz="1725" b="1">
                <a:solidFill>
                  <a:srgbClr val="6AB7D6"/>
                </a:solidFill>
                <a:latin typeface="Helvetica Neue"/>
                <a:ea typeface="Helvetica Neue"/>
                <a:cs typeface="Helvetica Neue"/>
              </a:defRPr>
            </a:pPr>
            <a:r>
              <a:rPr sz="1725" b="1">
                <a:solidFill>
                  <a:srgbClr val="6AB7D6"/>
                </a:solidFill>
                <a:latin typeface="Helvetica Neue"/>
                <a:ea typeface="Helvetica Neue"/>
                <a:cs typeface="Helvetica Neue"/>
              </a:rPr>
              <a:t>System</a:t>
            </a:r>
          </a:p>
        </p:txBody>
      </p:sp>
      <p:sp>
        <p:nvSpPr>
          <p:cNvPr id="9" name="text">
            <a:extLst>
              <a:ext uri="{FF2B5EF4-FFF2-40B4-BE49-F238E27FC236}">
                <a16:creationId xmlns:a16="http://schemas.microsoft.com/office/drawing/2014/main" id="{274434E5-E8A2-4353-BA76-8CD16D98EFA5}"/>
              </a:ext>
            </a:extLst>
          </p:cNvPr>
          <p:cNvSpPr>
            <a:spLocks noGrp="1"/>
          </p:cNvSpPr>
          <p:nvPr/>
        </p:nvSpPr>
        <p:spPr>
          <a:xfrm>
            <a:off x="2495550" y="3343275"/>
            <a:ext cx="8858250" cy="742950"/>
          </a:xfrm>
          <a:prstGeom prst="rect">
            <a:avLst/>
          </a:prstGeom>
          <a:noFill/>
          <a:ln w="0">
            <a:noFill/>
          </a:ln>
        </p:spPr>
        <p:txBody>
          <a:bodyPr lIns="0" tIns="0" rIns="0" bIns="0" anchor="t"/>
          <a:lstStyle>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“Flute one, flute two, or both?”</a:t>
            </a:r>
          </a:p>
        </p:txBody>
      </p:sp>
      <p:sp>
        <p:nvSpPr>
          <p:cNvPr id="10" name="accent">
            <a:extLst>
              <a:ext uri="{FF2B5EF4-FFF2-40B4-BE49-F238E27FC236}">
                <a16:creationId xmlns:a16="http://schemas.microsoft.com/office/drawing/2014/main" id="{256B035E-E95E-494E-A481-85BB1809B8BE}"/>
              </a:ext>
            </a:extLst>
          </p:cNvPr>
          <p:cNvSpPr>
            <a:spLocks noGrp="1"/>
          </p:cNvSpPr>
          <p:nvPr/>
        </p:nvSpPr>
        <p:spPr>
          <a:xfrm>
            <a:off x="2495550" y="4152900"/>
            <a:ext cx="8763000" cy="9525"/>
          </a:xfrm>
          <a:prstGeom prst="rect">
            <a:avLst/>
          </a:prstGeom>
          <a:solidFill>
            <a:srgbClr val="D8D1C5"/>
          </a:solidFill>
          <a:ln w="0">
            <a:noFill/>
          </a:ln>
        </p:spPr>
        <p:txBody>
          <a:bodyPr/>
          <a:lstStyle/>
          <a:p>
            <a:endParaRPr lang="zh-CN" altLang="en-US"/>
          </a:p>
        </p:txBody>
      </p:sp>
      <p:sp>
        <p:nvSpPr>
          <p:cNvPr id="11" name="text">
            <a:extLst>
              <a:ext uri="{FF2B5EF4-FFF2-40B4-BE49-F238E27FC236}">
                <a16:creationId xmlns:a16="http://schemas.microsoft.com/office/drawing/2014/main" id="{29B35438-0D4C-4750-8DE3-B80EBCFFE984}"/>
              </a:ext>
            </a:extLst>
          </p:cNvPr>
          <p:cNvSpPr>
            <a:spLocks noGrp="1"/>
          </p:cNvSpPr>
          <p:nvPr/>
        </p:nvSpPr>
        <p:spPr>
          <a:xfrm>
            <a:off x="714375" y="4429125"/>
            <a:ext cx="1619250" cy="400050"/>
          </a:xfrm>
          <a:prstGeom prst="rect">
            <a:avLst/>
          </a:prstGeom>
          <a:noFill/>
          <a:ln w="0">
            <a:noFill/>
          </a:ln>
        </p:spPr>
        <p:txBody>
          <a:bodyPr lIns="0" tIns="0" rIns="0" bIns="0" anchor="t"/>
          <a:lstStyle>
            <a:defPPr>
              <a:defRPr sz="1725" b="1">
                <a:solidFill>
                  <a:srgbClr val="F06C5B"/>
                </a:solidFill>
                <a:latin typeface="Helvetica Neue"/>
                <a:ea typeface="Helvetica Neue"/>
                <a:cs typeface="Helvetica Neue"/>
              </a:defRPr>
            </a:defPPr>
            <a:lvl1pPr>
              <a:defRPr sz="1725" b="1">
                <a:solidFill>
                  <a:srgbClr val="F06C5B"/>
                </a:solidFill>
                <a:latin typeface="Helvetica Neue"/>
                <a:ea typeface="Helvetica Neue"/>
                <a:cs typeface="Helvetica Neue"/>
              </a:defRPr>
            </a:lvl1pPr>
            <a:lvl2pPr>
              <a:defRPr sz="1725" b="1">
                <a:solidFill>
                  <a:srgbClr val="F06C5B"/>
                </a:solidFill>
                <a:latin typeface="Helvetica Neue"/>
                <a:ea typeface="Helvetica Neue"/>
                <a:cs typeface="Helvetica Neue"/>
              </a:defRPr>
            </a:lvl2pPr>
            <a:lvl3pPr>
              <a:defRPr sz="1725" b="1">
                <a:solidFill>
                  <a:srgbClr val="F06C5B"/>
                </a:solidFill>
                <a:latin typeface="Helvetica Neue"/>
                <a:ea typeface="Helvetica Neue"/>
                <a:cs typeface="Helvetica Neue"/>
              </a:defRPr>
            </a:lvl3pPr>
            <a:lvl4pPr>
              <a:defRPr sz="1725" b="1">
                <a:solidFill>
                  <a:srgbClr val="F06C5B"/>
                </a:solidFill>
                <a:latin typeface="Helvetica Neue"/>
                <a:ea typeface="Helvetica Neue"/>
                <a:cs typeface="Helvetica Neue"/>
              </a:defRPr>
            </a:lvl4pPr>
            <a:lvl5pPr>
              <a:defRPr sz="1725" b="1">
                <a:solidFill>
                  <a:srgbClr val="F06C5B"/>
                </a:solidFill>
                <a:latin typeface="Helvetica Neue"/>
                <a:ea typeface="Helvetica Neue"/>
                <a:cs typeface="Helvetica Neue"/>
              </a:defRPr>
            </a:lvl5pPr>
            <a:lvl6pPr>
              <a:defRPr sz="1725" b="1">
                <a:solidFill>
                  <a:srgbClr val="F06C5B"/>
                </a:solidFill>
                <a:latin typeface="Helvetica Neue"/>
                <a:ea typeface="Helvetica Neue"/>
                <a:cs typeface="Helvetica Neue"/>
              </a:defRPr>
            </a:lvl6pPr>
            <a:lvl7pPr>
              <a:defRPr sz="1725" b="1">
                <a:solidFill>
                  <a:srgbClr val="F06C5B"/>
                </a:solidFill>
                <a:latin typeface="Helvetica Neue"/>
                <a:ea typeface="Helvetica Neue"/>
                <a:cs typeface="Helvetica Neue"/>
              </a:defRPr>
            </a:lvl7pPr>
            <a:lvl8pPr>
              <a:defRPr sz="1725" b="1">
                <a:solidFill>
                  <a:srgbClr val="F06C5B"/>
                </a:solidFill>
                <a:latin typeface="Helvetica Neue"/>
                <a:ea typeface="Helvetica Neue"/>
                <a:cs typeface="Helvetica Neue"/>
              </a:defRPr>
            </a:lvl8pPr>
            <a:lvl9pPr>
              <a:defRPr sz="1725" b="1">
                <a:solidFill>
                  <a:srgbClr val="F06C5B"/>
                </a:solidFill>
                <a:latin typeface="Helvetica Neue"/>
                <a:ea typeface="Helvetica Neue"/>
                <a:cs typeface="Helvetica Neue"/>
              </a:defRPr>
            </a:lvl9pPr>
          </a:lstStyle>
          <a:p>
            <a:pPr>
              <a:defRPr sz="1725" b="1">
                <a:solidFill>
                  <a:srgbClr val="F06C5B"/>
                </a:solidFill>
                <a:latin typeface="Helvetica Neue"/>
                <a:ea typeface="Helvetica Neue"/>
                <a:cs typeface="Helvetica Neue"/>
              </a:defRPr>
            </a:pPr>
            <a:r>
              <a:rPr sz="1725" b="1">
                <a:solidFill>
                  <a:srgbClr val="F06C5B"/>
                </a:solidFill>
                <a:latin typeface="Helvetica Neue"/>
                <a:ea typeface="Helvetica Neue"/>
                <a:cs typeface="Helvetica Neue"/>
              </a:rPr>
              <a:t>Reader</a:t>
            </a:r>
          </a:p>
        </p:txBody>
      </p:sp>
      <p:sp>
        <p:nvSpPr>
          <p:cNvPr id="12" name="text">
            <a:extLst>
              <a:ext uri="{FF2B5EF4-FFF2-40B4-BE49-F238E27FC236}">
                <a16:creationId xmlns:a16="http://schemas.microsoft.com/office/drawing/2014/main" id="{CD2D17BC-819B-43B5-A292-2B9B62630DF5}"/>
              </a:ext>
            </a:extLst>
          </p:cNvPr>
          <p:cNvSpPr>
            <a:spLocks noGrp="1"/>
          </p:cNvSpPr>
          <p:nvPr/>
        </p:nvSpPr>
        <p:spPr>
          <a:xfrm>
            <a:off x="2495550" y="4381500"/>
            <a:ext cx="8858250" cy="742950"/>
          </a:xfrm>
          <a:prstGeom prst="rect">
            <a:avLst/>
          </a:prstGeom>
          <a:noFill/>
          <a:ln w="0">
            <a:noFill/>
          </a:ln>
        </p:spPr>
        <p:txBody>
          <a:bodyPr lIns="0" tIns="0" rIns="0" bIns="0" anchor="t"/>
          <a:lstStyle>
            <a:defPPr>
              <a:defRPr sz="2550" b="0">
                <a:solidFill>
                  <a:srgbClr val="171A1D"/>
                </a:solidFill>
                <a:latin typeface="Helvetica Neue"/>
                <a:ea typeface="Helvetica Neue"/>
                <a:cs typeface="Helvetica Neue"/>
              </a:defRPr>
            </a:defPPr>
            <a:lvl1pPr>
              <a:defRPr sz="2550" b="0">
                <a:solidFill>
                  <a:srgbClr val="171A1D"/>
                </a:solidFill>
                <a:latin typeface="Helvetica Neue"/>
                <a:ea typeface="Helvetica Neue"/>
                <a:cs typeface="Helvetica Neue"/>
              </a:defRPr>
            </a:lvl1pPr>
            <a:lvl2pPr>
              <a:defRPr sz="2550" b="0">
                <a:solidFill>
                  <a:srgbClr val="171A1D"/>
                </a:solidFill>
                <a:latin typeface="Helvetica Neue"/>
                <a:ea typeface="Helvetica Neue"/>
                <a:cs typeface="Helvetica Neue"/>
              </a:defRPr>
            </a:lvl2pPr>
            <a:lvl3pPr>
              <a:defRPr sz="2550" b="0">
                <a:solidFill>
                  <a:srgbClr val="171A1D"/>
                </a:solidFill>
                <a:latin typeface="Helvetica Neue"/>
                <a:ea typeface="Helvetica Neue"/>
                <a:cs typeface="Helvetica Neue"/>
              </a:defRPr>
            </a:lvl3pPr>
            <a:lvl4pPr>
              <a:defRPr sz="2550" b="0">
                <a:solidFill>
                  <a:srgbClr val="171A1D"/>
                </a:solidFill>
                <a:latin typeface="Helvetica Neue"/>
                <a:ea typeface="Helvetica Neue"/>
                <a:cs typeface="Helvetica Neue"/>
              </a:defRPr>
            </a:lvl4pPr>
            <a:lvl5pPr>
              <a:defRPr sz="2550" b="0">
                <a:solidFill>
                  <a:srgbClr val="171A1D"/>
                </a:solidFill>
                <a:latin typeface="Helvetica Neue"/>
                <a:ea typeface="Helvetica Neue"/>
                <a:cs typeface="Helvetica Neue"/>
              </a:defRPr>
            </a:lvl5pPr>
            <a:lvl6pPr>
              <a:defRPr sz="2550" b="0">
                <a:solidFill>
                  <a:srgbClr val="171A1D"/>
                </a:solidFill>
                <a:latin typeface="Helvetica Neue"/>
                <a:ea typeface="Helvetica Neue"/>
                <a:cs typeface="Helvetica Neue"/>
              </a:defRPr>
            </a:lvl6pPr>
            <a:lvl7pPr>
              <a:defRPr sz="2550" b="0">
                <a:solidFill>
                  <a:srgbClr val="171A1D"/>
                </a:solidFill>
                <a:latin typeface="Helvetica Neue"/>
                <a:ea typeface="Helvetica Neue"/>
                <a:cs typeface="Helvetica Neue"/>
              </a:defRPr>
            </a:lvl7pPr>
            <a:lvl8pPr>
              <a:defRPr sz="2550" b="0">
                <a:solidFill>
                  <a:srgbClr val="171A1D"/>
                </a:solidFill>
                <a:latin typeface="Helvetica Neue"/>
                <a:ea typeface="Helvetica Neue"/>
                <a:cs typeface="Helvetica Neue"/>
              </a:defRPr>
            </a:lvl8pPr>
            <a:lvl9pPr>
              <a:defRPr sz="2550" b="0">
                <a:solidFill>
                  <a:srgbClr val="171A1D"/>
                </a:solidFill>
                <a:latin typeface="Helvetica Neue"/>
                <a:ea typeface="Helvetica Neue"/>
                <a:cs typeface="Helvetica Neue"/>
              </a:defRPr>
            </a:lvl9pPr>
          </a:lstStyle>
          <a:p>
            <a:pPr>
              <a:defRPr sz="2550" b="0">
                <a:solidFill>
                  <a:srgbClr val="171A1D"/>
                </a:solidFill>
                <a:latin typeface="Helvetica Neue"/>
                <a:ea typeface="Helvetica Neue"/>
                <a:cs typeface="Helvetica Neue"/>
              </a:defRPr>
            </a:pPr>
            <a:r>
              <a:rPr sz="2550" b="0">
                <a:solidFill>
                  <a:srgbClr val="171A1D"/>
                </a:solidFill>
                <a:latin typeface="Helvetica Neue"/>
                <a:ea typeface="Helvetica Neue"/>
                <a:cs typeface="Helvetica Neue"/>
              </a:rPr>
              <a:t>“Flute one.”</a:t>
            </a:r>
          </a:p>
        </p:txBody>
      </p:sp>
      <p:sp>
        <p:nvSpPr>
          <p:cNvPr id="13" name="accent">
            <a:extLst>
              <a:ext uri="{FF2B5EF4-FFF2-40B4-BE49-F238E27FC236}">
                <a16:creationId xmlns:a16="http://schemas.microsoft.com/office/drawing/2014/main" id="{0A9E1E76-D703-4405-B2F9-9F9AE8F0BE30}"/>
              </a:ext>
            </a:extLst>
          </p:cNvPr>
          <p:cNvSpPr>
            <a:spLocks noGrp="1"/>
          </p:cNvSpPr>
          <p:nvPr/>
        </p:nvSpPr>
        <p:spPr>
          <a:xfrm>
            <a:off x="714375" y="5648325"/>
            <a:ext cx="10763250" cy="38100"/>
          </a:xfrm>
          <a:prstGeom prst="rect">
            <a:avLst/>
          </a:prstGeom>
          <a:solidFill>
            <a:srgbClr val="F06C5B"/>
          </a:solidFill>
          <a:ln w="0">
            <a:noFill/>
          </a:ln>
        </p:spPr>
        <p:txBody>
          <a:bodyPr/>
          <a:lstStyle/>
          <a:p>
            <a:endParaRPr lang="zh-CN" altLang="en-US"/>
          </a:p>
        </p:txBody>
      </p:sp>
      <p:sp>
        <p:nvSpPr>
          <p:cNvPr id="14" name="text">
            <a:extLst>
              <a:ext uri="{FF2B5EF4-FFF2-40B4-BE49-F238E27FC236}">
                <a16:creationId xmlns:a16="http://schemas.microsoft.com/office/drawing/2014/main" id="{07D9FA1E-26B6-4B21-86BE-8ED11E50D5BB}"/>
              </a:ext>
            </a:extLst>
          </p:cNvPr>
          <p:cNvSpPr>
            <a:spLocks noGrp="1"/>
          </p:cNvSpPr>
          <p:nvPr/>
        </p:nvSpPr>
        <p:spPr>
          <a:xfrm>
            <a:off x="714375" y="5915025"/>
            <a:ext cx="10668000" cy="571500"/>
          </a:xfrm>
          <a:prstGeom prst="rect">
            <a:avLst/>
          </a:prstGeom>
          <a:noFill/>
          <a:ln w="0">
            <a:noFill/>
          </a:ln>
        </p:spPr>
        <p:txBody>
          <a:bodyPr lIns="0" tIns="0" rIns="0" bIns="0" anchor="t"/>
          <a:lstStyle>
            <a:defPPr>
              <a:defRPr sz="2100" b="1">
                <a:solidFill>
                  <a:srgbClr val="171A1D"/>
                </a:solidFill>
                <a:latin typeface="Helvetica Neue"/>
                <a:ea typeface="Helvetica Neue"/>
                <a:cs typeface="Helvetica Neue"/>
              </a:defRPr>
            </a:defPPr>
            <a:lvl1pPr>
              <a:defRPr sz="2100" b="1">
                <a:solidFill>
                  <a:srgbClr val="171A1D"/>
                </a:solidFill>
                <a:latin typeface="Helvetica Neue"/>
                <a:ea typeface="Helvetica Neue"/>
                <a:cs typeface="Helvetica Neue"/>
              </a:defRPr>
            </a:lvl1pPr>
            <a:lvl2pPr>
              <a:defRPr sz="2100" b="1">
                <a:solidFill>
                  <a:srgbClr val="171A1D"/>
                </a:solidFill>
                <a:latin typeface="Helvetica Neue"/>
                <a:ea typeface="Helvetica Neue"/>
                <a:cs typeface="Helvetica Neue"/>
              </a:defRPr>
            </a:lvl2pPr>
            <a:lvl3pPr>
              <a:defRPr sz="2100" b="1">
                <a:solidFill>
                  <a:srgbClr val="171A1D"/>
                </a:solidFill>
                <a:latin typeface="Helvetica Neue"/>
                <a:ea typeface="Helvetica Neue"/>
                <a:cs typeface="Helvetica Neue"/>
              </a:defRPr>
            </a:lvl3pPr>
            <a:lvl4pPr>
              <a:defRPr sz="2100" b="1">
                <a:solidFill>
                  <a:srgbClr val="171A1D"/>
                </a:solidFill>
                <a:latin typeface="Helvetica Neue"/>
                <a:ea typeface="Helvetica Neue"/>
                <a:cs typeface="Helvetica Neue"/>
              </a:defRPr>
            </a:lvl4pPr>
            <a:lvl5pPr>
              <a:defRPr sz="2100" b="1">
                <a:solidFill>
                  <a:srgbClr val="171A1D"/>
                </a:solidFill>
                <a:latin typeface="Helvetica Neue"/>
                <a:ea typeface="Helvetica Neue"/>
                <a:cs typeface="Helvetica Neue"/>
              </a:defRPr>
            </a:lvl5pPr>
            <a:lvl6pPr>
              <a:defRPr sz="2100" b="1">
                <a:solidFill>
                  <a:srgbClr val="171A1D"/>
                </a:solidFill>
                <a:latin typeface="Helvetica Neue"/>
                <a:ea typeface="Helvetica Neue"/>
                <a:cs typeface="Helvetica Neue"/>
              </a:defRPr>
            </a:lvl6pPr>
            <a:lvl7pPr>
              <a:defRPr sz="2100" b="1">
                <a:solidFill>
                  <a:srgbClr val="171A1D"/>
                </a:solidFill>
                <a:latin typeface="Helvetica Neue"/>
                <a:ea typeface="Helvetica Neue"/>
                <a:cs typeface="Helvetica Neue"/>
              </a:defRPr>
            </a:lvl7pPr>
            <a:lvl8pPr>
              <a:defRPr sz="2100" b="1">
                <a:solidFill>
                  <a:srgbClr val="171A1D"/>
                </a:solidFill>
                <a:latin typeface="Helvetica Neue"/>
                <a:ea typeface="Helvetica Neue"/>
                <a:cs typeface="Helvetica Neue"/>
              </a:defRPr>
            </a:lvl8pPr>
            <a:lvl9pPr>
              <a:defRPr sz="2100" b="1">
                <a:solidFill>
                  <a:srgbClr val="171A1D"/>
                </a:solidFill>
                <a:latin typeface="Helvetica Neue"/>
                <a:ea typeface="Helvetica Neue"/>
                <a:cs typeface="Helvetica Neue"/>
              </a:defRPr>
            </a:lvl9pPr>
          </a:lstStyle>
          <a:p>
            <a:pPr>
              <a:defRPr sz="2100" b="1">
                <a:solidFill>
                  <a:srgbClr val="171A1D"/>
                </a:solidFill>
                <a:latin typeface="Helvetica Neue"/>
                <a:ea typeface="Helvetica Neue"/>
                <a:cs typeface="Helvetica Neue"/>
              </a:defRPr>
            </a:pPr>
            <a:r>
              <a:rPr sz="2100" b="1">
                <a:solidFill>
                  <a:srgbClr val="171A1D"/>
                </a:solidFill>
                <a:latin typeface="Helvetica Neue"/>
                <a:ea typeface="Helvetica Neue"/>
                <a:cs typeface="Helvetica Neue"/>
              </a:rPr>
              <a:t>The answer keeps the original measure and starts Flute 1.</a:t>
            </a:r>
          </a:p>
        </p:txBody>
      </p:sp>
    </p:spTree>
    <p:extLst>
      <p:ext uri="{BB962C8B-B14F-4D97-AF65-F5344CB8AC3E}">
        <p14:creationId xmlns:p14="http://schemas.microsoft.com/office/powerpoint/2010/main" val="796785279"/>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1A1D"/>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3371CCEC-3DD4-4973-9381-9F4050C99251}"/>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Recorded demonstration</a:t>
            </a:r>
          </a:p>
        </p:txBody>
      </p:sp>
      <p:sp>
        <p:nvSpPr>
          <p:cNvPr id="2" name="accent">
            <a:extLst>
              <a:ext uri="{FF2B5EF4-FFF2-40B4-BE49-F238E27FC236}">
                <a16:creationId xmlns:a16="http://schemas.microsoft.com/office/drawing/2014/main" id="{CB3BE923-CB20-47F0-97D4-9FC1BEAC65F1}"/>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65D7F2F3-06C7-41E0-8A0D-4F40A231478C}"/>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08</a:t>
            </a:r>
          </a:p>
        </p:txBody>
      </p:sp>
      <p:pic>
        <p:nvPicPr>
          <p:cNvPr id="4" name="Current prototype demonstration" descr="Recorded developer demonstration. Click to play the embedded video.">
            <a:hlinkClick r:id="" action="ppaction://media"/>
            <a:extLst>
              <a:ext uri="{FF2B5EF4-FFF2-40B4-BE49-F238E27FC236}">
                <a16:creationId xmlns:a16="http://schemas.microsoft.com/office/drawing/2014/main" id="{543EDEBB-60CE-498E-B538-C9A2B9BFCBA2}"/>
              </a:ext>
            </a:extLst>
          </p:cNvPr>
          <p:cNvPicPr>
            <a:picLocks noChangeAspect="1"/>
          </p:cNvPicPr>
          <p:nvPr>
            <a:videoFile r:link="rId1"/>
            <p:extLst>
              <p:ext uri="{DAA4B4D4-D01A-418F-89A0-4504762567E2}">
                <p14:media xmlns="" xmlns:p14="http://schemas.microsoft.com/office/powerpoint/2010/main" xmlns:ns2="http://schemas.openxmlformats.org/officeDocument/2006/relationships" ns2:embed="rIdDemoMedia"/>
              </p:ext>
            </p:extLst>
          </p:nvPr>
        </p:nvPicPr>
        <p:blipFill>
          <a:blip r:embed="rId5"/>
          <a:stretch/>
        </p:blipFill>
        <p:spPr>
          <a:xfrm>
            <a:off x="687917" y="1628775"/>
            <a:ext cx="8111067" cy="4562475"/>
          </a:xfrm>
          <a:prstGeom prst="rect">
            <a:avLst/>
          </a:prstGeom>
        </p:spPr>
      </p:pic>
      <p:sp>
        <p:nvSpPr>
          <p:cNvPr id="5" name="accent">
            <a:extLst>
              <a:ext uri="{FF2B5EF4-FFF2-40B4-BE49-F238E27FC236}">
                <a16:creationId xmlns:a16="http://schemas.microsoft.com/office/drawing/2014/main" id="{73B9CEB6-AB0B-44AD-98AB-FC7411AED6D9}"/>
              </a:ext>
            </a:extLst>
          </p:cNvPr>
          <p:cNvSpPr>
            <a:spLocks noGrp="1"/>
          </p:cNvSpPr>
          <p:nvPr/>
        </p:nvSpPr>
        <p:spPr>
          <a:xfrm>
            <a:off x="685800" y="1571625"/>
            <a:ext cx="8115300" cy="47625"/>
          </a:xfrm>
          <a:prstGeom prst="rect">
            <a:avLst/>
          </a:prstGeom>
          <a:solidFill>
            <a:srgbClr val="F06C5B"/>
          </a:solidFill>
          <a:ln w="0">
            <a:noFill/>
          </a:ln>
        </p:spPr>
        <p:txBody>
          <a:bodyPr/>
          <a:lstStyle/>
          <a:p>
            <a:endParaRPr lang="zh-CN" altLang="en-US"/>
          </a:p>
        </p:txBody>
      </p:sp>
      <p:sp>
        <p:nvSpPr>
          <p:cNvPr id="6" name="text">
            <a:extLst>
              <a:ext uri="{FF2B5EF4-FFF2-40B4-BE49-F238E27FC236}">
                <a16:creationId xmlns:a16="http://schemas.microsoft.com/office/drawing/2014/main" id="{BE586908-8CD8-4066-820C-D97143B46BF2}"/>
              </a:ext>
            </a:extLst>
          </p:cNvPr>
          <p:cNvSpPr>
            <a:spLocks noGrp="1"/>
          </p:cNvSpPr>
          <p:nvPr/>
        </p:nvSpPr>
        <p:spPr>
          <a:xfrm>
            <a:off x="9144000" y="1743075"/>
            <a:ext cx="2476500" cy="714375"/>
          </a:xfrm>
          <a:prstGeom prst="rect">
            <a:avLst/>
          </a:prstGeom>
          <a:noFill/>
          <a:ln w="0">
            <a:noFill/>
          </a:ln>
        </p:spPr>
        <p:txBody>
          <a:bodyPr lIns="0" tIns="0" rIns="0" bIns="0" anchor="t"/>
          <a:lstStyle>
            <a:defPPr>
              <a:defRPr sz="2250" b="1">
                <a:solidFill>
                  <a:srgbClr val="FFFFFF"/>
                </a:solidFill>
                <a:latin typeface="Helvetica Neue"/>
                <a:ea typeface="Helvetica Neue"/>
                <a:cs typeface="Helvetica Neue"/>
              </a:defRPr>
            </a:defPPr>
            <a:lvl1pPr>
              <a:defRPr sz="2250" b="1">
                <a:solidFill>
                  <a:srgbClr val="FFFFFF"/>
                </a:solidFill>
                <a:latin typeface="Helvetica Neue"/>
                <a:ea typeface="Helvetica Neue"/>
                <a:cs typeface="Helvetica Neue"/>
              </a:defRPr>
            </a:lvl1pPr>
            <a:lvl2pPr>
              <a:defRPr sz="2250" b="1">
                <a:solidFill>
                  <a:srgbClr val="FFFFFF"/>
                </a:solidFill>
                <a:latin typeface="Helvetica Neue"/>
                <a:ea typeface="Helvetica Neue"/>
                <a:cs typeface="Helvetica Neue"/>
              </a:defRPr>
            </a:lvl2pPr>
            <a:lvl3pPr>
              <a:defRPr sz="2250" b="1">
                <a:solidFill>
                  <a:srgbClr val="FFFFFF"/>
                </a:solidFill>
                <a:latin typeface="Helvetica Neue"/>
                <a:ea typeface="Helvetica Neue"/>
                <a:cs typeface="Helvetica Neue"/>
              </a:defRPr>
            </a:lvl3pPr>
            <a:lvl4pPr>
              <a:defRPr sz="2250" b="1">
                <a:solidFill>
                  <a:srgbClr val="FFFFFF"/>
                </a:solidFill>
                <a:latin typeface="Helvetica Neue"/>
                <a:ea typeface="Helvetica Neue"/>
                <a:cs typeface="Helvetica Neue"/>
              </a:defRPr>
            </a:lvl4pPr>
            <a:lvl5pPr>
              <a:defRPr sz="2250" b="1">
                <a:solidFill>
                  <a:srgbClr val="FFFFFF"/>
                </a:solidFill>
                <a:latin typeface="Helvetica Neue"/>
                <a:ea typeface="Helvetica Neue"/>
                <a:cs typeface="Helvetica Neue"/>
              </a:defRPr>
            </a:lvl5pPr>
            <a:lvl6pPr>
              <a:defRPr sz="2250" b="1">
                <a:solidFill>
                  <a:srgbClr val="FFFFFF"/>
                </a:solidFill>
                <a:latin typeface="Helvetica Neue"/>
                <a:ea typeface="Helvetica Neue"/>
                <a:cs typeface="Helvetica Neue"/>
              </a:defRPr>
            </a:lvl6pPr>
            <a:lvl7pPr>
              <a:defRPr sz="2250" b="1">
                <a:solidFill>
                  <a:srgbClr val="FFFFFF"/>
                </a:solidFill>
                <a:latin typeface="Helvetica Neue"/>
                <a:ea typeface="Helvetica Neue"/>
                <a:cs typeface="Helvetica Neue"/>
              </a:defRPr>
            </a:lvl7pPr>
            <a:lvl8pPr>
              <a:defRPr sz="2250" b="1">
                <a:solidFill>
                  <a:srgbClr val="FFFFFF"/>
                </a:solidFill>
                <a:latin typeface="Helvetica Neue"/>
                <a:ea typeface="Helvetica Neue"/>
                <a:cs typeface="Helvetica Neue"/>
              </a:defRPr>
            </a:lvl8pPr>
            <a:lvl9pPr>
              <a:defRPr sz="2250" b="1">
                <a:solidFill>
                  <a:srgbClr val="FFFFFF"/>
                </a:solidFill>
                <a:latin typeface="Helvetica Neue"/>
                <a:ea typeface="Helvetica Neue"/>
                <a:cs typeface="Helvetica Neue"/>
              </a:defRPr>
            </a:lvl9pPr>
          </a:lstStyle>
          <a:p>
            <a:pPr>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Current prototype</a:t>
            </a:r>
          </a:p>
        </p:txBody>
      </p:sp>
      <p:sp>
        <p:nvSpPr>
          <p:cNvPr id="7" name="text">
            <a:extLst>
              <a:ext uri="{FF2B5EF4-FFF2-40B4-BE49-F238E27FC236}">
                <a16:creationId xmlns:a16="http://schemas.microsoft.com/office/drawing/2014/main" id="{A86C4430-361A-478B-9AB7-83D96B443798}"/>
              </a:ext>
            </a:extLst>
          </p:cNvPr>
          <p:cNvSpPr>
            <a:spLocks noGrp="1"/>
          </p:cNvSpPr>
          <p:nvPr/>
        </p:nvSpPr>
        <p:spPr>
          <a:xfrm>
            <a:off x="9144000" y="2781300"/>
            <a:ext cx="2381250" cy="1905000"/>
          </a:xfrm>
          <a:prstGeom prst="rect">
            <a:avLst/>
          </a:prstGeom>
          <a:noFill/>
          <a:ln w="0">
            <a:noFill/>
          </a:ln>
        </p:spPr>
        <p:txBody>
          <a:bodyPr lIns="0" tIns="0" rIns="0" bIns="0" anchor="t"/>
          <a:lstStyle>
            <a:defPPr>
              <a:defRPr sz="1875" b="0">
                <a:solidFill>
                  <a:srgbClr val="D8D1C5"/>
                </a:solidFill>
                <a:latin typeface="Helvetica Neue"/>
                <a:ea typeface="Helvetica Neue"/>
                <a:cs typeface="Helvetica Neue"/>
              </a:defRPr>
            </a:defPPr>
            <a:lvl1pPr>
              <a:defRPr sz="1875" b="0">
                <a:solidFill>
                  <a:srgbClr val="D8D1C5"/>
                </a:solidFill>
                <a:latin typeface="Helvetica Neue"/>
                <a:ea typeface="Helvetica Neue"/>
                <a:cs typeface="Helvetica Neue"/>
              </a:defRPr>
            </a:lvl1pPr>
            <a:lvl2pPr>
              <a:defRPr sz="1875" b="0">
                <a:solidFill>
                  <a:srgbClr val="D8D1C5"/>
                </a:solidFill>
                <a:latin typeface="Helvetica Neue"/>
                <a:ea typeface="Helvetica Neue"/>
                <a:cs typeface="Helvetica Neue"/>
              </a:defRPr>
            </a:lvl2pPr>
            <a:lvl3pPr>
              <a:defRPr sz="1875" b="0">
                <a:solidFill>
                  <a:srgbClr val="D8D1C5"/>
                </a:solidFill>
                <a:latin typeface="Helvetica Neue"/>
                <a:ea typeface="Helvetica Neue"/>
                <a:cs typeface="Helvetica Neue"/>
              </a:defRPr>
            </a:lvl3pPr>
            <a:lvl4pPr>
              <a:defRPr sz="1875" b="0">
                <a:solidFill>
                  <a:srgbClr val="D8D1C5"/>
                </a:solidFill>
                <a:latin typeface="Helvetica Neue"/>
                <a:ea typeface="Helvetica Neue"/>
                <a:cs typeface="Helvetica Neue"/>
              </a:defRPr>
            </a:lvl4pPr>
            <a:lvl5pPr>
              <a:defRPr sz="1875" b="0">
                <a:solidFill>
                  <a:srgbClr val="D8D1C5"/>
                </a:solidFill>
                <a:latin typeface="Helvetica Neue"/>
                <a:ea typeface="Helvetica Neue"/>
                <a:cs typeface="Helvetica Neue"/>
              </a:defRPr>
            </a:lvl5pPr>
            <a:lvl6pPr>
              <a:defRPr sz="1875" b="0">
                <a:solidFill>
                  <a:srgbClr val="D8D1C5"/>
                </a:solidFill>
                <a:latin typeface="Helvetica Neue"/>
                <a:ea typeface="Helvetica Neue"/>
                <a:cs typeface="Helvetica Neue"/>
              </a:defRPr>
            </a:lvl6pPr>
            <a:lvl7pPr>
              <a:defRPr sz="1875" b="0">
                <a:solidFill>
                  <a:srgbClr val="D8D1C5"/>
                </a:solidFill>
                <a:latin typeface="Helvetica Neue"/>
                <a:ea typeface="Helvetica Neue"/>
                <a:cs typeface="Helvetica Neue"/>
              </a:defRPr>
            </a:lvl7pPr>
            <a:lvl8pPr>
              <a:defRPr sz="1875" b="0">
                <a:solidFill>
                  <a:srgbClr val="D8D1C5"/>
                </a:solidFill>
                <a:latin typeface="Helvetica Neue"/>
                <a:ea typeface="Helvetica Neue"/>
                <a:cs typeface="Helvetica Neue"/>
              </a:defRPr>
            </a:lvl8pPr>
            <a:lvl9pPr>
              <a:defRPr sz="1875" b="0">
                <a:solidFill>
                  <a:srgbClr val="D8D1C5"/>
                </a:solidFill>
                <a:latin typeface="Helvetica Neue"/>
                <a:ea typeface="Helvetica Neue"/>
                <a:cs typeface="Helvetica Neue"/>
              </a:defRPr>
            </a:lvl9pPr>
          </a:lstStyle>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Measure selection</a:t>
            </a:r>
          </a:p>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Physical controls</a:t>
            </a:r>
          </a:p>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Voice requests</a:t>
            </a:r>
          </a:p>
          <a:p>
            <a:pPr>
              <a:defRPr sz="1875" b="0">
                <a:solidFill>
                  <a:srgbClr val="D8D1C5"/>
                </a:solidFill>
                <a:latin typeface="Helvetica Neue"/>
                <a:ea typeface="Helvetica Neue"/>
                <a:cs typeface="Helvetica Neue"/>
              </a:defRPr>
            </a:pPr>
            <a:r>
              <a:rPr sz="1875" b="0">
                <a:solidFill>
                  <a:srgbClr val="D8D1C5"/>
                </a:solidFill>
                <a:latin typeface="Helvetica Neue"/>
                <a:ea typeface="Helvetica Neue"/>
                <a:cs typeface="Helvetica Neue"/>
              </a:rPr>
              <a:t>Max playback</a:t>
            </a:r>
          </a:p>
        </p:txBody>
      </p:sp>
      <p:sp>
        <p:nvSpPr>
          <p:cNvPr id="8" name="text">
            <a:extLst>
              <a:ext uri="{FF2B5EF4-FFF2-40B4-BE49-F238E27FC236}">
                <a16:creationId xmlns:a16="http://schemas.microsoft.com/office/drawing/2014/main" id="{3FDE503E-5CFA-4E4A-85E9-97AD5512543C}"/>
              </a:ext>
            </a:extLst>
          </p:cNvPr>
          <p:cNvSpPr>
            <a:spLocks noGrp="1"/>
          </p:cNvSpPr>
          <p:nvPr/>
        </p:nvSpPr>
        <p:spPr>
          <a:xfrm>
            <a:off x="9144000" y="5314950"/>
            <a:ext cx="2381250" cy="790575"/>
          </a:xfrm>
          <a:prstGeom prst="rect">
            <a:avLst/>
          </a:prstGeom>
          <a:noFill/>
          <a:ln w="0">
            <a:noFill/>
          </a:ln>
        </p:spPr>
        <p:txBody>
          <a:bodyPr lIns="0" tIns="0" rIns="0" bIns="0" anchor="t"/>
          <a:lstStyle>
            <a:defPPr>
              <a:defRPr sz="1875" b="1">
                <a:solidFill>
                  <a:srgbClr val="CFEA79"/>
                </a:solidFill>
                <a:latin typeface="Helvetica Neue"/>
                <a:ea typeface="Helvetica Neue"/>
                <a:cs typeface="Helvetica Neue"/>
              </a:defRPr>
            </a:defPPr>
            <a:lvl1pPr>
              <a:defRPr sz="1875" b="1">
                <a:solidFill>
                  <a:srgbClr val="CFEA79"/>
                </a:solidFill>
                <a:latin typeface="Helvetica Neue"/>
                <a:ea typeface="Helvetica Neue"/>
                <a:cs typeface="Helvetica Neue"/>
              </a:defRPr>
            </a:lvl1pPr>
            <a:lvl2pPr>
              <a:defRPr sz="1875" b="1">
                <a:solidFill>
                  <a:srgbClr val="CFEA79"/>
                </a:solidFill>
                <a:latin typeface="Helvetica Neue"/>
                <a:ea typeface="Helvetica Neue"/>
                <a:cs typeface="Helvetica Neue"/>
              </a:defRPr>
            </a:lvl2pPr>
            <a:lvl3pPr>
              <a:defRPr sz="1875" b="1">
                <a:solidFill>
                  <a:srgbClr val="CFEA79"/>
                </a:solidFill>
                <a:latin typeface="Helvetica Neue"/>
                <a:ea typeface="Helvetica Neue"/>
                <a:cs typeface="Helvetica Neue"/>
              </a:defRPr>
            </a:lvl3pPr>
            <a:lvl4pPr>
              <a:defRPr sz="1875" b="1">
                <a:solidFill>
                  <a:srgbClr val="CFEA79"/>
                </a:solidFill>
                <a:latin typeface="Helvetica Neue"/>
                <a:ea typeface="Helvetica Neue"/>
                <a:cs typeface="Helvetica Neue"/>
              </a:defRPr>
            </a:lvl4pPr>
            <a:lvl5pPr>
              <a:defRPr sz="1875" b="1">
                <a:solidFill>
                  <a:srgbClr val="CFEA79"/>
                </a:solidFill>
                <a:latin typeface="Helvetica Neue"/>
                <a:ea typeface="Helvetica Neue"/>
                <a:cs typeface="Helvetica Neue"/>
              </a:defRPr>
            </a:lvl5pPr>
            <a:lvl6pPr>
              <a:defRPr sz="1875" b="1">
                <a:solidFill>
                  <a:srgbClr val="CFEA79"/>
                </a:solidFill>
                <a:latin typeface="Helvetica Neue"/>
                <a:ea typeface="Helvetica Neue"/>
                <a:cs typeface="Helvetica Neue"/>
              </a:defRPr>
            </a:lvl6pPr>
            <a:lvl7pPr>
              <a:defRPr sz="1875" b="1">
                <a:solidFill>
                  <a:srgbClr val="CFEA79"/>
                </a:solidFill>
                <a:latin typeface="Helvetica Neue"/>
                <a:ea typeface="Helvetica Neue"/>
                <a:cs typeface="Helvetica Neue"/>
              </a:defRPr>
            </a:lvl7pPr>
            <a:lvl8pPr>
              <a:defRPr sz="1875" b="1">
                <a:solidFill>
                  <a:srgbClr val="CFEA79"/>
                </a:solidFill>
                <a:latin typeface="Helvetica Neue"/>
                <a:ea typeface="Helvetica Neue"/>
                <a:cs typeface="Helvetica Neue"/>
              </a:defRPr>
            </a:lvl8pPr>
            <a:lvl9pPr>
              <a:defRPr sz="1875" b="1">
                <a:solidFill>
                  <a:srgbClr val="CFEA79"/>
                </a:solidFill>
                <a:latin typeface="Helvetica Neue"/>
                <a:ea typeface="Helvetica Neue"/>
                <a:cs typeface="Helvetica Neue"/>
              </a:defRPr>
            </a:lvl9pPr>
          </a:lstStyle>
          <a:p>
            <a:pPr>
              <a:defRPr sz="1875" b="1">
                <a:solidFill>
                  <a:srgbClr val="CFEA79"/>
                </a:solidFill>
                <a:latin typeface="Helvetica Neue"/>
                <a:ea typeface="Helvetica Neue"/>
                <a:cs typeface="Helvetica Neue"/>
              </a:defRPr>
            </a:pPr>
            <a:r>
              <a:rPr sz="1875" b="1">
                <a:solidFill>
                  <a:srgbClr val="CFEA79"/>
                </a:solidFill>
                <a:latin typeface="Helvetica Neue"/>
                <a:ea typeface="Helvetica Neue"/>
                <a:cs typeface="Helvetica Neue"/>
              </a:rPr>
              <a:t>Click the video to play</a:t>
            </a:r>
          </a:p>
        </p:txBody>
      </p:sp>
    </p:spTree>
    <p:extLst>
      <p:ext uri="{BB962C8B-B14F-4D97-AF65-F5344CB8AC3E}">
        <p14:creationId xmlns:p14="http://schemas.microsoft.com/office/powerpoint/2010/main" val="954146174"/>
      </p:ext>
    </p:extLst>
  </p:cSld>
  <p:clrMapOvr>
    <a:masterClrMapping/>
  </p:clrMapOvr>
  <p:timing>
    <p:tnLst>
      <p:par>
        <p:cTn id="1" dur="indefinite" restart="never" nodeType="tmRoot">
          <p:childTnLst>
            <p:video>
              <p:cMediaNode vol="100000">
                <p:cTn id="2" fill="hold" display="0">
                  <p:stCondLst>
                    <p:cond delay="indefinite"/>
                  </p:stCondLst>
                </p:cTn>
                <p:tgtEl>
                  <p:spTgt spid="4"/>
                </p:tgtEl>
              </p:cMediaNode>
            </p:video>
          </p:childTnLst>
        </p:cTn>
      </p:par>
    </p:tnLst>
  </p:timing>
  <p:extLst>
    <p:ext uri="{6950BFC3-D8DA-4A85-94F7-54DA5524770B}">
      <p188:commentRel xmlns:p188="http://schemas.microsoft.com/office/powerpoint/2018/8/main" r:id="rId4"/>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13" name="slide-title">
            <a:extLst>
              <a:ext uri="{FF2B5EF4-FFF2-40B4-BE49-F238E27FC236}">
                <a16:creationId xmlns:a16="http://schemas.microsoft.com/office/drawing/2014/main" id="{803C2E2A-FF52-41DE-BCB0-186D26C26793}"/>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Current evidence</a:t>
            </a:r>
          </a:p>
        </p:txBody>
      </p:sp>
      <p:sp>
        <p:nvSpPr>
          <p:cNvPr id="2" name="accent">
            <a:extLst>
              <a:ext uri="{FF2B5EF4-FFF2-40B4-BE49-F238E27FC236}">
                <a16:creationId xmlns:a16="http://schemas.microsoft.com/office/drawing/2014/main" id="{B8057EBA-6C06-456E-8949-DA345EE9BA4D}"/>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3113C900-541A-427F-91B8-035E9FB125E7}"/>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09</a:t>
            </a:r>
          </a:p>
        </p:txBody>
      </p:sp>
      <p:sp>
        <p:nvSpPr>
          <p:cNvPr id="4" name="text">
            <a:extLst>
              <a:ext uri="{FF2B5EF4-FFF2-40B4-BE49-F238E27FC236}">
                <a16:creationId xmlns:a16="http://schemas.microsoft.com/office/drawing/2014/main" id="{6B20E460-D7E4-4694-AD92-656A766368B1}"/>
              </a:ext>
            </a:extLst>
          </p:cNvPr>
          <p:cNvSpPr>
            <a:spLocks noGrp="1"/>
          </p:cNvSpPr>
          <p:nvPr/>
        </p:nvSpPr>
        <p:spPr>
          <a:xfrm>
            <a:off x="704850" y="1733550"/>
            <a:ext cx="2428875" cy="1266825"/>
          </a:xfrm>
          <a:prstGeom prst="rect">
            <a:avLst/>
          </a:prstGeom>
          <a:noFill/>
          <a:ln w="0">
            <a:noFill/>
          </a:ln>
        </p:spPr>
        <p:txBody>
          <a:bodyPr lIns="0" tIns="0" rIns="0" bIns="0" anchor="t"/>
          <a:lstStyle>
            <a:defPPr>
              <a:defRPr sz="8475" b="1">
                <a:solidFill>
                  <a:srgbClr val="F06C5B"/>
                </a:solidFill>
                <a:latin typeface="Helvetica Neue"/>
                <a:ea typeface="Helvetica Neue"/>
                <a:cs typeface="Helvetica Neue"/>
              </a:defRPr>
            </a:defPPr>
            <a:lvl1pPr>
              <a:defRPr sz="8475" b="1">
                <a:solidFill>
                  <a:srgbClr val="F06C5B"/>
                </a:solidFill>
                <a:latin typeface="Helvetica Neue"/>
                <a:ea typeface="Helvetica Neue"/>
                <a:cs typeface="Helvetica Neue"/>
              </a:defRPr>
            </a:lvl1pPr>
            <a:lvl2pPr>
              <a:defRPr sz="8475" b="1">
                <a:solidFill>
                  <a:srgbClr val="F06C5B"/>
                </a:solidFill>
                <a:latin typeface="Helvetica Neue"/>
                <a:ea typeface="Helvetica Neue"/>
                <a:cs typeface="Helvetica Neue"/>
              </a:defRPr>
            </a:lvl2pPr>
            <a:lvl3pPr>
              <a:defRPr sz="8475" b="1">
                <a:solidFill>
                  <a:srgbClr val="F06C5B"/>
                </a:solidFill>
                <a:latin typeface="Helvetica Neue"/>
                <a:ea typeface="Helvetica Neue"/>
                <a:cs typeface="Helvetica Neue"/>
              </a:defRPr>
            </a:lvl3pPr>
            <a:lvl4pPr>
              <a:defRPr sz="8475" b="1">
                <a:solidFill>
                  <a:srgbClr val="F06C5B"/>
                </a:solidFill>
                <a:latin typeface="Helvetica Neue"/>
                <a:ea typeface="Helvetica Neue"/>
                <a:cs typeface="Helvetica Neue"/>
              </a:defRPr>
            </a:lvl4pPr>
            <a:lvl5pPr>
              <a:defRPr sz="8475" b="1">
                <a:solidFill>
                  <a:srgbClr val="F06C5B"/>
                </a:solidFill>
                <a:latin typeface="Helvetica Neue"/>
                <a:ea typeface="Helvetica Neue"/>
                <a:cs typeface="Helvetica Neue"/>
              </a:defRPr>
            </a:lvl5pPr>
            <a:lvl6pPr>
              <a:defRPr sz="8475" b="1">
                <a:solidFill>
                  <a:srgbClr val="F06C5B"/>
                </a:solidFill>
                <a:latin typeface="Helvetica Neue"/>
                <a:ea typeface="Helvetica Neue"/>
                <a:cs typeface="Helvetica Neue"/>
              </a:defRPr>
            </a:lvl6pPr>
            <a:lvl7pPr>
              <a:defRPr sz="8475" b="1">
                <a:solidFill>
                  <a:srgbClr val="F06C5B"/>
                </a:solidFill>
                <a:latin typeface="Helvetica Neue"/>
                <a:ea typeface="Helvetica Neue"/>
                <a:cs typeface="Helvetica Neue"/>
              </a:defRPr>
            </a:lvl7pPr>
            <a:lvl8pPr>
              <a:defRPr sz="8475" b="1">
                <a:solidFill>
                  <a:srgbClr val="F06C5B"/>
                </a:solidFill>
                <a:latin typeface="Helvetica Neue"/>
                <a:ea typeface="Helvetica Neue"/>
                <a:cs typeface="Helvetica Neue"/>
              </a:defRPr>
            </a:lvl8pPr>
            <a:lvl9pPr>
              <a:defRPr sz="8475" b="1">
                <a:solidFill>
                  <a:srgbClr val="F06C5B"/>
                </a:solidFill>
                <a:latin typeface="Helvetica Neue"/>
                <a:ea typeface="Helvetica Neue"/>
                <a:cs typeface="Helvetica Neue"/>
              </a:defRPr>
            </a:lvl9pPr>
          </a:lstStyle>
          <a:p>
            <a:pPr>
              <a:defRPr sz="8475" b="1">
                <a:solidFill>
                  <a:srgbClr val="F06C5B"/>
                </a:solidFill>
                <a:latin typeface="Helvetica Neue"/>
                <a:ea typeface="Helvetica Neue"/>
                <a:cs typeface="Helvetica Neue"/>
              </a:defRPr>
            </a:pPr>
            <a:r>
              <a:rPr sz="8475" b="1">
                <a:solidFill>
                  <a:srgbClr val="F06C5B"/>
                </a:solidFill>
                <a:latin typeface="Helvetica Neue"/>
                <a:ea typeface="Helvetica Neue"/>
                <a:cs typeface="Helvetica Neue"/>
              </a:rPr>
              <a:t>31</a:t>
            </a:r>
          </a:p>
        </p:txBody>
      </p:sp>
      <p:sp>
        <p:nvSpPr>
          <p:cNvPr id="5" name="text">
            <a:extLst>
              <a:ext uri="{FF2B5EF4-FFF2-40B4-BE49-F238E27FC236}">
                <a16:creationId xmlns:a16="http://schemas.microsoft.com/office/drawing/2014/main" id="{E5FD413F-7A97-4F6C-B400-0F2D8CE29143}"/>
              </a:ext>
            </a:extLst>
          </p:cNvPr>
          <p:cNvSpPr>
            <a:spLocks noGrp="1"/>
          </p:cNvSpPr>
          <p:nvPr/>
        </p:nvSpPr>
        <p:spPr>
          <a:xfrm>
            <a:off x="762000" y="3067050"/>
            <a:ext cx="2571750" cy="1095375"/>
          </a:xfrm>
          <a:prstGeom prst="rect">
            <a:avLst/>
          </a:prstGeom>
          <a:noFill/>
          <a:ln w="0">
            <a:noFill/>
          </a:ln>
        </p:spPr>
        <p:txBody>
          <a:bodyPr lIns="0" tIns="0" rIns="0" bIns="0" anchor="t"/>
          <a:lstStyle>
            <a:defPPr>
              <a:defRPr sz="2175" b="1">
                <a:solidFill>
                  <a:srgbClr val="171A1D"/>
                </a:solidFill>
                <a:latin typeface="Helvetica Neue"/>
                <a:ea typeface="Helvetica Neue"/>
                <a:cs typeface="Helvetica Neue"/>
              </a:defRPr>
            </a:defPPr>
            <a:lvl1pPr>
              <a:defRPr sz="2175" b="1">
                <a:solidFill>
                  <a:srgbClr val="171A1D"/>
                </a:solidFill>
                <a:latin typeface="Helvetica Neue"/>
                <a:ea typeface="Helvetica Neue"/>
                <a:cs typeface="Helvetica Neue"/>
              </a:defRPr>
            </a:lvl1pPr>
            <a:lvl2pPr>
              <a:defRPr sz="2175" b="1">
                <a:solidFill>
                  <a:srgbClr val="171A1D"/>
                </a:solidFill>
                <a:latin typeface="Helvetica Neue"/>
                <a:ea typeface="Helvetica Neue"/>
                <a:cs typeface="Helvetica Neue"/>
              </a:defRPr>
            </a:lvl2pPr>
            <a:lvl3pPr>
              <a:defRPr sz="2175" b="1">
                <a:solidFill>
                  <a:srgbClr val="171A1D"/>
                </a:solidFill>
                <a:latin typeface="Helvetica Neue"/>
                <a:ea typeface="Helvetica Neue"/>
                <a:cs typeface="Helvetica Neue"/>
              </a:defRPr>
            </a:lvl3pPr>
            <a:lvl4pPr>
              <a:defRPr sz="2175" b="1">
                <a:solidFill>
                  <a:srgbClr val="171A1D"/>
                </a:solidFill>
                <a:latin typeface="Helvetica Neue"/>
                <a:ea typeface="Helvetica Neue"/>
                <a:cs typeface="Helvetica Neue"/>
              </a:defRPr>
            </a:lvl4pPr>
            <a:lvl5pPr>
              <a:defRPr sz="2175" b="1">
                <a:solidFill>
                  <a:srgbClr val="171A1D"/>
                </a:solidFill>
                <a:latin typeface="Helvetica Neue"/>
                <a:ea typeface="Helvetica Neue"/>
                <a:cs typeface="Helvetica Neue"/>
              </a:defRPr>
            </a:lvl5pPr>
            <a:lvl6pPr>
              <a:defRPr sz="2175" b="1">
                <a:solidFill>
                  <a:srgbClr val="171A1D"/>
                </a:solidFill>
                <a:latin typeface="Helvetica Neue"/>
                <a:ea typeface="Helvetica Neue"/>
                <a:cs typeface="Helvetica Neue"/>
              </a:defRPr>
            </a:lvl6pPr>
            <a:lvl7pPr>
              <a:defRPr sz="2175" b="1">
                <a:solidFill>
                  <a:srgbClr val="171A1D"/>
                </a:solidFill>
                <a:latin typeface="Helvetica Neue"/>
                <a:ea typeface="Helvetica Neue"/>
                <a:cs typeface="Helvetica Neue"/>
              </a:defRPr>
            </a:lvl7pPr>
            <a:lvl8pPr>
              <a:defRPr sz="2175" b="1">
                <a:solidFill>
                  <a:srgbClr val="171A1D"/>
                </a:solidFill>
                <a:latin typeface="Helvetica Neue"/>
                <a:ea typeface="Helvetica Neue"/>
                <a:cs typeface="Helvetica Neue"/>
              </a:defRPr>
            </a:lvl8pPr>
            <a:lvl9pPr>
              <a:defRPr sz="2175" b="1">
                <a:solidFill>
                  <a:srgbClr val="171A1D"/>
                </a:solidFill>
                <a:latin typeface="Helvetica Neue"/>
                <a:ea typeface="Helvetica Neue"/>
                <a:cs typeface="Helvetica Neue"/>
              </a:defRPr>
            </a:lvl9pPr>
          </a:lstStyle>
          <a:p>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development cases</a:t>
            </a:r>
          </a:p>
          <a:p>
            <a:pPr>
              <a:defRPr sz="2175" b="1">
                <a:solidFill>
                  <a:srgbClr val="171A1D"/>
                </a:solidFill>
                <a:latin typeface="Helvetica Neue"/>
                <a:ea typeface="Helvetica Neue"/>
                <a:cs typeface="Helvetica Neue"/>
              </a:defRPr>
            </a:pPr>
            <a:r>
              <a:rPr sz="2175" b="1">
                <a:solidFill>
                  <a:srgbClr val="171A1D"/>
                </a:solidFill>
                <a:latin typeface="Helvetica Neue"/>
                <a:ea typeface="Helvetica Neue"/>
                <a:cs typeface="Helvetica Neue"/>
              </a:rPr>
              <a:t>reported passing</a:t>
            </a:r>
          </a:p>
        </p:txBody>
      </p:sp>
      <p:sp>
        <p:nvSpPr>
          <p:cNvPr id="6" name="text">
            <a:extLst>
              <a:ext uri="{FF2B5EF4-FFF2-40B4-BE49-F238E27FC236}">
                <a16:creationId xmlns:a16="http://schemas.microsoft.com/office/drawing/2014/main" id="{DFD5768F-D960-4B63-B730-021345C566EE}"/>
              </a:ext>
            </a:extLst>
          </p:cNvPr>
          <p:cNvSpPr>
            <a:spLocks noGrp="1"/>
          </p:cNvSpPr>
          <p:nvPr/>
        </p:nvSpPr>
        <p:spPr>
          <a:xfrm>
            <a:off x="762000" y="4714875"/>
            <a:ext cx="2952750" cy="1095375"/>
          </a:xfrm>
          <a:prstGeom prst="rect">
            <a:avLst/>
          </a:prstGeom>
          <a:noFill/>
          <a:ln w="0">
            <a:noFill/>
          </a:ln>
        </p:spPr>
        <p:txBody>
          <a:bodyPr lIns="0" tIns="0" rIns="0" bIns="0" anchor="t"/>
          <a:lstStyle>
            <a:defPPr>
              <a:defRPr sz="1650" b="0">
                <a:solidFill>
                  <a:srgbClr val="7C776F"/>
                </a:solidFill>
                <a:latin typeface="Helvetica Neue"/>
                <a:ea typeface="Helvetica Neue"/>
                <a:cs typeface="Helvetica Neue"/>
              </a:defRPr>
            </a:defPPr>
            <a:lvl1pPr>
              <a:defRPr sz="1650" b="0">
                <a:solidFill>
                  <a:srgbClr val="7C776F"/>
                </a:solidFill>
                <a:latin typeface="Helvetica Neue"/>
                <a:ea typeface="Helvetica Neue"/>
                <a:cs typeface="Helvetica Neue"/>
              </a:defRPr>
            </a:lvl1pPr>
            <a:lvl2pPr>
              <a:defRPr sz="1650" b="0">
                <a:solidFill>
                  <a:srgbClr val="7C776F"/>
                </a:solidFill>
                <a:latin typeface="Helvetica Neue"/>
                <a:ea typeface="Helvetica Neue"/>
                <a:cs typeface="Helvetica Neue"/>
              </a:defRPr>
            </a:lvl2pPr>
            <a:lvl3pPr>
              <a:defRPr sz="1650" b="0">
                <a:solidFill>
                  <a:srgbClr val="7C776F"/>
                </a:solidFill>
                <a:latin typeface="Helvetica Neue"/>
                <a:ea typeface="Helvetica Neue"/>
                <a:cs typeface="Helvetica Neue"/>
              </a:defRPr>
            </a:lvl3pPr>
            <a:lvl4pPr>
              <a:defRPr sz="1650" b="0">
                <a:solidFill>
                  <a:srgbClr val="7C776F"/>
                </a:solidFill>
                <a:latin typeface="Helvetica Neue"/>
                <a:ea typeface="Helvetica Neue"/>
                <a:cs typeface="Helvetica Neue"/>
              </a:defRPr>
            </a:lvl4pPr>
            <a:lvl5pPr>
              <a:defRPr sz="1650" b="0">
                <a:solidFill>
                  <a:srgbClr val="7C776F"/>
                </a:solidFill>
                <a:latin typeface="Helvetica Neue"/>
                <a:ea typeface="Helvetica Neue"/>
                <a:cs typeface="Helvetica Neue"/>
              </a:defRPr>
            </a:lvl5pPr>
            <a:lvl6pPr>
              <a:defRPr sz="1650" b="0">
                <a:solidFill>
                  <a:srgbClr val="7C776F"/>
                </a:solidFill>
                <a:latin typeface="Helvetica Neue"/>
                <a:ea typeface="Helvetica Neue"/>
                <a:cs typeface="Helvetica Neue"/>
              </a:defRPr>
            </a:lvl6pPr>
            <a:lvl7pPr>
              <a:defRPr sz="1650" b="0">
                <a:solidFill>
                  <a:srgbClr val="7C776F"/>
                </a:solidFill>
                <a:latin typeface="Helvetica Neue"/>
                <a:ea typeface="Helvetica Neue"/>
                <a:cs typeface="Helvetica Neue"/>
              </a:defRPr>
            </a:lvl7pPr>
            <a:lvl8pPr>
              <a:defRPr sz="1650" b="0">
                <a:solidFill>
                  <a:srgbClr val="7C776F"/>
                </a:solidFill>
                <a:latin typeface="Helvetica Neue"/>
                <a:ea typeface="Helvetica Neue"/>
                <a:cs typeface="Helvetica Neue"/>
              </a:defRPr>
            </a:lvl8pPr>
            <a:lvl9pPr>
              <a:defRPr sz="1650" b="0">
                <a:solidFill>
                  <a:srgbClr val="7C776F"/>
                </a:solidFill>
                <a:latin typeface="Helvetica Neue"/>
                <a:ea typeface="Helvetica Neue"/>
                <a:cs typeface="Helvetica Neue"/>
              </a:defRPr>
            </a:lvl9pPr>
          </a:lstStyle>
          <a:p>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October 12 report</a:t>
            </a:r>
          </a:p>
          <a:p>
            <a:pPr>
              <a:defRPr sz="1650" b="0">
                <a:solidFill>
                  <a:srgbClr val="7C776F"/>
                </a:solidFill>
                <a:latin typeface="Helvetica Neue"/>
                <a:ea typeface="Helvetica Neue"/>
                <a:cs typeface="Helvetica Neue"/>
              </a:defRPr>
            </a:pPr>
            <a:r>
              <a:rPr sz="1650" b="0">
                <a:solidFill>
                  <a:srgbClr val="7C776F"/>
                </a:solidFill>
                <a:latin typeface="Helvetica Neue"/>
                <a:ea typeface="Helvetica Neue"/>
                <a:cs typeface="Helvetica Neue"/>
              </a:rPr>
              <a:t>Transcript inputs, not reader trials</a:t>
            </a:r>
          </a:p>
        </p:txBody>
      </p:sp>
      <p:sp>
        <p:nvSpPr>
          <p:cNvPr id="7" name="accent">
            <a:extLst>
              <a:ext uri="{FF2B5EF4-FFF2-40B4-BE49-F238E27FC236}">
                <a16:creationId xmlns:a16="http://schemas.microsoft.com/office/drawing/2014/main" id="{1DA01A66-D147-4E7D-B38B-7CA6CA0DC1B8}"/>
              </a:ext>
            </a:extLst>
          </p:cNvPr>
          <p:cNvSpPr>
            <a:spLocks noGrp="1"/>
          </p:cNvSpPr>
          <p:nvPr/>
        </p:nvSpPr>
        <p:spPr>
          <a:xfrm>
            <a:off x="4114800" y="1752600"/>
            <a:ext cx="9525" cy="4171950"/>
          </a:xfrm>
          <a:prstGeom prst="rect">
            <a:avLst/>
          </a:prstGeom>
          <a:solidFill>
            <a:srgbClr val="D8D1C5"/>
          </a:solidFill>
          <a:ln w="0">
            <a:noFill/>
          </a:ln>
        </p:spPr>
        <p:txBody>
          <a:bodyPr/>
          <a:lstStyle/>
          <a:p>
            <a:endParaRPr lang="zh-CN" altLang="en-US"/>
          </a:p>
        </p:txBody>
      </p:sp>
      <p:sp>
        <p:nvSpPr>
          <p:cNvPr id="8" name="text">
            <a:extLst>
              <a:ext uri="{FF2B5EF4-FFF2-40B4-BE49-F238E27FC236}">
                <a16:creationId xmlns:a16="http://schemas.microsoft.com/office/drawing/2014/main" id="{90872883-828A-435D-8644-E2448D6B7DA7}"/>
              </a:ext>
            </a:extLst>
          </p:cNvPr>
          <p:cNvSpPr>
            <a:spLocks noGrp="1"/>
          </p:cNvSpPr>
          <p:nvPr/>
        </p:nvSpPr>
        <p:spPr>
          <a:xfrm>
            <a:off x="4638675" y="1781175"/>
            <a:ext cx="6762750" cy="523875"/>
          </a:xfrm>
          <a:prstGeom prst="rect">
            <a:avLst/>
          </a:prstGeom>
          <a:noFill/>
          <a:ln w="0">
            <a:noFill/>
          </a:ln>
        </p:spPr>
        <p:txBody>
          <a:bodyPr lIns="0" tIns="0" rIns="0" bIns="0" anchor="t"/>
          <a:lstStyle>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Hardware tests</a:t>
            </a:r>
          </a:p>
        </p:txBody>
      </p:sp>
      <p:sp>
        <p:nvSpPr>
          <p:cNvPr id="9" name="text">
            <a:extLst>
              <a:ext uri="{FF2B5EF4-FFF2-40B4-BE49-F238E27FC236}">
                <a16:creationId xmlns:a16="http://schemas.microsoft.com/office/drawing/2014/main" id="{74864E55-F8B1-458C-ACD1-C9AB7D4F8639}"/>
              </a:ext>
            </a:extLst>
          </p:cNvPr>
          <p:cNvSpPr>
            <a:spLocks noGrp="1"/>
          </p:cNvSpPr>
          <p:nvPr/>
        </p:nvSpPr>
        <p:spPr>
          <a:xfrm>
            <a:off x="4638675" y="2390775"/>
            <a:ext cx="6762750" cy="1047750"/>
          </a:xfrm>
          <a:prstGeom prst="rect">
            <a:avLst/>
          </a:prstGeom>
          <a:noFill/>
          <a:ln w="0">
            <a:noFill/>
          </a:ln>
        </p:spPr>
        <p:txBody>
          <a:bodyPr lIns="0" tIns="0" rIns="0" bIns="0" anchor="t"/>
          <a:lstStyle>
            <a:defPPr>
              <a:defRPr sz="2025" b="0">
                <a:solidFill>
                  <a:srgbClr val="171A1D"/>
                </a:solidFill>
                <a:latin typeface="Helvetica Neue"/>
                <a:ea typeface="Helvetica Neue"/>
                <a:cs typeface="Helvetica Neue"/>
              </a:defRPr>
            </a:defPPr>
            <a:lvl1pPr>
              <a:defRPr sz="2025" b="0">
                <a:solidFill>
                  <a:srgbClr val="171A1D"/>
                </a:solidFill>
                <a:latin typeface="Helvetica Neue"/>
                <a:ea typeface="Helvetica Neue"/>
                <a:cs typeface="Helvetica Neue"/>
              </a:defRPr>
            </a:lvl1pPr>
            <a:lvl2pPr>
              <a:defRPr sz="2025" b="0">
                <a:solidFill>
                  <a:srgbClr val="171A1D"/>
                </a:solidFill>
                <a:latin typeface="Helvetica Neue"/>
                <a:ea typeface="Helvetica Neue"/>
                <a:cs typeface="Helvetica Neue"/>
              </a:defRPr>
            </a:lvl2pPr>
            <a:lvl3pPr>
              <a:defRPr sz="2025" b="0">
                <a:solidFill>
                  <a:srgbClr val="171A1D"/>
                </a:solidFill>
                <a:latin typeface="Helvetica Neue"/>
                <a:ea typeface="Helvetica Neue"/>
                <a:cs typeface="Helvetica Neue"/>
              </a:defRPr>
            </a:lvl3pPr>
            <a:lvl4pPr>
              <a:defRPr sz="2025" b="0">
                <a:solidFill>
                  <a:srgbClr val="171A1D"/>
                </a:solidFill>
                <a:latin typeface="Helvetica Neue"/>
                <a:ea typeface="Helvetica Neue"/>
                <a:cs typeface="Helvetica Neue"/>
              </a:defRPr>
            </a:lvl4pPr>
            <a:lvl5pPr>
              <a:defRPr sz="2025" b="0">
                <a:solidFill>
                  <a:srgbClr val="171A1D"/>
                </a:solidFill>
                <a:latin typeface="Helvetica Neue"/>
                <a:ea typeface="Helvetica Neue"/>
                <a:cs typeface="Helvetica Neue"/>
              </a:defRPr>
            </a:lvl5pPr>
            <a:lvl6pPr>
              <a:defRPr sz="2025" b="0">
                <a:solidFill>
                  <a:srgbClr val="171A1D"/>
                </a:solidFill>
                <a:latin typeface="Helvetica Neue"/>
                <a:ea typeface="Helvetica Neue"/>
                <a:cs typeface="Helvetica Neue"/>
              </a:defRPr>
            </a:lvl6pPr>
            <a:lvl7pPr>
              <a:defRPr sz="2025" b="0">
                <a:solidFill>
                  <a:srgbClr val="171A1D"/>
                </a:solidFill>
                <a:latin typeface="Helvetica Neue"/>
                <a:ea typeface="Helvetica Neue"/>
                <a:cs typeface="Helvetica Neue"/>
              </a:defRPr>
            </a:lvl7pPr>
            <a:lvl8pPr>
              <a:defRPr sz="2025" b="0">
                <a:solidFill>
                  <a:srgbClr val="171A1D"/>
                </a:solidFill>
                <a:latin typeface="Helvetica Neue"/>
                <a:ea typeface="Helvetica Neue"/>
                <a:cs typeface="Helvetica Neue"/>
              </a:defRPr>
            </a:lvl8pPr>
            <a:lvl9pPr>
              <a:defRPr sz="2025" b="0">
                <a:solidFill>
                  <a:srgbClr val="171A1D"/>
                </a:solidFill>
                <a:latin typeface="Helvetica Neue"/>
                <a:ea typeface="Helvetica Neue"/>
                <a:cs typeface="Helvetica Neue"/>
              </a:defRPr>
            </a:lvl9pPr>
          </a:lstStyle>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Buttons, voice requests and the camera anchor</a:t>
            </a:r>
          </a:p>
          <a:p>
            <a:pPr>
              <a:defRPr sz="2025" b="0">
                <a:solidFill>
                  <a:srgbClr val="171A1D"/>
                </a:solidFill>
                <a:latin typeface="Helvetica Neue"/>
                <a:ea typeface="Helvetica Neue"/>
                <a:cs typeface="Helvetica Neue"/>
              </a:defRPr>
            </a:pPr>
            <a:r>
              <a:rPr sz="2025" b="0">
                <a:solidFill>
                  <a:srgbClr val="171A1D"/>
                </a:solidFill>
                <a:latin typeface="Helvetica Neue"/>
                <a:ea typeface="Helvetica Neue"/>
                <a:cs typeface="Helvetica Neue"/>
              </a:rPr>
              <a:t>were connected in developer tests.</a:t>
            </a:r>
          </a:p>
        </p:txBody>
      </p:sp>
      <p:sp>
        <p:nvSpPr>
          <p:cNvPr id="10" name="text">
            <a:extLst>
              <a:ext uri="{FF2B5EF4-FFF2-40B4-BE49-F238E27FC236}">
                <a16:creationId xmlns:a16="http://schemas.microsoft.com/office/drawing/2014/main" id="{18F8F271-AD0C-42B4-8EA6-E5089480D0EF}"/>
              </a:ext>
            </a:extLst>
          </p:cNvPr>
          <p:cNvSpPr>
            <a:spLocks noGrp="1"/>
          </p:cNvSpPr>
          <p:nvPr/>
        </p:nvSpPr>
        <p:spPr>
          <a:xfrm>
            <a:off x="4638675" y="3800475"/>
            <a:ext cx="6762750" cy="523875"/>
          </a:xfrm>
          <a:prstGeom prst="rect">
            <a:avLst/>
          </a:prstGeom>
          <a:noFill/>
          <a:ln w="0">
            <a:noFill/>
          </a:ln>
        </p:spPr>
        <p:txBody>
          <a:bodyPr lIns="0" tIns="0" rIns="0" bIns="0" anchor="t"/>
          <a:lstStyle>
            <a:defPPr>
              <a:defRPr sz="2400" b="1">
                <a:solidFill>
                  <a:srgbClr val="171A1D"/>
                </a:solidFill>
                <a:latin typeface="Helvetica Neue"/>
                <a:ea typeface="Helvetica Neue"/>
                <a:cs typeface="Helvetica Neue"/>
              </a:defRPr>
            </a:defPPr>
            <a:lvl1pPr>
              <a:defRPr sz="2400" b="1">
                <a:solidFill>
                  <a:srgbClr val="171A1D"/>
                </a:solidFill>
                <a:latin typeface="Helvetica Neue"/>
                <a:ea typeface="Helvetica Neue"/>
                <a:cs typeface="Helvetica Neue"/>
              </a:defRPr>
            </a:lvl1pPr>
            <a:lvl2pPr>
              <a:defRPr sz="2400" b="1">
                <a:solidFill>
                  <a:srgbClr val="171A1D"/>
                </a:solidFill>
                <a:latin typeface="Helvetica Neue"/>
                <a:ea typeface="Helvetica Neue"/>
                <a:cs typeface="Helvetica Neue"/>
              </a:defRPr>
            </a:lvl2pPr>
            <a:lvl3pPr>
              <a:defRPr sz="2400" b="1">
                <a:solidFill>
                  <a:srgbClr val="171A1D"/>
                </a:solidFill>
                <a:latin typeface="Helvetica Neue"/>
                <a:ea typeface="Helvetica Neue"/>
                <a:cs typeface="Helvetica Neue"/>
              </a:defRPr>
            </a:lvl3pPr>
            <a:lvl4pPr>
              <a:defRPr sz="2400" b="1">
                <a:solidFill>
                  <a:srgbClr val="171A1D"/>
                </a:solidFill>
                <a:latin typeface="Helvetica Neue"/>
                <a:ea typeface="Helvetica Neue"/>
                <a:cs typeface="Helvetica Neue"/>
              </a:defRPr>
            </a:lvl4pPr>
            <a:lvl5pPr>
              <a:defRPr sz="2400" b="1">
                <a:solidFill>
                  <a:srgbClr val="171A1D"/>
                </a:solidFill>
                <a:latin typeface="Helvetica Neue"/>
                <a:ea typeface="Helvetica Neue"/>
                <a:cs typeface="Helvetica Neue"/>
              </a:defRPr>
            </a:lvl5pPr>
            <a:lvl6pPr>
              <a:defRPr sz="2400" b="1">
                <a:solidFill>
                  <a:srgbClr val="171A1D"/>
                </a:solidFill>
                <a:latin typeface="Helvetica Neue"/>
                <a:ea typeface="Helvetica Neue"/>
                <a:cs typeface="Helvetica Neue"/>
              </a:defRPr>
            </a:lvl6pPr>
            <a:lvl7pPr>
              <a:defRPr sz="2400" b="1">
                <a:solidFill>
                  <a:srgbClr val="171A1D"/>
                </a:solidFill>
                <a:latin typeface="Helvetica Neue"/>
                <a:ea typeface="Helvetica Neue"/>
                <a:cs typeface="Helvetica Neue"/>
              </a:defRPr>
            </a:lvl7pPr>
            <a:lvl8pPr>
              <a:defRPr sz="2400" b="1">
                <a:solidFill>
                  <a:srgbClr val="171A1D"/>
                </a:solidFill>
                <a:latin typeface="Helvetica Neue"/>
                <a:ea typeface="Helvetica Neue"/>
                <a:cs typeface="Helvetica Neue"/>
              </a:defRPr>
            </a:lvl8pPr>
            <a:lvl9pPr>
              <a:defRPr sz="2400" b="1">
                <a:solidFill>
                  <a:srgbClr val="171A1D"/>
                </a:solidFill>
                <a:latin typeface="Helvetica Neue"/>
                <a:ea typeface="Helvetica Neue"/>
                <a:cs typeface="Helvetica Neue"/>
              </a:defRPr>
            </a:lvl9pPr>
          </a:lstStyle>
          <a:p>
            <a:pPr>
              <a:defRPr sz="2400" b="1">
                <a:solidFill>
                  <a:srgbClr val="171A1D"/>
                </a:solidFill>
                <a:latin typeface="Helvetica Neue"/>
                <a:ea typeface="Helvetica Neue"/>
                <a:cs typeface="Helvetica Neue"/>
              </a:defRPr>
            </a:pPr>
            <a:r>
              <a:rPr sz="2400" b="1">
                <a:solidFill>
                  <a:srgbClr val="171A1D"/>
                </a:solidFill>
                <a:latin typeface="Helvetica Neue"/>
                <a:ea typeface="Helvetica Neue"/>
                <a:cs typeface="Helvetica Neue"/>
              </a:rPr>
              <a:t>Remaining errors</a:t>
            </a:r>
          </a:p>
        </p:txBody>
      </p:sp>
      <p:sp>
        <p:nvSpPr>
          <p:cNvPr id="11" name="text">
            <a:extLst>
              <a:ext uri="{FF2B5EF4-FFF2-40B4-BE49-F238E27FC236}">
                <a16:creationId xmlns:a16="http://schemas.microsoft.com/office/drawing/2014/main" id="{B8FB82AC-B0AA-44DE-8C20-B52DB6481696}"/>
              </a:ext>
            </a:extLst>
          </p:cNvPr>
          <p:cNvSpPr>
            <a:spLocks noGrp="1"/>
          </p:cNvSpPr>
          <p:nvPr/>
        </p:nvSpPr>
        <p:spPr>
          <a:xfrm>
            <a:off x="4638675" y="4410075"/>
            <a:ext cx="6762750" cy="1123950"/>
          </a:xfrm>
          <a:prstGeom prst="rect">
            <a:avLst/>
          </a:prstGeom>
          <a:noFill/>
          <a:ln w="0">
            <a:noFill/>
          </a:ln>
        </p:spPr>
        <p:txBody>
          <a:bodyPr lIns="0" tIns="0" rIns="0" bIns="0" anchor="t"/>
          <a:lstStyle>
            <a:defPPr>
              <a:defRPr sz="1950" b="0">
                <a:solidFill>
                  <a:srgbClr val="171A1D"/>
                </a:solidFill>
                <a:latin typeface="Helvetica Neue"/>
                <a:ea typeface="Helvetica Neue"/>
                <a:cs typeface="Helvetica Neue"/>
              </a:defRPr>
            </a:defPPr>
            <a:lvl1pPr>
              <a:defRPr sz="1950" b="0">
                <a:solidFill>
                  <a:srgbClr val="171A1D"/>
                </a:solidFill>
                <a:latin typeface="Helvetica Neue"/>
                <a:ea typeface="Helvetica Neue"/>
                <a:cs typeface="Helvetica Neue"/>
              </a:defRPr>
            </a:lvl1pPr>
            <a:lvl2pPr>
              <a:defRPr sz="1950" b="0">
                <a:solidFill>
                  <a:srgbClr val="171A1D"/>
                </a:solidFill>
                <a:latin typeface="Helvetica Neue"/>
                <a:ea typeface="Helvetica Neue"/>
                <a:cs typeface="Helvetica Neue"/>
              </a:defRPr>
            </a:lvl2pPr>
            <a:lvl3pPr>
              <a:defRPr sz="1950" b="0">
                <a:solidFill>
                  <a:srgbClr val="171A1D"/>
                </a:solidFill>
                <a:latin typeface="Helvetica Neue"/>
                <a:ea typeface="Helvetica Neue"/>
                <a:cs typeface="Helvetica Neue"/>
              </a:defRPr>
            </a:lvl3pPr>
            <a:lvl4pPr>
              <a:defRPr sz="1950" b="0">
                <a:solidFill>
                  <a:srgbClr val="171A1D"/>
                </a:solidFill>
                <a:latin typeface="Helvetica Neue"/>
                <a:ea typeface="Helvetica Neue"/>
                <a:cs typeface="Helvetica Neue"/>
              </a:defRPr>
            </a:lvl4pPr>
            <a:lvl5pPr>
              <a:defRPr sz="1950" b="0">
                <a:solidFill>
                  <a:srgbClr val="171A1D"/>
                </a:solidFill>
                <a:latin typeface="Helvetica Neue"/>
                <a:ea typeface="Helvetica Neue"/>
                <a:cs typeface="Helvetica Neue"/>
              </a:defRPr>
            </a:lvl5pPr>
            <a:lvl6pPr>
              <a:defRPr sz="1950" b="0">
                <a:solidFill>
                  <a:srgbClr val="171A1D"/>
                </a:solidFill>
                <a:latin typeface="Helvetica Neue"/>
                <a:ea typeface="Helvetica Neue"/>
                <a:cs typeface="Helvetica Neue"/>
              </a:defRPr>
            </a:lvl6pPr>
            <a:lvl7pPr>
              <a:defRPr sz="1950" b="0">
                <a:solidFill>
                  <a:srgbClr val="171A1D"/>
                </a:solidFill>
                <a:latin typeface="Helvetica Neue"/>
                <a:ea typeface="Helvetica Neue"/>
                <a:cs typeface="Helvetica Neue"/>
              </a:defRPr>
            </a:lvl7pPr>
            <a:lvl8pPr>
              <a:defRPr sz="1950" b="0">
                <a:solidFill>
                  <a:srgbClr val="171A1D"/>
                </a:solidFill>
                <a:latin typeface="Helvetica Neue"/>
                <a:ea typeface="Helvetica Neue"/>
                <a:cs typeface="Helvetica Neue"/>
              </a:defRPr>
            </a:lvl8pPr>
            <a:lvl9pPr>
              <a:defRPr sz="1950" b="0">
                <a:solidFill>
                  <a:srgbClr val="171A1D"/>
                </a:solidFill>
                <a:latin typeface="Helvetica Neue"/>
                <a:ea typeface="Helvetica Neue"/>
                <a:cs typeface="Helvetica Neue"/>
              </a:defRPr>
            </a:lvl9pPr>
          </a:lstStyle>
          <a:p>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Whisper can hear “full mix” as “four mix”.</a:t>
            </a:r>
          </a:p>
          <a:p>
            <a:pPr>
              <a:defRPr sz="1950" b="0">
                <a:solidFill>
                  <a:srgbClr val="171A1D"/>
                </a:solidFill>
                <a:latin typeface="Helvetica Neue"/>
                <a:ea typeface="Helvetica Neue"/>
                <a:cs typeface="Helvetica Neue"/>
              </a:defRPr>
            </a:pPr>
            <a:r>
              <a:rPr sz="1950" b="0">
                <a:solidFill>
                  <a:srgbClr val="171A1D"/>
                </a:solidFill>
                <a:latin typeface="Helvetica Neue"/>
                <a:ea typeface="Helvetica Neue"/>
                <a:cs typeface="Helvetica Neue"/>
              </a:rPr>
              <a:t>Terminal feedback can disagree with corrected tracks.</a:t>
            </a:r>
          </a:p>
        </p:txBody>
      </p:sp>
      <p:sp>
        <p:nvSpPr>
          <p:cNvPr id="12" name="text">
            <a:extLst>
              <a:ext uri="{FF2B5EF4-FFF2-40B4-BE49-F238E27FC236}">
                <a16:creationId xmlns:a16="http://schemas.microsoft.com/office/drawing/2014/main" id="{0C9EDE52-7DD6-4981-8B8B-E6464D6A772D}"/>
              </a:ext>
            </a:extLst>
          </p:cNvPr>
          <p:cNvSpPr>
            <a:spLocks noGrp="1"/>
          </p:cNvSpPr>
          <p:nvPr/>
        </p:nvSpPr>
        <p:spPr>
          <a:xfrm>
            <a:off x="704850" y="6229350"/>
            <a:ext cx="10715625" cy="400050"/>
          </a:xfrm>
          <a:prstGeom prst="rect">
            <a:avLst/>
          </a:prstGeom>
          <a:noFill/>
          <a:ln w="0">
            <a:noFill/>
          </a:ln>
        </p:spPr>
        <p:txBody>
          <a:bodyPr lIns="0" tIns="0" rIns="0" bIns="0" anchor="t"/>
          <a:lstStyle>
            <a:defPPr>
              <a:defRPr sz="1800" b="0">
                <a:solidFill>
                  <a:srgbClr val="7C776F"/>
                </a:solidFill>
                <a:latin typeface="Helvetica Neue"/>
                <a:ea typeface="Helvetica Neue"/>
                <a:cs typeface="Helvetica Neue"/>
              </a:defRPr>
            </a:defPPr>
            <a:lvl1pPr>
              <a:defRPr sz="1800" b="0">
                <a:solidFill>
                  <a:srgbClr val="7C776F"/>
                </a:solidFill>
                <a:latin typeface="Helvetica Neue"/>
                <a:ea typeface="Helvetica Neue"/>
                <a:cs typeface="Helvetica Neue"/>
              </a:defRPr>
            </a:lvl1pPr>
            <a:lvl2pPr>
              <a:defRPr sz="1800" b="0">
                <a:solidFill>
                  <a:srgbClr val="7C776F"/>
                </a:solidFill>
                <a:latin typeface="Helvetica Neue"/>
                <a:ea typeface="Helvetica Neue"/>
                <a:cs typeface="Helvetica Neue"/>
              </a:defRPr>
            </a:lvl2pPr>
            <a:lvl3pPr>
              <a:defRPr sz="1800" b="0">
                <a:solidFill>
                  <a:srgbClr val="7C776F"/>
                </a:solidFill>
                <a:latin typeface="Helvetica Neue"/>
                <a:ea typeface="Helvetica Neue"/>
                <a:cs typeface="Helvetica Neue"/>
              </a:defRPr>
            </a:lvl3pPr>
            <a:lvl4pPr>
              <a:defRPr sz="1800" b="0">
                <a:solidFill>
                  <a:srgbClr val="7C776F"/>
                </a:solidFill>
                <a:latin typeface="Helvetica Neue"/>
                <a:ea typeface="Helvetica Neue"/>
                <a:cs typeface="Helvetica Neue"/>
              </a:defRPr>
            </a:lvl4pPr>
            <a:lvl5pPr>
              <a:defRPr sz="1800" b="0">
                <a:solidFill>
                  <a:srgbClr val="7C776F"/>
                </a:solidFill>
                <a:latin typeface="Helvetica Neue"/>
                <a:ea typeface="Helvetica Neue"/>
                <a:cs typeface="Helvetica Neue"/>
              </a:defRPr>
            </a:lvl5pPr>
            <a:lvl6pPr>
              <a:defRPr sz="1800" b="0">
                <a:solidFill>
                  <a:srgbClr val="7C776F"/>
                </a:solidFill>
                <a:latin typeface="Helvetica Neue"/>
                <a:ea typeface="Helvetica Neue"/>
                <a:cs typeface="Helvetica Neue"/>
              </a:defRPr>
            </a:lvl6pPr>
            <a:lvl7pPr>
              <a:defRPr sz="1800" b="0">
                <a:solidFill>
                  <a:srgbClr val="7C776F"/>
                </a:solidFill>
                <a:latin typeface="Helvetica Neue"/>
                <a:ea typeface="Helvetica Neue"/>
                <a:cs typeface="Helvetica Neue"/>
              </a:defRPr>
            </a:lvl7pPr>
            <a:lvl8pPr>
              <a:defRPr sz="1800" b="0">
                <a:solidFill>
                  <a:srgbClr val="7C776F"/>
                </a:solidFill>
                <a:latin typeface="Helvetica Neue"/>
                <a:ea typeface="Helvetica Neue"/>
                <a:cs typeface="Helvetica Neue"/>
              </a:defRPr>
            </a:lvl8pPr>
            <a:lvl9pPr>
              <a:defRPr sz="1800" b="0">
                <a:solidFill>
                  <a:srgbClr val="7C776F"/>
                </a:solidFill>
                <a:latin typeface="Helvetica Neue"/>
                <a:ea typeface="Helvetica Neue"/>
                <a:cs typeface="Helvetica Neue"/>
              </a:defRPr>
            </a:lvl9pPr>
          </a:lstStyle>
          <a:p>
            <a:pPr>
              <a:defRPr sz="1800" b="0">
                <a:solidFill>
                  <a:srgbClr val="7C776F"/>
                </a:solidFill>
                <a:latin typeface="Helvetica Neue"/>
                <a:ea typeface="Helvetica Neue"/>
                <a:cs typeface="Helvetica Neue"/>
              </a:defRPr>
            </a:pPr>
            <a:r>
              <a:rPr sz="1800" b="0">
                <a:solidFill>
                  <a:srgbClr val="7C776F"/>
                </a:solidFill>
                <a:latin typeface="Helvetica Neue"/>
                <a:ea typeface="Helvetica Neue"/>
                <a:cs typeface="Helvetica Neue"/>
              </a:rPr>
              <a:t>Reader usability, selection accuracy and latency still need measurement.</a:t>
            </a:r>
          </a:p>
        </p:txBody>
      </p:sp>
    </p:spTree>
    <p:extLst>
      <p:ext uri="{BB962C8B-B14F-4D97-AF65-F5344CB8AC3E}">
        <p14:creationId xmlns:p14="http://schemas.microsoft.com/office/powerpoint/2010/main" val="74477095"/>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18" name="slide-title">
            <a:extLst>
              <a:ext uri="{FF2B5EF4-FFF2-40B4-BE49-F238E27FC236}">
                <a16:creationId xmlns:a16="http://schemas.microsoft.com/office/drawing/2014/main" id="{482F437A-14D8-4A58-BDC0-F7414D83E3E5}"/>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Remaining work</a:t>
            </a:r>
          </a:p>
        </p:txBody>
      </p:sp>
      <p:sp>
        <p:nvSpPr>
          <p:cNvPr id="2" name="accent">
            <a:extLst>
              <a:ext uri="{FF2B5EF4-FFF2-40B4-BE49-F238E27FC236}">
                <a16:creationId xmlns:a16="http://schemas.microsoft.com/office/drawing/2014/main" id="{49C5E1E9-AD17-4861-BE1B-610ACE70CFC3}"/>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B5E4C841-10B5-43EB-A607-673892A94F72}"/>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10</a:t>
            </a:r>
          </a:p>
        </p:txBody>
      </p:sp>
      <p:sp>
        <p:nvSpPr>
          <p:cNvPr id="4" name="text">
            <a:extLst>
              <a:ext uri="{FF2B5EF4-FFF2-40B4-BE49-F238E27FC236}">
                <a16:creationId xmlns:a16="http://schemas.microsoft.com/office/drawing/2014/main" id="{B35DD135-2D2E-488D-98AD-9E2EBD7FA1F6}"/>
              </a:ext>
            </a:extLst>
          </p:cNvPr>
          <p:cNvSpPr>
            <a:spLocks noGrp="1"/>
          </p:cNvSpPr>
          <p:nvPr/>
        </p:nvSpPr>
        <p:spPr>
          <a:xfrm>
            <a:off x="762000" y="1752600"/>
            <a:ext cx="857250" cy="619125"/>
          </a:xfrm>
          <a:prstGeom prst="rect">
            <a:avLst/>
          </a:prstGeom>
          <a:noFill/>
          <a:ln w="0">
            <a:noFill/>
          </a:ln>
        </p:spPr>
        <p:txBody>
          <a:bodyPr lIns="0" tIns="0" rIns="0" bIns="0" anchor="t"/>
          <a:lstStyle>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01</a:t>
            </a:r>
          </a:p>
        </p:txBody>
      </p:sp>
      <p:sp>
        <p:nvSpPr>
          <p:cNvPr id="5" name="accent">
            <a:extLst>
              <a:ext uri="{FF2B5EF4-FFF2-40B4-BE49-F238E27FC236}">
                <a16:creationId xmlns:a16="http://schemas.microsoft.com/office/drawing/2014/main" id="{50074427-DB2F-467A-813C-4B50AF6B2D2F}"/>
              </a:ext>
            </a:extLst>
          </p:cNvPr>
          <p:cNvSpPr>
            <a:spLocks noGrp="1"/>
          </p:cNvSpPr>
          <p:nvPr/>
        </p:nvSpPr>
        <p:spPr>
          <a:xfrm>
            <a:off x="2066925" y="1762125"/>
            <a:ext cx="38100" cy="1028700"/>
          </a:xfrm>
          <a:prstGeom prst="rect">
            <a:avLst/>
          </a:prstGeom>
          <a:solidFill>
            <a:srgbClr val="F06C5B"/>
          </a:solidFill>
          <a:ln w="0">
            <a:noFill/>
          </a:ln>
        </p:spPr>
        <p:txBody>
          <a:bodyPr/>
          <a:lstStyle/>
          <a:p>
            <a:endParaRPr lang="zh-CN" altLang="en-US"/>
          </a:p>
        </p:txBody>
      </p:sp>
      <p:sp>
        <p:nvSpPr>
          <p:cNvPr id="6" name="text">
            <a:extLst>
              <a:ext uri="{FF2B5EF4-FFF2-40B4-BE49-F238E27FC236}">
                <a16:creationId xmlns:a16="http://schemas.microsoft.com/office/drawing/2014/main" id="{09D91C5E-A0FB-4DEE-90AB-7D34BE112A89}"/>
              </a:ext>
            </a:extLst>
          </p:cNvPr>
          <p:cNvSpPr>
            <a:spLocks noGrp="1"/>
          </p:cNvSpPr>
          <p:nvPr/>
        </p:nvSpPr>
        <p:spPr>
          <a:xfrm>
            <a:off x="2476500" y="1771650"/>
            <a:ext cx="3143250" cy="895350"/>
          </a:xfrm>
          <a:prstGeom prst="rect">
            <a:avLst/>
          </a:prstGeom>
          <a:noFill/>
          <a:ln w="0">
            <a:noFill/>
          </a:ln>
        </p:spPr>
        <p:txBody>
          <a:bodyPr lIns="0" tIns="0" rIns="0" bIns="0" anchor="t"/>
          <a:lstStyle>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Nonvisual information</a:t>
            </a:r>
          </a:p>
        </p:txBody>
      </p:sp>
      <p:sp>
        <p:nvSpPr>
          <p:cNvPr id="7" name="text">
            <a:extLst>
              <a:ext uri="{FF2B5EF4-FFF2-40B4-BE49-F238E27FC236}">
                <a16:creationId xmlns:a16="http://schemas.microsoft.com/office/drawing/2014/main" id="{10563D24-DF15-46D9-99AA-F32B87C38629}"/>
              </a:ext>
            </a:extLst>
          </p:cNvPr>
          <p:cNvSpPr>
            <a:spLocks noGrp="1"/>
          </p:cNvSpPr>
          <p:nvPr/>
        </p:nvSpPr>
        <p:spPr>
          <a:xfrm>
            <a:off x="5810250" y="1800225"/>
            <a:ext cx="5476875" cy="1000125"/>
          </a:xfrm>
          <a:prstGeom prst="rect">
            <a:avLst/>
          </a:prstGeom>
          <a:noFill/>
          <a:ln w="0">
            <a:noFill/>
          </a:ln>
        </p:spPr>
        <p:txBody>
          <a:bodyPr lIns="0" tIns="0" rIns="0" bIns="0" anchor="t"/>
          <a:lstStyle>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Selected-measure queries, instrument information</a:t>
            </a:r>
          </a:p>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and silent-part feedback remain unfinished.</a:t>
            </a:r>
          </a:p>
        </p:txBody>
      </p:sp>
      <p:sp>
        <p:nvSpPr>
          <p:cNvPr id="8" name="accent">
            <a:extLst>
              <a:ext uri="{FF2B5EF4-FFF2-40B4-BE49-F238E27FC236}">
                <a16:creationId xmlns:a16="http://schemas.microsoft.com/office/drawing/2014/main" id="{371AD556-84D5-4D31-A396-A102A75146C4}"/>
              </a:ext>
            </a:extLst>
          </p:cNvPr>
          <p:cNvSpPr>
            <a:spLocks noGrp="1"/>
          </p:cNvSpPr>
          <p:nvPr/>
        </p:nvSpPr>
        <p:spPr>
          <a:xfrm>
            <a:off x="2476500" y="2981325"/>
            <a:ext cx="8810625" cy="9525"/>
          </a:xfrm>
          <a:prstGeom prst="rect">
            <a:avLst/>
          </a:prstGeom>
          <a:solidFill>
            <a:srgbClr val="D8D1C5"/>
          </a:solidFill>
          <a:ln w="0">
            <a:noFill/>
          </a:ln>
        </p:spPr>
        <p:txBody>
          <a:bodyPr/>
          <a:lstStyle/>
          <a:p>
            <a:endParaRPr lang="zh-CN" altLang="en-US"/>
          </a:p>
        </p:txBody>
      </p:sp>
      <p:sp>
        <p:nvSpPr>
          <p:cNvPr id="9" name="text">
            <a:extLst>
              <a:ext uri="{FF2B5EF4-FFF2-40B4-BE49-F238E27FC236}">
                <a16:creationId xmlns:a16="http://schemas.microsoft.com/office/drawing/2014/main" id="{BEFAD332-F9AE-47D3-9F43-C980298E4ABF}"/>
              </a:ext>
            </a:extLst>
          </p:cNvPr>
          <p:cNvSpPr>
            <a:spLocks noGrp="1"/>
          </p:cNvSpPr>
          <p:nvPr/>
        </p:nvSpPr>
        <p:spPr>
          <a:xfrm>
            <a:off x="762000" y="3314700"/>
            <a:ext cx="857250" cy="619125"/>
          </a:xfrm>
          <a:prstGeom prst="rect">
            <a:avLst/>
          </a:prstGeom>
          <a:noFill/>
          <a:ln w="0">
            <a:noFill/>
          </a:ln>
        </p:spPr>
        <p:txBody>
          <a:bodyPr lIns="0" tIns="0" rIns="0" bIns="0" anchor="t"/>
          <a:lstStyle>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02</a:t>
            </a:r>
          </a:p>
        </p:txBody>
      </p:sp>
      <p:sp>
        <p:nvSpPr>
          <p:cNvPr id="10" name="accent">
            <a:extLst>
              <a:ext uri="{FF2B5EF4-FFF2-40B4-BE49-F238E27FC236}">
                <a16:creationId xmlns:a16="http://schemas.microsoft.com/office/drawing/2014/main" id="{A7EAE748-BDC0-4FE3-BE04-867C567E72C3}"/>
              </a:ext>
            </a:extLst>
          </p:cNvPr>
          <p:cNvSpPr>
            <a:spLocks noGrp="1"/>
          </p:cNvSpPr>
          <p:nvPr/>
        </p:nvSpPr>
        <p:spPr>
          <a:xfrm>
            <a:off x="2066925" y="3324225"/>
            <a:ext cx="38100" cy="1028700"/>
          </a:xfrm>
          <a:prstGeom prst="rect">
            <a:avLst/>
          </a:prstGeom>
          <a:solidFill>
            <a:srgbClr val="6AB7D6"/>
          </a:solidFill>
          <a:ln w="0">
            <a:noFill/>
          </a:ln>
        </p:spPr>
        <p:txBody>
          <a:bodyPr/>
          <a:lstStyle/>
          <a:p>
            <a:endParaRPr lang="zh-CN" altLang="en-US"/>
          </a:p>
        </p:txBody>
      </p:sp>
      <p:sp>
        <p:nvSpPr>
          <p:cNvPr id="11" name="text">
            <a:extLst>
              <a:ext uri="{FF2B5EF4-FFF2-40B4-BE49-F238E27FC236}">
                <a16:creationId xmlns:a16="http://schemas.microsoft.com/office/drawing/2014/main" id="{68BB6FFF-FAAE-44B7-AED7-579371833FC9}"/>
              </a:ext>
            </a:extLst>
          </p:cNvPr>
          <p:cNvSpPr>
            <a:spLocks noGrp="1"/>
          </p:cNvSpPr>
          <p:nvPr/>
        </p:nvSpPr>
        <p:spPr>
          <a:xfrm>
            <a:off x="2476500" y="3333750"/>
            <a:ext cx="3143250" cy="895350"/>
          </a:xfrm>
          <a:prstGeom prst="rect">
            <a:avLst/>
          </a:prstGeom>
          <a:noFill/>
          <a:ln w="0">
            <a:noFill/>
          </a:ln>
        </p:spPr>
        <p:txBody>
          <a:bodyPr lIns="0" tIns="0" rIns="0" bIns="0" anchor="t"/>
          <a:lstStyle>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Tracking and setup</a:t>
            </a:r>
          </a:p>
        </p:txBody>
      </p:sp>
      <p:sp>
        <p:nvSpPr>
          <p:cNvPr id="12" name="text">
            <a:extLst>
              <a:ext uri="{FF2B5EF4-FFF2-40B4-BE49-F238E27FC236}">
                <a16:creationId xmlns:a16="http://schemas.microsoft.com/office/drawing/2014/main" id="{E5F260E9-9C36-44CC-8EB2-3721D1EE1060}"/>
              </a:ext>
            </a:extLst>
          </p:cNvPr>
          <p:cNvSpPr>
            <a:spLocks noGrp="1"/>
          </p:cNvSpPr>
          <p:nvPr/>
        </p:nvSpPr>
        <p:spPr>
          <a:xfrm>
            <a:off x="5810250" y="3362325"/>
            <a:ext cx="5476875" cy="1000125"/>
          </a:xfrm>
          <a:prstGeom prst="rect">
            <a:avLst/>
          </a:prstGeom>
          <a:noFill/>
          <a:ln w="0">
            <a:noFill/>
          </a:ln>
        </p:spPr>
        <p:txBody>
          <a:bodyPr lIns="0" tIns="0" rIns="0" bIns="0" anchor="t"/>
          <a:lstStyle>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Measure selection and page-placement tolerance</a:t>
            </a:r>
          </a:p>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still need repeated trials.</a:t>
            </a:r>
          </a:p>
        </p:txBody>
      </p:sp>
      <p:sp>
        <p:nvSpPr>
          <p:cNvPr id="13" name="accent">
            <a:extLst>
              <a:ext uri="{FF2B5EF4-FFF2-40B4-BE49-F238E27FC236}">
                <a16:creationId xmlns:a16="http://schemas.microsoft.com/office/drawing/2014/main" id="{E05964B6-4F22-413C-B827-755307C9826C}"/>
              </a:ext>
            </a:extLst>
          </p:cNvPr>
          <p:cNvSpPr>
            <a:spLocks noGrp="1"/>
          </p:cNvSpPr>
          <p:nvPr/>
        </p:nvSpPr>
        <p:spPr>
          <a:xfrm>
            <a:off x="2476500" y="4543425"/>
            <a:ext cx="8810625" cy="9525"/>
          </a:xfrm>
          <a:prstGeom prst="rect">
            <a:avLst/>
          </a:prstGeom>
          <a:solidFill>
            <a:srgbClr val="D8D1C5"/>
          </a:solidFill>
          <a:ln w="0">
            <a:noFill/>
          </a:ln>
        </p:spPr>
        <p:txBody>
          <a:bodyPr/>
          <a:lstStyle/>
          <a:p>
            <a:endParaRPr lang="zh-CN" altLang="en-US"/>
          </a:p>
        </p:txBody>
      </p:sp>
      <p:sp>
        <p:nvSpPr>
          <p:cNvPr id="14" name="text">
            <a:extLst>
              <a:ext uri="{FF2B5EF4-FFF2-40B4-BE49-F238E27FC236}">
                <a16:creationId xmlns:a16="http://schemas.microsoft.com/office/drawing/2014/main" id="{DF5EDB95-8572-4925-B96A-8D19C3D9572B}"/>
              </a:ext>
            </a:extLst>
          </p:cNvPr>
          <p:cNvSpPr>
            <a:spLocks noGrp="1"/>
          </p:cNvSpPr>
          <p:nvPr/>
        </p:nvSpPr>
        <p:spPr>
          <a:xfrm>
            <a:off x="762000" y="4876800"/>
            <a:ext cx="857250" cy="619125"/>
          </a:xfrm>
          <a:prstGeom prst="rect">
            <a:avLst/>
          </a:prstGeom>
          <a:noFill/>
          <a:ln w="0">
            <a:noFill/>
          </a:ln>
        </p:spPr>
        <p:txBody>
          <a:bodyPr lIns="0" tIns="0" rIns="0" bIns="0" anchor="t"/>
          <a:lstStyle>
            <a:defPPr>
              <a:defRPr sz="4350" b="1">
                <a:solidFill>
                  <a:srgbClr val="F06C5B"/>
                </a:solidFill>
                <a:latin typeface="Helvetica Neue"/>
                <a:ea typeface="Helvetica Neue"/>
                <a:cs typeface="Helvetica Neue"/>
              </a:defRPr>
            </a:defPPr>
            <a:lvl1pPr>
              <a:defRPr sz="4350" b="1">
                <a:solidFill>
                  <a:srgbClr val="F06C5B"/>
                </a:solidFill>
                <a:latin typeface="Helvetica Neue"/>
                <a:ea typeface="Helvetica Neue"/>
                <a:cs typeface="Helvetica Neue"/>
              </a:defRPr>
            </a:lvl1pPr>
            <a:lvl2pPr>
              <a:defRPr sz="4350" b="1">
                <a:solidFill>
                  <a:srgbClr val="F06C5B"/>
                </a:solidFill>
                <a:latin typeface="Helvetica Neue"/>
                <a:ea typeface="Helvetica Neue"/>
                <a:cs typeface="Helvetica Neue"/>
              </a:defRPr>
            </a:lvl2pPr>
            <a:lvl3pPr>
              <a:defRPr sz="4350" b="1">
                <a:solidFill>
                  <a:srgbClr val="F06C5B"/>
                </a:solidFill>
                <a:latin typeface="Helvetica Neue"/>
                <a:ea typeface="Helvetica Neue"/>
                <a:cs typeface="Helvetica Neue"/>
              </a:defRPr>
            </a:lvl3pPr>
            <a:lvl4pPr>
              <a:defRPr sz="4350" b="1">
                <a:solidFill>
                  <a:srgbClr val="F06C5B"/>
                </a:solidFill>
                <a:latin typeface="Helvetica Neue"/>
                <a:ea typeface="Helvetica Neue"/>
                <a:cs typeface="Helvetica Neue"/>
              </a:defRPr>
            </a:lvl4pPr>
            <a:lvl5pPr>
              <a:defRPr sz="4350" b="1">
                <a:solidFill>
                  <a:srgbClr val="F06C5B"/>
                </a:solidFill>
                <a:latin typeface="Helvetica Neue"/>
                <a:ea typeface="Helvetica Neue"/>
                <a:cs typeface="Helvetica Neue"/>
              </a:defRPr>
            </a:lvl5pPr>
            <a:lvl6pPr>
              <a:defRPr sz="4350" b="1">
                <a:solidFill>
                  <a:srgbClr val="F06C5B"/>
                </a:solidFill>
                <a:latin typeface="Helvetica Neue"/>
                <a:ea typeface="Helvetica Neue"/>
                <a:cs typeface="Helvetica Neue"/>
              </a:defRPr>
            </a:lvl6pPr>
            <a:lvl7pPr>
              <a:defRPr sz="4350" b="1">
                <a:solidFill>
                  <a:srgbClr val="F06C5B"/>
                </a:solidFill>
                <a:latin typeface="Helvetica Neue"/>
                <a:ea typeface="Helvetica Neue"/>
                <a:cs typeface="Helvetica Neue"/>
              </a:defRPr>
            </a:lvl7pPr>
            <a:lvl8pPr>
              <a:defRPr sz="4350" b="1">
                <a:solidFill>
                  <a:srgbClr val="F06C5B"/>
                </a:solidFill>
                <a:latin typeface="Helvetica Neue"/>
                <a:ea typeface="Helvetica Neue"/>
                <a:cs typeface="Helvetica Neue"/>
              </a:defRPr>
            </a:lvl8pPr>
            <a:lvl9pPr>
              <a:defRPr sz="4350" b="1">
                <a:solidFill>
                  <a:srgbClr val="F06C5B"/>
                </a:solidFill>
                <a:latin typeface="Helvetica Neue"/>
                <a:ea typeface="Helvetica Neue"/>
                <a:cs typeface="Helvetica Neue"/>
              </a:defRPr>
            </a:lvl9pPr>
          </a:lstStyle>
          <a:p>
            <a:pPr>
              <a:defRPr sz="4350" b="1">
                <a:solidFill>
                  <a:srgbClr val="F06C5B"/>
                </a:solidFill>
                <a:latin typeface="Helvetica Neue"/>
                <a:ea typeface="Helvetica Neue"/>
                <a:cs typeface="Helvetica Neue"/>
              </a:defRPr>
            </a:pPr>
            <a:r>
              <a:rPr sz="4350" b="1">
                <a:solidFill>
                  <a:srgbClr val="F06C5B"/>
                </a:solidFill>
                <a:latin typeface="Helvetica Neue"/>
                <a:ea typeface="Helvetica Neue"/>
                <a:cs typeface="Helvetica Neue"/>
              </a:rPr>
              <a:t>03</a:t>
            </a:r>
          </a:p>
        </p:txBody>
      </p:sp>
      <p:sp>
        <p:nvSpPr>
          <p:cNvPr id="15" name="accent">
            <a:extLst>
              <a:ext uri="{FF2B5EF4-FFF2-40B4-BE49-F238E27FC236}">
                <a16:creationId xmlns:a16="http://schemas.microsoft.com/office/drawing/2014/main" id="{9DA13C55-2DE9-4A4D-9183-D5340D316733}"/>
              </a:ext>
            </a:extLst>
          </p:cNvPr>
          <p:cNvSpPr>
            <a:spLocks noGrp="1"/>
          </p:cNvSpPr>
          <p:nvPr/>
        </p:nvSpPr>
        <p:spPr>
          <a:xfrm>
            <a:off x="2066925" y="4886325"/>
            <a:ext cx="38100" cy="1028700"/>
          </a:xfrm>
          <a:prstGeom prst="rect">
            <a:avLst/>
          </a:prstGeom>
          <a:solidFill>
            <a:srgbClr val="F06C5B"/>
          </a:solidFill>
          <a:ln w="0">
            <a:noFill/>
          </a:ln>
        </p:spPr>
        <p:txBody>
          <a:bodyPr/>
          <a:lstStyle/>
          <a:p>
            <a:endParaRPr lang="zh-CN" altLang="en-US"/>
          </a:p>
        </p:txBody>
      </p:sp>
      <p:sp>
        <p:nvSpPr>
          <p:cNvPr id="16" name="text">
            <a:extLst>
              <a:ext uri="{FF2B5EF4-FFF2-40B4-BE49-F238E27FC236}">
                <a16:creationId xmlns:a16="http://schemas.microsoft.com/office/drawing/2014/main" id="{8E6C013C-48CE-400F-9648-A757718B1B1F}"/>
              </a:ext>
            </a:extLst>
          </p:cNvPr>
          <p:cNvSpPr>
            <a:spLocks noGrp="1"/>
          </p:cNvSpPr>
          <p:nvPr/>
        </p:nvSpPr>
        <p:spPr>
          <a:xfrm>
            <a:off x="2476500" y="4895850"/>
            <a:ext cx="3143250" cy="895350"/>
          </a:xfrm>
          <a:prstGeom prst="rect">
            <a:avLst/>
          </a:prstGeom>
          <a:noFill/>
          <a:ln w="0">
            <a:noFill/>
          </a:ln>
        </p:spPr>
        <p:txBody>
          <a:bodyPr lIns="0" tIns="0" rIns="0" bIns="0" anchor="t"/>
          <a:lstStyle>
            <a:defPPr>
              <a:defRPr sz="2250" b="1">
                <a:solidFill>
                  <a:srgbClr val="171A1D"/>
                </a:solidFill>
                <a:latin typeface="Helvetica Neue"/>
                <a:ea typeface="Helvetica Neue"/>
                <a:cs typeface="Helvetica Neue"/>
              </a:defRPr>
            </a:defPPr>
            <a:lvl1pPr>
              <a:defRPr sz="2250" b="1">
                <a:solidFill>
                  <a:srgbClr val="171A1D"/>
                </a:solidFill>
                <a:latin typeface="Helvetica Neue"/>
                <a:ea typeface="Helvetica Neue"/>
                <a:cs typeface="Helvetica Neue"/>
              </a:defRPr>
            </a:lvl1pPr>
            <a:lvl2pPr>
              <a:defRPr sz="2250" b="1">
                <a:solidFill>
                  <a:srgbClr val="171A1D"/>
                </a:solidFill>
                <a:latin typeface="Helvetica Neue"/>
                <a:ea typeface="Helvetica Neue"/>
                <a:cs typeface="Helvetica Neue"/>
              </a:defRPr>
            </a:lvl2pPr>
            <a:lvl3pPr>
              <a:defRPr sz="2250" b="1">
                <a:solidFill>
                  <a:srgbClr val="171A1D"/>
                </a:solidFill>
                <a:latin typeface="Helvetica Neue"/>
                <a:ea typeface="Helvetica Neue"/>
                <a:cs typeface="Helvetica Neue"/>
              </a:defRPr>
            </a:lvl3pPr>
            <a:lvl4pPr>
              <a:defRPr sz="2250" b="1">
                <a:solidFill>
                  <a:srgbClr val="171A1D"/>
                </a:solidFill>
                <a:latin typeface="Helvetica Neue"/>
                <a:ea typeface="Helvetica Neue"/>
                <a:cs typeface="Helvetica Neue"/>
              </a:defRPr>
            </a:lvl4pPr>
            <a:lvl5pPr>
              <a:defRPr sz="2250" b="1">
                <a:solidFill>
                  <a:srgbClr val="171A1D"/>
                </a:solidFill>
                <a:latin typeface="Helvetica Neue"/>
                <a:ea typeface="Helvetica Neue"/>
                <a:cs typeface="Helvetica Neue"/>
              </a:defRPr>
            </a:lvl5pPr>
            <a:lvl6pPr>
              <a:defRPr sz="2250" b="1">
                <a:solidFill>
                  <a:srgbClr val="171A1D"/>
                </a:solidFill>
                <a:latin typeface="Helvetica Neue"/>
                <a:ea typeface="Helvetica Neue"/>
                <a:cs typeface="Helvetica Neue"/>
              </a:defRPr>
            </a:lvl6pPr>
            <a:lvl7pPr>
              <a:defRPr sz="2250" b="1">
                <a:solidFill>
                  <a:srgbClr val="171A1D"/>
                </a:solidFill>
                <a:latin typeface="Helvetica Neue"/>
                <a:ea typeface="Helvetica Neue"/>
                <a:cs typeface="Helvetica Neue"/>
              </a:defRPr>
            </a:lvl7pPr>
            <a:lvl8pPr>
              <a:defRPr sz="2250" b="1">
                <a:solidFill>
                  <a:srgbClr val="171A1D"/>
                </a:solidFill>
                <a:latin typeface="Helvetica Neue"/>
                <a:ea typeface="Helvetica Neue"/>
                <a:cs typeface="Helvetica Neue"/>
              </a:defRPr>
            </a:lvl8pPr>
            <a:lvl9pPr>
              <a:defRPr sz="2250" b="1">
                <a:solidFill>
                  <a:srgbClr val="171A1D"/>
                </a:solidFill>
                <a:latin typeface="Helvetica Neue"/>
                <a:ea typeface="Helvetica Neue"/>
                <a:cs typeface="Helvetica Neue"/>
              </a:defRPr>
            </a:lvl9pPr>
          </a:lstStyle>
          <a:p>
            <a:pPr>
              <a:defRPr sz="2250" b="1">
                <a:solidFill>
                  <a:srgbClr val="171A1D"/>
                </a:solidFill>
                <a:latin typeface="Helvetica Neue"/>
                <a:ea typeface="Helvetica Neue"/>
                <a:cs typeface="Helvetica Neue"/>
              </a:defRPr>
            </a:pPr>
            <a:r>
              <a:rPr sz="2250" b="1">
                <a:solidFill>
                  <a:srgbClr val="171A1D"/>
                </a:solidFill>
                <a:latin typeface="Helvetica Neue"/>
                <a:ea typeface="Helvetica Neue"/>
                <a:cs typeface="Helvetica Neue"/>
              </a:rPr>
              <a:t>Study readiness</a:t>
            </a:r>
          </a:p>
        </p:txBody>
      </p:sp>
      <p:sp>
        <p:nvSpPr>
          <p:cNvPr id="17" name="text">
            <a:extLst>
              <a:ext uri="{FF2B5EF4-FFF2-40B4-BE49-F238E27FC236}">
                <a16:creationId xmlns:a16="http://schemas.microsoft.com/office/drawing/2014/main" id="{AFB8C128-648F-42B7-949D-215CFD606E83}"/>
              </a:ext>
            </a:extLst>
          </p:cNvPr>
          <p:cNvSpPr>
            <a:spLocks noGrp="1"/>
          </p:cNvSpPr>
          <p:nvPr/>
        </p:nvSpPr>
        <p:spPr>
          <a:xfrm>
            <a:off x="5810250" y="4924425"/>
            <a:ext cx="5476875" cy="1000125"/>
          </a:xfrm>
          <a:prstGeom prst="rect">
            <a:avLst/>
          </a:prstGeom>
          <a:noFill/>
          <a:ln w="0">
            <a:noFill/>
          </a:ln>
        </p:spPr>
        <p:txBody>
          <a:bodyPr lIns="0" tIns="0" rIns="0" bIns="0" anchor="t"/>
          <a:lstStyle>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Finish task scripts and event logging.</a:t>
            </a:r>
          </a:p>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Identify live features and scripted demonstrations.</a:t>
            </a:r>
          </a:p>
        </p:txBody>
      </p:sp>
    </p:spTree>
    <p:extLst>
      <p:ext uri="{BB962C8B-B14F-4D97-AF65-F5344CB8AC3E}">
        <p14:creationId xmlns:p14="http://schemas.microsoft.com/office/powerpoint/2010/main" val="1200028917"/>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8ABBDBE3-7464-4A30-883C-1E291EBBF0B3}"/>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Study plan</a:t>
            </a:r>
          </a:p>
        </p:txBody>
      </p:sp>
      <p:sp>
        <p:nvSpPr>
          <p:cNvPr id="2" name="accent">
            <a:extLst>
              <a:ext uri="{FF2B5EF4-FFF2-40B4-BE49-F238E27FC236}">
                <a16:creationId xmlns:a16="http://schemas.microsoft.com/office/drawing/2014/main" id="{51A68283-52CE-4BAB-A630-888BAE259159}"/>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A9645482-6258-42FA-AA8D-AF65BFC9B00F}"/>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11</a:t>
            </a:r>
          </a:p>
        </p:txBody>
      </p:sp>
      <p:sp>
        <p:nvSpPr>
          <p:cNvPr id="4" name="text">
            <a:extLst>
              <a:ext uri="{FF2B5EF4-FFF2-40B4-BE49-F238E27FC236}">
                <a16:creationId xmlns:a16="http://schemas.microsoft.com/office/drawing/2014/main" id="{5BB2E1B9-2888-4F36-9CF6-F2FA93656E70}"/>
              </a:ext>
            </a:extLst>
          </p:cNvPr>
          <p:cNvSpPr>
            <a:spLocks noGrp="1"/>
          </p:cNvSpPr>
          <p:nvPr/>
        </p:nvSpPr>
        <p:spPr>
          <a:xfrm>
            <a:off x="704850" y="1619250"/>
            <a:ext cx="10668000" cy="428625"/>
          </a:xfrm>
          <a:prstGeom prst="rect">
            <a:avLst/>
          </a:prstGeom>
          <a:noFill/>
          <a:ln w="0">
            <a:noFill/>
          </a:ln>
        </p:spPr>
        <p:txBody>
          <a:bodyPr lIns="0" tIns="0" rIns="0" bIns="0" anchor="t"/>
          <a:lstStyle>
            <a:defPPr>
              <a:defRPr sz="1950" b="0">
                <a:solidFill>
                  <a:srgbClr val="7C776F"/>
                </a:solidFill>
                <a:latin typeface="Helvetica Neue"/>
                <a:ea typeface="Helvetica Neue"/>
                <a:cs typeface="Helvetica Neue"/>
              </a:defRPr>
            </a:defPPr>
            <a:lvl1pPr>
              <a:defRPr sz="1950" b="0">
                <a:solidFill>
                  <a:srgbClr val="7C776F"/>
                </a:solidFill>
                <a:latin typeface="Helvetica Neue"/>
                <a:ea typeface="Helvetica Neue"/>
                <a:cs typeface="Helvetica Neue"/>
              </a:defRPr>
            </a:lvl1pPr>
            <a:lvl2pPr>
              <a:defRPr sz="1950" b="0">
                <a:solidFill>
                  <a:srgbClr val="7C776F"/>
                </a:solidFill>
                <a:latin typeface="Helvetica Neue"/>
                <a:ea typeface="Helvetica Neue"/>
                <a:cs typeface="Helvetica Neue"/>
              </a:defRPr>
            </a:lvl2pPr>
            <a:lvl3pPr>
              <a:defRPr sz="1950" b="0">
                <a:solidFill>
                  <a:srgbClr val="7C776F"/>
                </a:solidFill>
                <a:latin typeface="Helvetica Neue"/>
                <a:ea typeface="Helvetica Neue"/>
                <a:cs typeface="Helvetica Neue"/>
              </a:defRPr>
            </a:lvl3pPr>
            <a:lvl4pPr>
              <a:defRPr sz="1950" b="0">
                <a:solidFill>
                  <a:srgbClr val="7C776F"/>
                </a:solidFill>
                <a:latin typeface="Helvetica Neue"/>
                <a:ea typeface="Helvetica Neue"/>
                <a:cs typeface="Helvetica Neue"/>
              </a:defRPr>
            </a:lvl4pPr>
            <a:lvl5pPr>
              <a:defRPr sz="1950" b="0">
                <a:solidFill>
                  <a:srgbClr val="7C776F"/>
                </a:solidFill>
                <a:latin typeface="Helvetica Neue"/>
                <a:ea typeface="Helvetica Neue"/>
                <a:cs typeface="Helvetica Neue"/>
              </a:defRPr>
            </a:lvl5pPr>
            <a:lvl6pPr>
              <a:defRPr sz="1950" b="0">
                <a:solidFill>
                  <a:srgbClr val="7C776F"/>
                </a:solidFill>
                <a:latin typeface="Helvetica Neue"/>
                <a:ea typeface="Helvetica Neue"/>
                <a:cs typeface="Helvetica Neue"/>
              </a:defRPr>
            </a:lvl6pPr>
            <a:lvl7pPr>
              <a:defRPr sz="1950" b="0">
                <a:solidFill>
                  <a:srgbClr val="7C776F"/>
                </a:solidFill>
                <a:latin typeface="Helvetica Neue"/>
                <a:ea typeface="Helvetica Neue"/>
                <a:cs typeface="Helvetica Neue"/>
              </a:defRPr>
            </a:lvl7pPr>
            <a:lvl8pPr>
              <a:defRPr sz="1950" b="0">
                <a:solidFill>
                  <a:srgbClr val="7C776F"/>
                </a:solidFill>
                <a:latin typeface="Helvetica Neue"/>
                <a:ea typeface="Helvetica Neue"/>
                <a:cs typeface="Helvetica Neue"/>
              </a:defRPr>
            </a:lvl8pPr>
            <a:lvl9pPr>
              <a:defRPr sz="1950" b="0">
                <a:solidFill>
                  <a:srgbClr val="7C776F"/>
                </a:solidFill>
                <a:latin typeface="Helvetica Neue"/>
                <a:ea typeface="Helvetica Neue"/>
                <a:cs typeface="Helvetica Neue"/>
              </a:defRPr>
            </a:lvl9pPr>
          </a:lstStyle>
          <a:p>
            <a:pPr>
              <a:defRPr sz="1950" b="0">
                <a:solidFill>
                  <a:srgbClr val="7C776F"/>
                </a:solidFill>
                <a:latin typeface="Helvetica Neue"/>
                <a:ea typeface="Helvetica Neue"/>
                <a:cs typeface="Helvetica Neue"/>
              </a:defRPr>
            </a:pPr>
            <a:r>
              <a:rPr sz="1950" b="0">
                <a:solidFill>
                  <a:srgbClr val="7C776F"/>
                </a:solidFill>
                <a:latin typeface="Helvetica Neue"/>
                <a:ea typeface="Helvetica Neue"/>
                <a:cs typeface="Helvetica Neue"/>
              </a:rPr>
              <a:t>Research protocol drafted on October 14</a:t>
            </a:r>
          </a:p>
        </p:txBody>
      </p:sp>
      <p:graphicFrame>
        <p:nvGraphicFramePr>
          <p:cNvPr id="5" name="表格 4">
            <a:extLst>
              <a:ext uri="{FF2B5EF4-FFF2-40B4-BE49-F238E27FC236}">
                <a16:creationId xmlns:a16="http://schemas.microsoft.com/office/drawing/2014/main" id="{50BD7EA5-9CBE-4CAB-A123-5B1BF20808E0}"/>
              </a:ext>
            </a:extLst>
          </p:cNvPr>
          <p:cNvGraphicFramePr/>
          <p:nvPr/>
        </p:nvGraphicFramePr>
        <p:xfrm>
          <a:off x="685800" y="2286000"/>
          <a:ext cx="10820400" cy="3267075"/>
        </p:xfrm>
        <a:graphic>
          <a:graphicData uri="http://schemas.openxmlformats.org/drawingml/2006/table">
            <a:tbl>
              <a:tblPr/>
              <a:tblGrid>
                <a:gridCol w="2209800">
                  <a:extLst>
                    <a:ext uri="{9D8B030D-6E8A-4147-A177-3AD203B41FA5}">
                      <a16:colId xmlns:a16="http://schemas.microsoft.com/office/drawing/2014/main" val="20000"/>
                    </a:ext>
                  </a:extLst>
                </a:gridCol>
                <a:gridCol w="4095750">
                  <a:extLst>
                    <a:ext uri="{9D8B030D-6E8A-4147-A177-3AD203B41FA5}">
                      <a16:colId xmlns:a16="http://schemas.microsoft.com/office/drawing/2014/main" val="20001"/>
                    </a:ext>
                  </a:extLst>
                </a:gridCol>
                <a:gridCol w="4514850">
                  <a:extLst>
                    <a:ext uri="{9D8B030D-6E8A-4147-A177-3AD203B41FA5}">
                      <a16:colId xmlns:a16="http://schemas.microsoft.com/office/drawing/2014/main" val="20002"/>
                    </a:ext>
                  </a:extLst>
                </a:gridCol>
              </a:tblGrid>
              <a:tr h="816769">
                <a:tc>
                  <a:txBody>
                    <a:bodyPr/>
                    <a:lstStyle/>
                    <a:p>
                      <a:r>
                        <a:rPr sz="1575" b="1">
                          <a:solidFill>
                            <a:srgbClr val="FFFFFF"/>
                          </a:solidFill>
                          <a:latin typeface="Helvetica Neue"/>
                          <a:ea typeface="Helvetica Neue"/>
                          <a:cs typeface="Helvetica Neue"/>
                        </a:rPr>
                        <a:t>Study</a:t>
                      </a:r>
                    </a:p>
                  </a:txBody>
                  <a:tcPr marL="152400" marR="152400" marT="133350" marB="95250" anchor="ctr">
                    <a:lnL w="5715">
                      <a:solidFill>
                        <a:srgbClr val="D8D1C5"/>
                      </a:solidFill>
                      <a:prstDash val="soli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Comparison or task</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tc>
                  <a:txBody>
                    <a:bodyPr/>
                    <a:lstStyle/>
                    <a:p>
                      <a:r>
                        <a:rPr sz="1575" b="1">
                          <a:solidFill>
                            <a:srgbClr val="FFFFFF"/>
                          </a:solidFill>
                          <a:latin typeface="Helvetica Neue"/>
                          <a:ea typeface="Helvetica Neue"/>
                          <a:cs typeface="Helvetica Neue"/>
                        </a:rPr>
                        <a:t>Evidence to collect</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a:solidFill>
                        <a:srgbClr val="D8D1C5"/>
                      </a:solidFill>
                      <a:prstDash val="solid"/>
                    </a:lnT>
                    <a:lnB w="5715">
                      <a:solidFill>
                        <a:srgbClr val="D8D1C5"/>
                      </a:solidFill>
                      <a:prstDash val="solid"/>
                    </a:lnB>
                    <a:solidFill>
                      <a:srgbClr val="171A1D"/>
                    </a:solidFill>
                  </a:tcPr>
                </a:tc>
                <a:extLst>
                  <a:ext uri="{0D108BD9-81ED-4DB2-BD59-A6C34878D82A}">
                    <a16:rowId xmlns:a16="http://schemas.microsoft.com/office/drawing/2014/main" val="10000"/>
                  </a:ext>
                </a:extLst>
              </a:tr>
              <a:tr h="816769">
                <a:tc>
                  <a:txBody>
                    <a:bodyPr/>
                    <a:lstStyle/>
                    <a:p>
                      <a:r>
                        <a:rPr sz="1800" b="1">
                          <a:solidFill>
                            <a:srgbClr val="171A1D"/>
                          </a:solidFill>
                          <a:latin typeface="Helvetica Neue"/>
                          <a:ea typeface="Helvetica Neue"/>
                          <a:cs typeface="Helvetica Neue"/>
                        </a:rPr>
                        <a:t>Usability</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Touch and voice tasks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Success, errors and recovery</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1"/>
                  </a:ext>
                </a:extLst>
              </a:tr>
              <a:tr h="816769">
                <a:tc>
                  <a:txBody>
                    <a:bodyPr/>
                    <a:lstStyle/>
                    <a:p>
                      <a:r>
                        <a:rPr sz="1800" b="1">
                          <a:solidFill>
                            <a:srgbClr val="171A1D"/>
                          </a:solidFill>
                          <a:latin typeface="Helvetica Neue"/>
                          <a:ea typeface="Helvetica Neue"/>
                          <a:cs typeface="Helvetica Neue"/>
                        </a:rPr>
                        <a:t>Input methods</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Buttons versus gestures</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Unintended activation,</a:t>
                      </a:r>
                    </a:p>
                    <a:p>
                      <a:r>
                        <a:rPr sz="1800" b="0">
                          <a:solidFill>
                            <a:srgbClr val="171A1D"/>
                          </a:solidFill>
                          <a:latin typeface="Helvetica Neue"/>
                          <a:ea typeface="Helvetica Neue"/>
                          <a:cs typeface="Helvetica Neue"/>
                        </a:rPr>
                        <a:t>interruption and preference</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2"/>
                  </a:ext>
                </a:extLst>
              </a:tr>
              <a:tr h="816769">
                <a:tc>
                  <a:txBody>
                    <a:bodyPr/>
                    <a:lstStyle/>
                    <a:p>
                      <a:r>
                        <a:rPr sz="1800" b="1">
                          <a:solidFill>
                            <a:srgbClr val="171A1D"/>
                          </a:solidFill>
                          <a:latin typeface="Helvetica Neue"/>
                          <a:ea typeface="Helvetica Neue"/>
                          <a:cs typeface="Helvetica Neue"/>
                        </a:rPr>
                        <a:t>Interaction rules</a:t>
                      </a:r>
                    </a:p>
                  </a:txBody>
                  <a:tcPr marL="152400" marR="152400" marT="133350" marB="95250" anchor="ctr">
                    <a:lnL w="5715">
                      <a:solidFill>
                        <a:srgbClr val="D8D1C5"/>
                      </a:solidFill>
                      <a:prstDash val="soli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Fixed defaults versus</a:t>
                      </a:r>
                    </a:p>
                    <a:p>
                      <a:r>
                        <a:rPr sz="1800" b="0">
                          <a:solidFill>
                            <a:srgbClr val="171A1D"/>
                          </a:solidFill>
                          <a:latin typeface="Helvetica Neue"/>
                          <a:ea typeface="Helvetica Neue"/>
                          <a:cs typeface="Helvetica Neue"/>
                        </a:rPr>
                        <a:t>user customization</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tc>
                  <a:txBody>
                    <a:bodyPr/>
                    <a:lstStyle/>
                    <a:p>
                      <a:r>
                        <a:rPr sz="1800" b="0">
                          <a:solidFill>
                            <a:srgbClr val="171A1D"/>
                          </a:solidFill>
                          <a:latin typeface="Helvetica Neue"/>
                          <a:ea typeface="Helvetica Neue"/>
                          <a:cs typeface="Helvetica Neue"/>
                        </a:rPr>
                        <a:t>Understanding, settings use</a:t>
                      </a:r>
                    </a:p>
                    <a:p>
                      <a:r>
                        <a:rPr sz="1800" b="0">
                          <a:solidFill>
                            <a:srgbClr val="171A1D"/>
                          </a:solidFill>
                          <a:latin typeface="Helvetica Neue"/>
                          <a:ea typeface="Helvetica Neue"/>
                          <a:cs typeface="Helvetica Neue"/>
                        </a:rPr>
                        <a:t>and perceived effort</a:t>
                      </a:r>
                    </a:p>
                  </a:txBody>
                  <a:tcPr marL="152400" marR="152400" marT="133350" marB="95250" anchor="ctr">
                    <a:lnL w="5715" cap="flat" cmpd="sng" algn="ctr">
                      <a:solidFill>
                        <a:srgbClr val="D8D1C5"/>
                      </a:solidFill>
                      <a:prstDash val="solid"/>
                      <a:round/>
                      <a:headEnd type="none" w="med" len="med"/>
                      <a:tailEnd type="none" w="med" len="med"/>
                    </a:lnL>
                    <a:lnR w="5715">
                      <a:solidFill>
                        <a:srgbClr val="D8D1C5"/>
                      </a:solidFill>
                      <a:prstDash val="solid"/>
                    </a:lnR>
                    <a:lnT w="5715" cap="flat" cmpd="sng" algn="ctr">
                      <a:solidFill>
                        <a:srgbClr val="D8D1C5"/>
                      </a:solidFill>
                      <a:prstDash val="solid"/>
                      <a:round/>
                      <a:headEnd type="none" w="med" len="med"/>
                      <a:tailEnd type="none" w="med" len="med"/>
                    </a:lnT>
                    <a:lnB w="5715">
                      <a:solidFill>
                        <a:srgbClr val="D8D1C5"/>
                      </a:solidFill>
                      <a:prstDash val="solid"/>
                    </a:lnB>
                    <a:solidFill>
                      <a:srgbClr val="FFFDF8"/>
                    </a:solidFill>
                  </a:tcPr>
                </a:tc>
                <a:extLst>
                  <a:ext uri="{0D108BD9-81ED-4DB2-BD59-A6C34878D82A}">
                    <a16:rowId xmlns:a16="http://schemas.microsoft.com/office/drawing/2014/main" val="10003"/>
                  </a:ext>
                </a:extLst>
              </a:tr>
            </a:tbl>
          </a:graphicData>
        </a:graphic>
      </p:graphicFrame>
      <p:sp>
        <p:nvSpPr>
          <p:cNvPr id="6" name="text">
            <a:extLst>
              <a:ext uri="{FF2B5EF4-FFF2-40B4-BE49-F238E27FC236}">
                <a16:creationId xmlns:a16="http://schemas.microsoft.com/office/drawing/2014/main" id="{2072E9D5-3100-4D03-A50A-A9CE85736006}"/>
              </a:ext>
            </a:extLst>
          </p:cNvPr>
          <p:cNvSpPr>
            <a:spLocks noGrp="1"/>
          </p:cNvSpPr>
          <p:nvPr/>
        </p:nvSpPr>
        <p:spPr>
          <a:xfrm>
            <a:off x="714375" y="5905500"/>
            <a:ext cx="10620375" cy="561975"/>
          </a:xfrm>
          <a:prstGeom prst="rect">
            <a:avLst/>
          </a:prstGeom>
          <a:noFill/>
          <a:ln w="0">
            <a:noFill/>
          </a:ln>
        </p:spPr>
        <p:txBody>
          <a:bodyPr lIns="0" tIns="0" rIns="0" bIns="0" anchor="t"/>
          <a:lstStyle>
            <a:defPPr>
              <a:defRPr sz="1875" b="0">
                <a:solidFill>
                  <a:srgbClr val="171A1D"/>
                </a:solidFill>
                <a:latin typeface="Helvetica Neue"/>
                <a:ea typeface="Helvetica Neue"/>
                <a:cs typeface="Helvetica Neue"/>
              </a:defRPr>
            </a:defPPr>
            <a:lvl1pPr>
              <a:defRPr sz="1875" b="0">
                <a:solidFill>
                  <a:srgbClr val="171A1D"/>
                </a:solidFill>
                <a:latin typeface="Helvetica Neue"/>
                <a:ea typeface="Helvetica Neue"/>
                <a:cs typeface="Helvetica Neue"/>
              </a:defRPr>
            </a:lvl1pPr>
            <a:lvl2pPr>
              <a:defRPr sz="1875" b="0">
                <a:solidFill>
                  <a:srgbClr val="171A1D"/>
                </a:solidFill>
                <a:latin typeface="Helvetica Neue"/>
                <a:ea typeface="Helvetica Neue"/>
                <a:cs typeface="Helvetica Neue"/>
              </a:defRPr>
            </a:lvl2pPr>
            <a:lvl3pPr>
              <a:defRPr sz="1875" b="0">
                <a:solidFill>
                  <a:srgbClr val="171A1D"/>
                </a:solidFill>
                <a:latin typeface="Helvetica Neue"/>
                <a:ea typeface="Helvetica Neue"/>
                <a:cs typeface="Helvetica Neue"/>
              </a:defRPr>
            </a:lvl3pPr>
            <a:lvl4pPr>
              <a:defRPr sz="1875" b="0">
                <a:solidFill>
                  <a:srgbClr val="171A1D"/>
                </a:solidFill>
                <a:latin typeface="Helvetica Neue"/>
                <a:ea typeface="Helvetica Neue"/>
                <a:cs typeface="Helvetica Neue"/>
              </a:defRPr>
            </a:lvl4pPr>
            <a:lvl5pPr>
              <a:defRPr sz="1875" b="0">
                <a:solidFill>
                  <a:srgbClr val="171A1D"/>
                </a:solidFill>
                <a:latin typeface="Helvetica Neue"/>
                <a:ea typeface="Helvetica Neue"/>
                <a:cs typeface="Helvetica Neue"/>
              </a:defRPr>
            </a:lvl5pPr>
            <a:lvl6pPr>
              <a:defRPr sz="1875" b="0">
                <a:solidFill>
                  <a:srgbClr val="171A1D"/>
                </a:solidFill>
                <a:latin typeface="Helvetica Neue"/>
                <a:ea typeface="Helvetica Neue"/>
                <a:cs typeface="Helvetica Neue"/>
              </a:defRPr>
            </a:lvl6pPr>
            <a:lvl7pPr>
              <a:defRPr sz="1875" b="0">
                <a:solidFill>
                  <a:srgbClr val="171A1D"/>
                </a:solidFill>
                <a:latin typeface="Helvetica Neue"/>
                <a:ea typeface="Helvetica Neue"/>
                <a:cs typeface="Helvetica Neue"/>
              </a:defRPr>
            </a:lvl7pPr>
            <a:lvl8pPr>
              <a:defRPr sz="1875" b="0">
                <a:solidFill>
                  <a:srgbClr val="171A1D"/>
                </a:solidFill>
                <a:latin typeface="Helvetica Neue"/>
                <a:ea typeface="Helvetica Neue"/>
                <a:cs typeface="Helvetica Neue"/>
              </a:defRPr>
            </a:lvl8pPr>
            <a:lvl9pPr>
              <a:defRPr sz="1875" b="0">
                <a:solidFill>
                  <a:srgbClr val="171A1D"/>
                </a:solidFill>
                <a:latin typeface="Helvetica Neue"/>
                <a:ea typeface="Helvetica Neue"/>
                <a:cs typeface="Helvetica Neue"/>
              </a:defRPr>
            </a:lvl9pPr>
          </a:lstStyle>
          <a:p>
            <a:pPr>
              <a:defRPr sz="1875" b="0">
                <a:solidFill>
                  <a:srgbClr val="171A1D"/>
                </a:solidFill>
                <a:latin typeface="Helvetica Neue"/>
                <a:ea typeface="Helvetica Neue"/>
                <a:cs typeface="Helvetica Neue"/>
              </a:defRPr>
            </a:pPr>
            <a:r>
              <a:rPr sz="1875" b="0">
                <a:solidFill>
                  <a:srgbClr val="171A1D"/>
                </a:solidFill>
                <a:latin typeface="Helvetica Neue"/>
                <a:ea typeface="Helvetica Neue"/>
                <a:cs typeface="Helvetica Neue"/>
              </a:rPr>
              <a:t>Planned comparisons use the same participants with counterbalanced order.</a:t>
            </a:r>
          </a:p>
        </p:txBody>
      </p:sp>
    </p:spTree>
    <p:extLst>
      <p:ext uri="{BB962C8B-B14F-4D97-AF65-F5344CB8AC3E}">
        <p14:creationId xmlns:p14="http://schemas.microsoft.com/office/powerpoint/2010/main" val="2027860341"/>
      </p:ext>
    </p:extLst>
  </p:cSld>
  <p:clrMapOvr>
    <a:masterClrMapping/>
  </p:clrMapOvr>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71A1D"/>
        </a:solidFill>
        <a:effectLst/>
      </p:bgPr>
    </p:bg>
    <p:spTree>
      <p:nvGrpSpPr>
        <p:cNvPr id="1" name=""/>
        <p:cNvGrpSpPr/>
        <p:nvPr/>
      </p:nvGrpSpPr>
      <p:grpSpPr>
        <a:xfrm>
          <a:off x="0" y="0"/>
          <a:ext cx="0" cy="0"/>
          <a:chOff x="0" y="0"/>
          <a:chExt cx="0" cy="0"/>
        </a:xfrm>
      </p:grpSpPr>
      <p:sp>
        <p:nvSpPr>
          <p:cNvPr id="15" name="slide-title">
            <a:extLst>
              <a:ext uri="{FF2B5EF4-FFF2-40B4-BE49-F238E27FC236}">
                <a16:creationId xmlns:a16="http://schemas.microsoft.com/office/drawing/2014/main" id="{A6DC0CE8-7FC4-4C8E-BB7A-DD054C973B13}"/>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FFFFFF"/>
                </a:solidFill>
                <a:latin typeface="Helvetica Neue"/>
                <a:ea typeface="Helvetica Neue"/>
                <a:cs typeface="Helvetica Neue"/>
              </a:defRPr>
            </a:defPPr>
            <a:lvl1pPr>
              <a:defRPr sz="3375" b="1">
                <a:solidFill>
                  <a:srgbClr val="FFFFFF"/>
                </a:solidFill>
                <a:latin typeface="Helvetica Neue"/>
                <a:ea typeface="Helvetica Neue"/>
                <a:cs typeface="Helvetica Neue"/>
              </a:defRPr>
            </a:lvl1pPr>
            <a:lvl2pPr>
              <a:defRPr sz="3375" b="1">
                <a:solidFill>
                  <a:srgbClr val="FFFFFF"/>
                </a:solidFill>
                <a:latin typeface="Helvetica Neue"/>
                <a:ea typeface="Helvetica Neue"/>
                <a:cs typeface="Helvetica Neue"/>
              </a:defRPr>
            </a:lvl2pPr>
            <a:lvl3pPr>
              <a:defRPr sz="3375" b="1">
                <a:solidFill>
                  <a:srgbClr val="FFFFFF"/>
                </a:solidFill>
                <a:latin typeface="Helvetica Neue"/>
                <a:ea typeface="Helvetica Neue"/>
                <a:cs typeface="Helvetica Neue"/>
              </a:defRPr>
            </a:lvl3pPr>
            <a:lvl4pPr>
              <a:defRPr sz="3375" b="1">
                <a:solidFill>
                  <a:srgbClr val="FFFFFF"/>
                </a:solidFill>
                <a:latin typeface="Helvetica Neue"/>
                <a:ea typeface="Helvetica Neue"/>
                <a:cs typeface="Helvetica Neue"/>
              </a:defRPr>
            </a:lvl4pPr>
            <a:lvl5pPr>
              <a:defRPr sz="3375" b="1">
                <a:solidFill>
                  <a:srgbClr val="FFFFFF"/>
                </a:solidFill>
                <a:latin typeface="Helvetica Neue"/>
                <a:ea typeface="Helvetica Neue"/>
                <a:cs typeface="Helvetica Neue"/>
              </a:defRPr>
            </a:lvl5pPr>
            <a:lvl6pPr>
              <a:defRPr sz="3375" b="1">
                <a:solidFill>
                  <a:srgbClr val="FFFFFF"/>
                </a:solidFill>
                <a:latin typeface="Helvetica Neue"/>
                <a:ea typeface="Helvetica Neue"/>
                <a:cs typeface="Helvetica Neue"/>
              </a:defRPr>
            </a:lvl6pPr>
            <a:lvl7pPr>
              <a:defRPr sz="3375" b="1">
                <a:solidFill>
                  <a:srgbClr val="FFFFFF"/>
                </a:solidFill>
                <a:latin typeface="Helvetica Neue"/>
                <a:ea typeface="Helvetica Neue"/>
                <a:cs typeface="Helvetica Neue"/>
              </a:defRPr>
            </a:lvl7pPr>
            <a:lvl8pPr>
              <a:defRPr sz="3375" b="1">
                <a:solidFill>
                  <a:srgbClr val="FFFFFF"/>
                </a:solidFill>
                <a:latin typeface="Helvetica Neue"/>
                <a:ea typeface="Helvetica Neue"/>
                <a:cs typeface="Helvetica Neue"/>
              </a:defRPr>
            </a:lvl8pPr>
            <a:lvl9pPr>
              <a:defRPr sz="3375" b="1">
                <a:solidFill>
                  <a:srgbClr val="FFFFFF"/>
                </a:solidFill>
                <a:latin typeface="Helvetica Neue"/>
                <a:ea typeface="Helvetica Neue"/>
                <a:cs typeface="Helvetica Neue"/>
              </a:defRPr>
            </a:lvl9pPr>
          </a:lstStyle>
          <a:p>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Next steps</a:t>
            </a:r>
          </a:p>
        </p:txBody>
      </p:sp>
      <p:sp>
        <p:nvSpPr>
          <p:cNvPr id="2" name="accent">
            <a:extLst>
              <a:ext uri="{FF2B5EF4-FFF2-40B4-BE49-F238E27FC236}">
                <a16:creationId xmlns:a16="http://schemas.microsoft.com/office/drawing/2014/main" id="{49EC952C-1055-4948-9893-D70255737141}"/>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D602F5D8-F7A4-4D5B-B197-0CBF9ECDCD36}"/>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D8D1C5"/>
                </a:solidFill>
                <a:latin typeface="Helvetica Neue"/>
                <a:ea typeface="Helvetica Neue"/>
                <a:cs typeface="Helvetica Neue"/>
              </a:defRPr>
            </a:defPPr>
            <a:lvl1pPr>
              <a:defRPr sz="1275" b="1">
                <a:solidFill>
                  <a:srgbClr val="D8D1C5"/>
                </a:solidFill>
                <a:latin typeface="Helvetica Neue"/>
                <a:ea typeface="Helvetica Neue"/>
                <a:cs typeface="Helvetica Neue"/>
              </a:defRPr>
            </a:lvl1pPr>
            <a:lvl2pPr>
              <a:defRPr sz="1275" b="1">
                <a:solidFill>
                  <a:srgbClr val="D8D1C5"/>
                </a:solidFill>
                <a:latin typeface="Helvetica Neue"/>
                <a:ea typeface="Helvetica Neue"/>
                <a:cs typeface="Helvetica Neue"/>
              </a:defRPr>
            </a:lvl2pPr>
            <a:lvl3pPr>
              <a:defRPr sz="1275" b="1">
                <a:solidFill>
                  <a:srgbClr val="D8D1C5"/>
                </a:solidFill>
                <a:latin typeface="Helvetica Neue"/>
                <a:ea typeface="Helvetica Neue"/>
                <a:cs typeface="Helvetica Neue"/>
              </a:defRPr>
            </a:lvl3pPr>
            <a:lvl4pPr>
              <a:defRPr sz="1275" b="1">
                <a:solidFill>
                  <a:srgbClr val="D8D1C5"/>
                </a:solidFill>
                <a:latin typeface="Helvetica Neue"/>
                <a:ea typeface="Helvetica Neue"/>
                <a:cs typeface="Helvetica Neue"/>
              </a:defRPr>
            </a:lvl4pPr>
            <a:lvl5pPr>
              <a:defRPr sz="1275" b="1">
                <a:solidFill>
                  <a:srgbClr val="D8D1C5"/>
                </a:solidFill>
                <a:latin typeface="Helvetica Neue"/>
                <a:ea typeface="Helvetica Neue"/>
                <a:cs typeface="Helvetica Neue"/>
              </a:defRPr>
            </a:lvl5pPr>
            <a:lvl6pPr>
              <a:defRPr sz="1275" b="1">
                <a:solidFill>
                  <a:srgbClr val="D8D1C5"/>
                </a:solidFill>
                <a:latin typeface="Helvetica Neue"/>
                <a:ea typeface="Helvetica Neue"/>
                <a:cs typeface="Helvetica Neue"/>
              </a:defRPr>
            </a:lvl6pPr>
            <a:lvl7pPr>
              <a:defRPr sz="1275" b="1">
                <a:solidFill>
                  <a:srgbClr val="D8D1C5"/>
                </a:solidFill>
                <a:latin typeface="Helvetica Neue"/>
                <a:ea typeface="Helvetica Neue"/>
                <a:cs typeface="Helvetica Neue"/>
              </a:defRPr>
            </a:lvl7pPr>
            <a:lvl8pPr>
              <a:defRPr sz="1275" b="1">
                <a:solidFill>
                  <a:srgbClr val="D8D1C5"/>
                </a:solidFill>
                <a:latin typeface="Helvetica Neue"/>
                <a:ea typeface="Helvetica Neue"/>
                <a:cs typeface="Helvetica Neue"/>
              </a:defRPr>
            </a:lvl8pPr>
            <a:lvl9pPr>
              <a:defRPr sz="1275" b="1">
                <a:solidFill>
                  <a:srgbClr val="D8D1C5"/>
                </a:solidFill>
                <a:latin typeface="Helvetica Neue"/>
                <a:ea typeface="Helvetica Neue"/>
                <a:cs typeface="Helvetica Neue"/>
              </a:defRPr>
            </a:lvl9pPr>
          </a:lstStyle>
          <a:p>
            <a:pPr>
              <a:defRPr sz="1275" b="1">
                <a:solidFill>
                  <a:srgbClr val="D8D1C5"/>
                </a:solidFill>
                <a:latin typeface="Helvetica Neue"/>
                <a:ea typeface="Helvetica Neue"/>
                <a:cs typeface="Helvetica Neue"/>
              </a:defRPr>
            </a:pPr>
            <a:r>
              <a:rPr sz="1275" b="1">
                <a:solidFill>
                  <a:srgbClr val="D8D1C5"/>
                </a:solidFill>
                <a:latin typeface="Helvetica Neue"/>
                <a:ea typeface="Helvetica Neue"/>
                <a:cs typeface="Helvetica Neue"/>
              </a:rPr>
              <a:t>12</a:t>
            </a:r>
          </a:p>
        </p:txBody>
      </p:sp>
      <p:sp>
        <p:nvSpPr>
          <p:cNvPr id="4" name="text">
            <a:extLst>
              <a:ext uri="{FF2B5EF4-FFF2-40B4-BE49-F238E27FC236}">
                <a16:creationId xmlns:a16="http://schemas.microsoft.com/office/drawing/2014/main" id="{AD4F00BC-8C3A-437A-86B1-764CEF08FC10}"/>
              </a:ext>
            </a:extLst>
          </p:cNvPr>
          <p:cNvSpPr>
            <a:spLocks noGrp="1"/>
          </p:cNvSpPr>
          <p:nvPr/>
        </p:nvSpPr>
        <p:spPr>
          <a:xfrm>
            <a:off x="762000" y="1924050"/>
            <a:ext cx="2714625" cy="809625"/>
          </a:xfrm>
          <a:prstGeom prst="rect">
            <a:avLst/>
          </a:prstGeom>
          <a:noFill/>
          <a:ln w="0">
            <a:noFill/>
          </a:ln>
        </p:spPr>
        <p:txBody>
          <a:bodyPr lIns="0" tIns="0" rIns="0" bIns="0" anchor="t"/>
          <a:lstStyle>
            <a:defPPr>
              <a:defRPr sz="4950" b="1">
                <a:solidFill>
                  <a:srgbClr val="F06C5B"/>
                </a:solidFill>
                <a:latin typeface="Helvetica Neue"/>
                <a:ea typeface="Helvetica Neue"/>
                <a:cs typeface="Helvetica Neue"/>
              </a:defRPr>
            </a:defPPr>
            <a:lvl1pPr>
              <a:defRPr sz="4950" b="1">
                <a:solidFill>
                  <a:srgbClr val="F06C5B"/>
                </a:solidFill>
                <a:latin typeface="Helvetica Neue"/>
                <a:ea typeface="Helvetica Neue"/>
                <a:cs typeface="Helvetica Neue"/>
              </a:defRPr>
            </a:lvl1pPr>
            <a:lvl2pPr>
              <a:defRPr sz="4950" b="1">
                <a:solidFill>
                  <a:srgbClr val="F06C5B"/>
                </a:solidFill>
                <a:latin typeface="Helvetica Neue"/>
                <a:ea typeface="Helvetica Neue"/>
                <a:cs typeface="Helvetica Neue"/>
              </a:defRPr>
            </a:lvl2pPr>
            <a:lvl3pPr>
              <a:defRPr sz="4950" b="1">
                <a:solidFill>
                  <a:srgbClr val="F06C5B"/>
                </a:solidFill>
                <a:latin typeface="Helvetica Neue"/>
                <a:ea typeface="Helvetica Neue"/>
                <a:cs typeface="Helvetica Neue"/>
              </a:defRPr>
            </a:lvl3pPr>
            <a:lvl4pPr>
              <a:defRPr sz="4950" b="1">
                <a:solidFill>
                  <a:srgbClr val="F06C5B"/>
                </a:solidFill>
                <a:latin typeface="Helvetica Neue"/>
                <a:ea typeface="Helvetica Neue"/>
                <a:cs typeface="Helvetica Neue"/>
              </a:defRPr>
            </a:lvl4pPr>
            <a:lvl5pPr>
              <a:defRPr sz="4950" b="1">
                <a:solidFill>
                  <a:srgbClr val="F06C5B"/>
                </a:solidFill>
                <a:latin typeface="Helvetica Neue"/>
                <a:ea typeface="Helvetica Neue"/>
                <a:cs typeface="Helvetica Neue"/>
              </a:defRPr>
            </a:lvl5pPr>
            <a:lvl6pPr>
              <a:defRPr sz="4950" b="1">
                <a:solidFill>
                  <a:srgbClr val="F06C5B"/>
                </a:solidFill>
                <a:latin typeface="Helvetica Neue"/>
                <a:ea typeface="Helvetica Neue"/>
                <a:cs typeface="Helvetica Neue"/>
              </a:defRPr>
            </a:lvl6pPr>
            <a:lvl7pPr>
              <a:defRPr sz="4950" b="1">
                <a:solidFill>
                  <a:srgbClr val="F06C5B"/>
                </a:solidFill>
                <a:latin typeface="Helvetica Neue"/>
                <a:ea typeface="Helvetica Neue"/>
                <a:cs typeface="Helvetica Neue"/>
              </a:defRPr>
            </a:lvl7pPr>
            <a:lvl8pPr>
              <a:defRPr sz="4950" b="1">
                <a:solidFill>
                  <a:srgbClr val="F06C5B"/>
                </a:solidFill>
                <a:latin typeface="Helvetica Neue"/>
                <a:ea typeface="Helvetica Neue"/>
                <a:cs typeface="Helvetica Neue"/>
              </a:defRPr>
            </a:lvl8pPr>
            <a:lvl9pPr>
              <a:defRPr sz="4950" b="1">
                <a:solidFill>
                  <a:srgbClr val="F06C5B"/>
                </a:solidFill>
                <a:latin typeface="Helvetica Neue"/>
                <a:ea typeface="Helvetica Neue"/>
                <a:cs typeface="Helvetica Neue"/>
              </a:defRPr>
            </a:lvl9pPr>
          </a:lstStyle>
          <a:p>
            <a:pPr>
              <a:defRPr sz="4950" b="1">
                <a:solidFill>
                  <a:srgbClr val="F06C5B"/>
                </a:solidFill>
                <a:latin typeface="Helvetica Neue"/>
                <a:ea typeface="Helvetica Neue"/>
                <a:cs typeface="Helvetica Neue"/>
              </a:defRPr>
            </a:pPr>
            <a:r>
              <a:rPr sz="4950" b="1">
                <a:solidFill>
                  <a:srgbClr val="F06C5B"/>
                </a:solidFill>
                <a:latin typeface="Helvetica Neue"/>
                <a:ea typeface="Helvetica Neue"/>
                <a:cs typeface="Helvetica Neue"/>
              </a:rPr>
              <a:t>01</a:t>
            </a:r>
          </a:p>
        </p:txBody>
      </p:sp>
      <p:sp>
        <p:nvSpPr>
          <p:cNvPr id="5" name="text">
            <a:extLst>
              <a:ext uri="{FF2B5EF4-FFF2-40B4-BE49-F238E27FC236}">
                <a16:creationId xmlns:a16="http://schemas.microsoft.com/office/drawing/2014/main" id="{1E7F2B7E-75AB-4306-AA1D-B0C1F5A4EB42}"/>
              </a:ext>
            </a:extLst>
          </p:cNvPr>
          <p:cNvSpPr>
            <a:spLocks noGrp="1"/>
          </p:cNvSpPr>
          <p:nvPr/>
        </p:nvSpPr>
        <p:spPr>
          <a:xfrm>
            <a:off x="762000" y="3067050"/>
            <a:ext cx="3048000" cy="781050"/>
          </a:xfrm>
          <a:prstGeom prst="rect">
            <a:avLst/>
          </a:prstGeom>
          <a:noFill/>
          <a:ln w="0">
            <a:noFill/>
          </a:ln>
        </p:spPr>
        <p:txBody>
          <a:bodyPr lIns="0" tIns="0" rIns="0" bIns="0" anchor="t"/>
          <a:lstStyle>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IRB application</a:t>
            </a:r>
          </a:p>
        </p:txBody>
      </p:sp>
      <p:sp>
        <p:nvSpPr>
          <p:cNvPr id="6" name="text">
            <a:extLst>
              <a:ext uri="{FF2B5EF4-FFF2-40B4-BE49-F238E27FC236}">
                <a16:creationId xmlns:a16="http://schemas.microsoft.com/office/drawing/2014/main" id="{8F1D845C-2B5F-42B4-94A4-B0E0AC50EBC7}"/>
              </a:ext>
            </a:extLst>
          </p:cNvPr>
          <p:cNvSpPr>
            <a:spLocks noGrp="1"/>
          </p:cNvSpPr>
          <p:nvPr/>
        </p:nvSpPr>
        <p:spPr>
          <a:xfrm>
            <a:off x="762000" y="4162425"/>
            <a:ext cx="3000375" cy="1381125"/>
          </a:xfrm>
          <a:prstGeom prst="rect">
            <a:avLst/>
          </a:prstGeom>
          <a:noFill/>
          <a:ln w="0">
            <a:noFill/>
          </a:ln>
        </p:spPr>
        <p:txBody>
          <a:bodyPr lIns="0" tIns="0" rIns="0" bIns="0" anchor="t"/>
          <a:lstStyle>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Finalize the protocol</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and consent materials.</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Submit for review.</a:t>
            </a:r>
          </a:p>
        </p:txBody>
      </p:sp>
      <p:sp>
        <p:nvSpPr>
          <p:cNvPr id="7" name="text">
            <a:extLst>
              <a:ext uri="{FF2B5EF4-FFF2-40B4-BE49-F238E27FC236}">
                <a16:creationId xmlns:a16="http://schemas.microsoft.com/office/drawing/2014/main" id="{9A27AE44-9299-4484-A277-C4CE74FAE991}"/>
              </a:ext>
            </a:extLst>
          </p:cNvPr>
          <p:cNvSpPr>
            <a:spLocks noGrp="1"/>
          </p:cNvSpPr>
          <p:nvPr/>
        </p:nvSpPr>
        <p:spPr>
          <a:xfrm>
            <a:off x="4572000" y="1924050"/>
            <a:ext cx="2714625" cy="809625"/>
          </a:xfrm>
          <a:prstGeom prst="rect">
            <a:avLst/>
          </a:prstGeom>
          <a:noFill/>
          <a:ln w="0">
            <a:noFill/>
          </a:ln>
        </p:spPr>
        <p:txBody>
          <a:bodyPr lIns="0" tIns="0" rIns="0" bIns="0" anchor="t"/>
          <a:lstStyle>
            <a:defPPr>
              <a:defRPr sz="4950" b="1">
                <a:solidFill>
                  <a:srgbClr val="CFEA79"/>
                </a:solidFill>
                <a:latin typeface="Helvetica Neue"/>
                <a:ea typeface="Helvetica Neue"/>
                <a:cs typeface="Helvetica Neue"/>
              </a:defRPr>
            </a:defPPr>
            <a:lvl1pPr>
              <a:defRPr sz="4950" b="1">
                <a:solidFill>
                  <a:srgbClr val="CFEA79"/>
                </a:solidFill>
                <a:latin typeface="Helvetica Neue"/>
                <a:ea typeface="Helvetica Neue"/>
                <a:cs typeface="Helvetica Neue"/>
              </a:defRPr>
            </a:lvl1pPr>
            <a:lvl2pPr>
              <a:defRPr sz="4950" b="1">
                <a:solidFill>
                  <a:srgbClr val="CFEA79"/>
                </a:solidFill>
                <a:latin typeface="Helvetica Neue"/>
                <a:ea typeface="Helvetica Neue"/>
                <a:cs typeface="Helvetica Neue"/>
              </a:defRPr>
            </a:lvl2pPr>
            <a:lvl3pPr>
              <a:defRPr sz="4950" b="1">
                <a:solidFill>
                  <a:srgbClr val="CFEA79"/>
                </a:solidFill>
                <a:latin typeface="Helvetica Neue"/>
                <a:ea typeface="Helvetica Neue"/>
                <a:cs typeface="Helvetica Neue"/>
              </a:defRPr>
            </a:lvl3pPr>
            <a:lvl4pPr>
              <a:defRPr sz="4950" b="1">
                <a:solidFill>
                  <a:srgbClr val="CFEA79"/>
                </a:solidFill>
                <a:latin typeface="Helvetica Neue"/>
                <a:ea typeface="Helvetica Neue"/>
                <a:cs typeface="Helvetica Neue"/>
              </a:defRPr>
            </a:lvl4pPr>
            <a:lvl5pPr>
              <a:defRPr sz="4950" b="1">
                <a:solidFill>
                  <a:srgbClr val="CFEA79"/>
                </a:solidFill>
                <a:latin typeface="Helvetica Neue"/>
                <a:ea typeface="Helvetica Neue"/>
                <a:cs typeface="Helvetica Neue"/>
              </a:defRPr>
            </a:lvl5pPr>
            <a:lvl6pPr>
              <a:defRPr sz="4950" b="1">
                <a:solidFill>
                  <a:srgbClr val="CFEA79"/>
                </a:solidFill>
                <a:latin typeface="Helvetica Neue"/>
                <a:ea typeface="Helvetica Neue"/>
                <a:cs typeface="Helvetica Neue"/>
              </a:defRPr>
            </a:lvl6pPr>
            <a:lvl7pPr>
              <a:defRPr sz="4950" b="1">
                <a:solidFill>
                  <a:srgbClr val="CFEA79"/>
                </a:solidFill>
                <a:latin typeface="Helvetica Neue"/>
                <a:ea typeface="Helvetica Neue"/>
                <a:cs typeface="Helvetica Neue"/>
              </a:defRPr>
            </a:lvl7pPr>
            <a:lvl8pPr>
              <a:defRPr sz="4950" b="1">
                <a:solidFill>
                  <a:srgbClr val="CFEA79"/>
                </a:solidFill>
                <a:latin typeface="Helvetica Neue"/>
                <a:ea typeface="Helvetica Neue"/>
                <a:cs typeface="Helvetica Neue"/>
              </a:defRPr>
            </a:lvl8pPr>
            <a:lvl9pPr>
              <a:defRPr sz="4950" b="1">
                <a:solidFill>
                  <a:srgbClr val="CFEA79"/>
                </a:solidFill>
                <a:latin typeface="Helvetica Neue"/>
                <a:ea typeface="Helvetica Neue"/>
                <a:cs typeface="Helvetica Neue"/>
              </a:defRPr>
            </a:lvl9pPr>
          </a:lstStyle>
          <a:p>
            <a:pPr>
              <a:defRPr sz="4950" b="1">
                <a:solidFill>
                  <a:srgbClr val="CFEA79"/>
                </a:solidFill>
                <a:latin typeface="Helvetica Neue"/>
                <a:ea typeface="Helvetica Neue"/>
                <a:cs typeface="Helvetica Neue"/>
              </a:defRPr>
            </a:pPr>
            <a:r>
              <a:rPr sz="4950" b="1">
                <a:solidFill>
                  <a:srgbClr val="CFEA79"/>
                </a:solidFill>
                <a:latin typeface="Helvetica Neue"/>
                <a:ea typeface="Helvetica Neue"/>
                <a:cs typeface="Helvetica Neue"/>
              </a:rPr>
              <a:t>02</a:t>
            </a:r>
          </a:p>
        </p:txBody>
      </p:sp>
      <p:sp>
        <p:nvSpPr>
          <p:cNvPr id="8" name="text">
            <a:extLst>
              <a:ext uri="{FF2B5EF4-FFF2-40B4-BE49-F238E27FC236}">
                <a16:creationId xmlns:a16="http://schemas.microsoft.com/office/drawing/2014/main" id="{882B63FC-665C-41EC-8BAF-7FC06A2AEA28}"/>
              </a:ext>
            </a:extLst>
          </p:cNvPr>
          <p:cNvSpPr>
            <a:spLocks noGrp="1"/>
          </p:cNvSpPr>
          <p:nvPr/>
        </p:nvSpPr>
        <p:spPr>
          <a:xfrm>
            <a:off x="4572000" y="3067050"/>
            <a:ext cx="3048000" cy="781050"/>
          </a:xfrm>
          <a:prstGeom prst="rect">
            <a:avLst/>
          </a:prstGeom>
          <a:noFill/>
          <a:ln w="0">
            <a:noFill/>
          </a:ln>
        </p:spPr>
        <p:txBody>
          <a:bodyPr lIns="0" tIns="0" rIns="0" bIns="0" anchor="t"/>
          <a:lstStyle>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Controlled study</a:t>
            </a:r>
          </a:p>
        </p:txBody>
      </p:sp>
      <p:sp>
        <p:nvSpPr>
          <p:cNvPr id="9" name="text">
            <a:extLst>
              <a:ext uri="{FF2B5EF4-FFF2-40B4-BE49-F238E27FC236}">
                <a16:creationId xmlns:a16="http://schemas.microsoft.com/office/drawing/2014/main" id="{73F6F8B9-FA39-4C74-8473-5B497AC7657D}"/>
              </a:ext>
            </a:extLst>
          </p:cNvPr>
          <p:cNvSpPr>
            <a:spLocks noGrp="1"/>
          </p:cNvSpPr>
          <p:nvPr/>
        </p:nvSpPr>
        <p:spPr>
          <a:xfrm>
            <a:off x="4572000" y="4162425"/>
            <a:ext cx="3000375" cy="1381125"/>
          </a:xfrm>
          <a:prstGeom prst="rect">
            <a:avLst/>
          </a:prstGeom>
          <a:noFill/>
          <a:ln w="0">
            <a:noFill/>
          </a:ln>
        </p:spPr>
        <p:txBody>
          <a:bodyPr lIns="0" tIns="0" rIns="0" bIns="0" anchor="t"/>
          <a:lstStyle>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After approval, compare</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buttons and gestures,</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then interaction defaults.</a:t>
            </a:r>
          </a:p>
        </p:txBody>
      </p:sp>
      <p:sp>
        <p:nvSpPr>
          <p:cNvPr id="10" name="text">
            <a:extLst>
              <a:ext uri="{FF2B5EF4-FFF2-40B4-BE49-F238E27FC236}">
                <a16:creationId xmlns:a16="http://schemas.microsoft.com/office/drawing/2014/main" id="{BB65B9BB-9F76-4AB9-8B5E-DE8C0F92CCAC}"/>
              </a:ext>
            </a:extLst>
          </p:cNvPr>
          <p:cNvSpPr>
            <a:spLocks noGrp="1"/>
          </p:cNvSpPr>
          <p:nvPr/>
        </p:nvSpPr>
        <p:spPr>
          <a:xfrm>
            <a:off x="8382000" y="1924050"/>
            <a:ext cx="2714625" cy="809625"/>
          </a:xfrm>
          <a:prstGeom prst="rect">
            <a:avLst/>
          </a:prstGeom>
          <a:noFill/>
          <a:ln w="0">
            <a:noFill/>
          </a:ln>
        </p:spPr>
        <p:txBody>
          <a:bodyPr lIns="0" tIns="0" rIns="0" bIns="0" anchor="t"/>
          <a:lstStyle>
            <a:defPPr>
              <a:defRPr sz="4950" b="1">
                <a:solidFill>
                  <a:srgbClr val="6AB7D6"/>
                </a:solidFill>
                <a:latin typeface="Helvetica Neue"/>
                <a:ea typeface="Helvetica Neue"/>
                <a:cs typeface="Helvetica Neue"/>
              </a:defRPr>
            </a:defPPr>
            <a:lvl1pPr>
              <a:defRPr sz="4950" b="1">
                <a:solidFill>
                  <a:srgbClr val="6AB7D6"/>
                </a:solidFill>
                <a:latin typeface="Helvetica Neue"/>
                <a:ea typeface="Helvetica Neue"/>
                <a:cs typeface="Helvetica Neue"/>
              </a:defRPr>
            </a:lvl1pPr>
            <a:lvl2pPr>
              <a:defRPr sz="4950" b="1">
                <a:solidFill>
                  <a:srgbClr val="6AB7D6"/>
                </a:solidFill>
                <a:latin typeface="Helvetica Neue"/>
                <a:ea typeface="Helvetica Neue"/>
                <a:cs typeface="Helvetica Neue"/>
              </a:defRPr>
            </a:lvl2pPr>
            <a:lvl3pPr>
              <a:defRPr sz="4950" b="1">
                <a:solidFill>
                  <a:srgbClr val="6AB7D6"/>
                </a:solidFill>
                <a:latin typeface="Helvetica Neue"/>
                <a:ea typeface="Helvetica Neue"/>
                <a:cs typeface="Helvetica Neue"/>
              </a:defRPr>
            </a:lvl3pPr>
            <a:lvl4pPr>
              <a:defRPr sz="4950" b="1">
                <a:solidFill>
                  <a:srgbClr val="6AB7D6"/>
                </a:solidFill>
                <a:latin typeface="Helvetica Neue"/>
                <a:ea typeface="Helvetica Neue"/>
                <a:cs typeface="Helvetica Neue"/>
              </a:defRPr>
            </a:lvl4pPr>
            <a:lvl5pPr>
              <a:defRPr sz="4950" b="1">
                <a:solidFill>
                  <a:srgbClr val="6AB7D6"/>
                </a:solidFill>
                <a:latin typeface="Helvetica Neue"/>
                <a:ea typeface="Helvetica Neue"/>
                <a:cs typeface="Helvetica Neue"/>
              </a:defRPr>
            </a:lvl5pPr>
            <a:lvl6pPr>
              <a:defRPr sz="4950" b="1">
                <a:solidFill>
                  <a:srgbClr val="6AB7D6"/>
                </a:solidFill>
                <a:latin typeface="Helvetica Neue"/>
                <a:ea typeface="Helvetica Neue"/>
                <a:cs typeface="Helvetica Neue"/>
              </a:defRPr>
            </a:lvl6pPr>
            <a:lvl7pPr>
              <a:defRPr sz="4950" b="1">
                <a:solidFill>
                  <a:srgbClr val="6AB7D6"/>
                </a:solidFill>
                <a:latin typeface="Helvetica Neue"/>
                <a:ea typeface="Helvetica Neue"/>
                <a:cs typeface="Helvetica Neue"/>
              </a:defRPr>
            </a:lvl7pPr>
            <a:lvl8pPr>
              <a:defRPr sz="4950" b="1">
                <a:solidFill>
                  <a:srgbClr val="6AB7D6"/>
                </a:solidFill>
                <a:latin typeface="Helvetica Neue"/>
                <a:ea typeface="Helvetica Neue"/>
                <a:cs typeface="Helvetica Neue"/>
              </a:defRPr>
            </a:lvl8pPr>
            <a:lvl9pPr>
              <a:defRPr sz="4950" b="1">
                <a:solidFill>
                  <a:srgbClr val="6AB7D6"/>
                </a:solidFill>
                <a:latin typeface="Helvetica Neue"/>
                <a:ea typeface="Helvetica Neue"/>
                <a:cs typeface="Helvetica Neue"/>
              </a:defRPr>
            </a:lvl9pPr>
          </a:lstStyle>
          <a:p>
            <a:pPr>
              <a:defRPr sz="4950" b="1">
                <a:solidFill>
                  <a:srgbClr val="6AB7D6"/>
                </a:solidFill>
                <a:latin typeface="Helvetica Neue"/>
                <a:ea typeface="Helvetica Neue"/>
                <a:cs typeface="Helvetica Neue"/>
              </a:defRPr>
            </a:pPr>
            <a:r>
              <a:rPr sz="4950" b="1">
                <a:solidFill>
                  <a:srgbClr val="6AB7D6"/>
                </a:solidFill>
                <a:latin typeface="Helvetica Neue"/>
                <a:ea typeface="Helvetica Neue"/>
                <a:cs typeface="Helvetica Neue"/>
              </a:rPr>
              <a:t>03</a:t>
            </a:r>
          </a:p>
        </p:txBody>
      </p:sp>
      <p:sp>
        <p:nvSpPr>
          <p:cNvPr id="11" name="text">
            <a:extLst>
              <a:ext uri="{FF2B5EF4-FFF2-40B4-BE49-F238E27FC236}">
                <a16:creationId xmlns:a16="http://schemas.microsoft.com/office/drawing/2014/main" id="{B8494426-6203-451F-945E-ACB99A176FE6}"/>
              </a:ext>
            </a:extLst>
          </p:cNvPr>
          <p:cNvSpPr>
            <a:spLocks noGrp="1"/>
          </p:cNvSpPr>
          <p:nvPr/>
        </p:nvSpPr>
        <p:spPr>
          <a:xfrm>
            <a:off x="8382000" y="3067050"/>
            <a:ext cx="3048000" cy="781050"/>
          </a:xfrm>
          <a:prstGeom prst="rect">
            <a:avLst/>
          </a:prstGeom>
          <a:noFill/>
          <a:ln w="0">
            <a:noFill/>
          </a:ln>
        </p:spPr>
        <p:txBody>
          <a:bodyPr lIns="0" tIns="0" rIns="0" bIns="0" anchor="t"/>
          <a:lstStyle>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More data</a:t>
            </a:r>
          </a:p>
        </p:txBody>
      </p:sp>
      <p:sp>
        <p:nvSpPr>
          <p:cNvPr id="12" name="text">
            <a:extLst>
              <a:ext uri="{FF2B5EF4-FFF2-40B4-BE49-F238E27FC236}">
                <a16:creationId xmlns:a16="http://schemas.microsoft.com/office/drawing/2014/main" id="{91966AB3-AC27-4F34-9558-312AF3922901}"/>
              </a:ext>
            </a:extLst>
          </p:cNvPr>
          <p:cNvSpPr>
            <a:spLocks noGrp="1"/>
          </p:cNvSpPr>
          <p:nvPr/>
        </p:nvSpPr>
        <p:spPr>
          <a:xfrm>
            <a:off x="8382000" y="4162425"/>
            <a:ext cx="3000375" cy="1381125"/>
          </a:xfrm>
          <a:prstGeom prst="rect">
            <a:avLst/>
          </a:prstGeom>
          <a:noFill/>
          <a:ln w="0">
            <a:noFill/>
          </a:ln>
        </p:spPr>
        <p:txBody>
          <a:bodyPr lIns="0" tIns="0" rIns="0" bIns="0" anchor="t"/>
          <a:lstStyle>
            <a:defPPr>
              <a:defRPr sz="1950" b="0">
                <a:solidFill>
                  <a:srgbClr val="D8D1C5"/>
                </a:solidFill>
                <a:latin typeface="Helvetica Neue"/>
                <a:ea typeface="Helvetica Neue"/>
                <a:cs typeface="Helvetica Neue"/>
              </a:defRPr>
            </a:defPPr>
            <a:lvl1pPr>
              <a:defRPr sz="1950" b="0">
                <a:solidFill>
                  <a:srgbClr val="D8D1C5"/>
                </a:solidFill>
                <a:latin typeface="Helvetica Neue"/>
                <a:ea typeface="Helvetica Neue"/>
                <a:cs typeface="Helvetica Neue"/>
              </a:defRPr>
            </a:lvl1pPr>
            <a:lvl2pPr>
              <a:defRPr sz="1950" b="0">
                <a:solidFill>
                  <a:srgbClr val="D8D1C5"/>
                </a:solidFill>
                <a:latin typeface="Helvetica Neue"/>
                <a:ea typeface="Helvetica Neue"/>
                <a:cs typeface="Helvetica Neue"/>
              </a:defRPr>
            </a:lvl2pPr>
            <a:lvl3pPr>
              <a:defRPr sz="1950" b="0">
                <a:solidFill>
                  <a:srgbClr val="D8D1C5"/>
                </a:solidFill>
                <a:latin typeface="Helvetica Neue"/>
                <a:ea typeface="Helvetica Neue"/>
                <a:cs typeface="Helvetica Neue"/>
              </a:defRPr>
            </a:lvl3pPr>
            <a:lvl4pPr>
              <a:defRPr sz="1950" b="0">
                <a:solidFill>
                  <a:srgbClr val="D8D1C5"/>
                </a:solidFill>
                <a:latin typeface="Helvetica Neue"/>
                <a:ea typeface="Helvetica Neue"/>
                <a:cs typeface="Helvetica Neue"/>
              </a:defRPr>
            </a:lvl4pPr>
            <a:lvl5pPr>
              <a:defRPr sz="1950" b="0">
                <a:solidFill>
                  <a:srgbClr val="D8D1C5"/>
                </a:solidFill>
                <a:latin typeface="Helvetica Neue"/>
                <a:ea typeface="Helvetica Neue"/>
                <a:cs typeface="Helvetica Neue"/>
              </a:defRPr>
            </a:lvl5pPr>
            <a:lvl6pPr>
              <a:defRPr sz="1950" b="0">
                <a:solidFill>
                  <a:srgbClr val="D8D1C5"/>
                </a:solidFill>
                <a:latin typeface="Helvetica Neue"/>
                <a:ea typeface="Helvetica Neue"/>
                <a:cs typeface="Helvetica Neue"/>
              </a:defRPr>
            </a:lvl6pPr>
            <a:lvl7pPr>
              <a:defRPr sz="1950" b="0">
                <a:solidFill>
                  <a:srgbClr val="D8D1C5"/>
                </a:solidFill>
                <a:latin typeface="Helvetica Neue"/>
                <a:ea typeface="Helvetica Neue"/>
                <a:cs typeface="Helvetica Neue"/>
              </a:defRPr>
            </a:lvl7pPr>
            <a:lvl8pPr>
              <a:defRPr sz="1950" b="0">
                <a:solidFill>
                  <a:srgbClr val="D8D1C5"/>
                </a:solidFill>
                <a:latin typeface="Helvetica Neue"/>
                <a:ea typeface="Helvetica Neue"/>
                <a:cs typeface="Helvetica Neue"/>
              </a:defRPr>
            </a:lvl8pPr>
            <a:lvl9pPr>
              <a:defRPr sz="1950" b="0">
                <a:solidFill>
                  <a:srgbClr val="D8D1C5"/>
                </a:solidFill>
                <a:latin typeface="Helvetica Neue"/>
                <a:ea typeface="Helvetica Neue"/>
                <a:cs typeface="Helvetica Neue"/>
              </a:defRPr>
            </a:lvl9pPr>
          </a:lstStyle>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Collect task logs,</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repeated trials and</a:t>
            </a:r>
          </a:p>
          <a:p>
            <a:pPr>
              <a:defRPr sz="1950" b="0">
                <a:solidFill>
                  <a:srgbClr val="D8D1C5"/>
                </a:solidFill>
                <a:latin typeface="Helvetica Neue"/>
                <a:ea typeface="Helvetica Neue"/>
                <a:cs typeface="Helvetica Neue"/>
              </a:defRPr>
            </a:pPr>
            <a:r>
              <a:rPr sz="1950" b="0">
                <a:solidFill>
                  <a:srgbClr val="D8D1C5"/>
                </a:solidFill>
                <a:latin typeface="Helvetica Neue"/>
                <a:ea typeface="Helvetica Neue"/>
                <a:cs typeface="Helvetica Neue"/>
              </a:rPr>
              <a:t>reader feedback.</a:t>
            </a:r>
          </a:p>
        </p:txBody>
      </p:sp>
      <p:sp>
        <p:nvSpPr>
          <p:cNvPr id="13" name="accent">
            <a:extLst>
              <a:ext uri="{FF2B5EF4-FFF2-40B4-BE49-F238E27FC236}">
                <a16:creationId xmlns:a16="http://schemas.microsoft.com/office/drawing/2014/main" id="{E4461E3A-8936-4DFB-9CA3-0AA690F509BC}"/>
              </a:ext>
            </a:extLst>
          </p:cNvPr>
          <p:cNvSpPr>
            <a:spLocks noGrp="1"/>
          </p:cNvSpPr>
          <p:nvPr/>
        </p:nvSpPr>
        <p:spPr>
          <a:xfrm>
            <a:off x="762000" y="5848350"/>
            <a:ext cx="10668000" cy="9525"/>
          </a:xfrm>
          <a:prstGeom prst="rect">
            <a:avLst/>
          </a:prstGeom>
          <a:solidFill>
            <a:srgbClr val="62676A"/>
          </a:solidFill>
          <a:ln w="0">
            <a:noFill/>
          </a:ln>
        </p:spPr>
        <p:txBody>
          <a:bodyPr/>
          <a:lstStyle/>
          <a:p>
            <a:endParaRPr lang="zh-CN" altLang="en-US"/>
          </a:p>
        </p:txBody>
      </p:sp>
      <p:sp>
        <p:nvSpPr>
          <p:cNvPr id="14" name="text">
            <a:extLst>
              <a:ext uri="{FF2B5EF4-FFF2-40B4-BE49-F238E27FC236}">
                <a16:creationId xmlns:a16="http://schemas.microsoft.com/office/drawing/2014/main" id="{FE87A7FF-58E2-48B6-A971-CB99133E0F77}"/>
              </a:ext>
            </a:extLst>
          </p:cNvPr>
          <p:cNvSpPr>
            <a:spLocks noGrp="1"/>
          </p:cNvSpPr>
          <p:nvPr/>
        </p:nvSpPr>
        <p:spPr>
          <a:xfrm>
            <a:off x="762000" y="6096000"/>
            <a:ext cx="10668000" cy="438150"/>
          </a:xfrm>
          <a:prstGeom prst="rect">
            <a:avLst/>
          </a:prstGeom>
          <a:noFill/>
          <a:ln w="0">
            <a:noFill/>
          </a:ln>
        </p:spPr>
        <p:txBody>
          <a:bodyPr lIns="0" tIns="0" rIns="0" bIns="0" anchor="t"/>
          <a:lstStyle>
            <a:defPPr>
              <a:defRPr sz="1725" b="0">
                <a:solidFill>
                  <a:srgbClr val="D8D1C5"/>
                </a:solidFill>
                <a:latin typeface="Helvetica Neue"/>
                <a:ea typeface="Helvetica Neue"/>
                <a:cs typeface="Helvetica Neue"/>
              </a:defRPr>
            </a:defPPr>
            <a:lvl1pPr>
              <a:defRPr sz="1725" b="0">
                <a:solidFill>
                  <a:srgbClr val="D8D1C5"/>
                </a:solidFill>
                <a:latin typeface="Helvetica Neue"/>
                <a:ea typeface="Helvetica Neue"/>
                <a:cs typeface="Helvetica Neue"/>
              </a:defRPr>
            </a:lvl1pPr>
            <a:lvl2pPr>
              <a:defRPr sz="1725" b="0">
                <a:solidFill>
                  <a:srgbClr val="D8D1C5"/>
                </a:solidFill>
                <a:latin typeface="Helvetica Neue"/>
                <a:ea typeface="Helvetica Neue"/>
                <a:cs typeface="Helvetica Neue"/>
              </a:defRPr>
            </a:lvl2pPr>
            <a:lvl3pPr>
              <a:defRPr sz="1725" b="0">
                <a:solidFill>
                  <a:srgbClr val="D8D1C5"/>
                </a:solidFill>
                <a:latin typeface="Helvetica Neue"/>
                <a:ea typeface="Helvetica Neue"/>
                <a:cs typeface="Helvetica Neue"/>
              </a:defRPr>
            </a:lvl3pPr>
            <a:lvl4pPr>
              <a:defRPr sz="1725" b="0">
                <a:solidFill>
                  <a:srgbClr val="D8D1C5"/>
                </a:solidFill>
                <a:latin typeface="Helvetica Neue"/>
                <a:ea typeface="Helvetica Neue"/>
                <a:cs typeface="Helvetica Neue"/>
              </a:defRPr>
            </a:lvl4pPr>
            <a:lvl5pPr>
              <a:defRPr sz="1725" b="0">
                <a:solidFill>
                  <a:srgbClr val="D8D1C5"/>
                </a:solidFill>
                <a:latin typeface="Helvetica Neue"/>
                <a:ea typeface="Helvetica Neue"/>
                <a:cs typeface="Helvetica Neue"/>
              </a:defRPr>
            </a:lvl5pPr>
            <a:lvl6pPr>
              <a:defRPr sz="1725" b="0">
                <a:solidFill>
                  <a:srgbClr val="D8D1C5"/>
                </a:solidFill>
                <a:latin typeface="Helvetica Neue"/>
                <a:ea typeface="Helvetica Neue"/>
                <a:cs typeface="Helvetica Neue"/>
              </a:defRPr>
            </a:lvl6pPr>
            <a:lvl7pPr>
              <a:defRPr sz="1725" b="0">
                <a:solidFill>
                  <a:srgbClr val="D8D1C5"/>
                </a:solidFill>
                <a:latin typeface="Helvetica Neue"/>
                <a:ea typeface="Helvetica Neue"/>
                <a:cs typeface="Helvetica Neue"/>
              </a:defRPr>
            </a:lvl7pPr>
            <a:lvl8pPr>
              <a:defRPr sz="1725" b="0">
                <a:solidFill>
                  <a:srgbClr val="D8D1C5"/>
                </a:solidFill>
                <a:latin typeface="Helvetica Neue"/>
                <a:ea typeface="Helvetica Neue"/>
                <a:cs typeface="Helvetica Neue"/>
              </a:defRPr>
            </a:lvl8pPr>
            <a:lvl9pPr>
              <a:defRPr sz="1725" b="0">
                <a:solidFill>
                  <a:srgbClr val="D8D1C5"/>
                </a:solidFill>
                <a:latin typeface="Helvetica Neue"/>
                <a:ea typeface="Helvetica Neue"/>
                <a:cs typeface="Helvetica Neue"/>
              </a:defRPr>
            </a:lvl9pPr>
          </a:lstStyle>
          <a:p>
            <a:pPr>
              <a:defRPr sz="1725" b="0">
                <a:solidFill>
                  <a:srgbClr val="D8D1C5"/>
                </a:solidFill>
                <a:latin typeface="Helvetica Neue"/>
                <a:ea typeface="Helvetica Neue"/>
                <a:cs typeface="Helvetica Neue"/>
              </a:defRPr>
            </a:pPr>
            <a:r>
              <a:rPr sz="1725" b="0">
                <a:solidFill>
                  <a:srgbClr val="D8D1C5"/>
                </a:solidFill>
                <a:latin typeface="Helvetica Neue"/>
                <a:ea typeface="Helvetica Neue"/>
                <a:cs typeface="Helvetica Neue"/>
              </a:rPr>
              <a:t>Participant recruitment and data collection will follow written IRB approval.</a:t>
            </a:r>
          </a:p>
        </p:txBody>
      </p:sp>
    </p:spTree>
    <p:extLst>
      <p:ext uri="{BB962C8B-B14F-4D97-AF65-F5344CB8AC3E}">
        <p14:creationId xmlns:p14="http://schemas.microsoft.com/office/powerpoint/2010/main" val="681270063"/>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DF8"/>
        </a:solidFill>
        <a:effectLst/>
      </p:bgPr>
    </p:bg>
    <p:spTree>
      <p:nvGrpSpPr>
        <p:cNvPr id="1" name=""/>
        <p:cNvGrpSpPr/>
        <p:nvPr/>
      </p:nvGrpSpPr>
      <p:grpSpPr>
        <a:xfrm>
          <a:off x="0" y="0"/>
          <a:ext cx="0" cy="0"/>
          <a:chOff x="0" y="0"/>
          <a:chExt cx="0" cy="0"/>
        </a:xfrm>
      </p:grpSpPr>
      <p:sp>
        <p:nvSpPr>
          <p:cNvPr id="11" name="slide-title">
            <a:extLst>
              <a:ext uri="{FF2B5EF4-FFF2-40B4-BE49-F238E27FC236}">
                <a16:creationId xmlns:a16="http://schemas.microsoft.com/office/drawing/2014/main" id="{D2CECA6F-69DA-4B49-91B9-590AF0A04738}"/>
              </a:ext>
            </a:extLst>
          </p:cNvPr>
          <p:cNvSpPr>
            <a:spLocks noGrp="1"/>
          </p:cNvSpPr>
          <p:nvPr/>
        </p:nvSpPr>
        <p:spPr>
          <a:xfrm>
            <a:off x="685800" y="457200"/>
            <a:ext cx="10477500" cy="647700"/>
          </a:xfrm>
          <a:prstGeom prst="rect">
            <a:avLst/>
          </a:prstGeom>
          <a:noFill/>
          <a:ln w="0">
            <a:noFill/>
          </a:ln>
        </p:spPr>
        <p:txBody>
          <a:bodyPr lIns="0" tIns="0" rIns="0" bIns="0" anchor="t"/>
          <a:lstStyle>
            <a:defPPr>
              <a:defRPr sz="3375" b="1">
                <a:solidFill>
                  <a:srgbClr val="171A1D"/>
                </a:solidFill>
                <a:latin typeface="Helvetica Neue"/>
                <a:ea typeface="Helvetica Neue"/>
                <a:cs typeface="Helvetica Neue"/>
              </a:defRPr>
            </a:defPPr>
            <a:lvl1pPr>
              <a:defRPr sz="3375" b="1">
                <a:solidFill>
                  <a:srgbClr val="171A1D"/>
                </a:solidFill>
                <a:latin typeface="Helvetica Neue"/>
                <a:ea typeface="Helvetica Neue"/>
                <a:cs typeface="Helvetica Neue"/>
              </a:defRPr>
            </a:lvl1pPr>
            <a:lvl2pPr>
              <a:defRPr sz="3375" b="1">
                <a:solidFill>
                  <a:srgbClr val="171A1D"/>
                </a:solidFill>
                <a:latin typeface="Helvetica Neue"/>
                <a:ea typeface="Helvetica Neue"/>
                <a:cs typeface="Helvetica Neue"/>
              </a:defRPr>
            </a:lvl2pPr>
            <a:lvl3pPr>
              <a:defRPr sz="3375" b="1">
                <a:solidFill>
                  <a:srgbClr val="171A1D"/>
                </a:solidFill>
                <a:latin typeface="Helvetica Neue"/>
                <a:ea typeface="Helvetica Neue"/>
                <a:cs typeface="Helvetica Neue"/>
              </a:defRPr>
            </a:lvl3pPr>
            <a:lvl4pPr>
              <a:defRPr sz="3375" b="1">
                <a:solidFill>
                  <a:srgbClr val="171A1D"/>
                </a:solidFill>
                <a:latin typeface="Helvetica Neue"/>
                <a:ea typeface="Helvetica Neue"/>
                <a:cs typeface="Helvetica Neue"/>
              </a:defRPr>
            </a:lvl4pPr>
            <a:lvl5pPr>
              <a:defRPr sz="3375" b="1">
                <a:solidFill>
                  <a:srgbClr val="171A1D"/>
                </a:solidFill>
                <a:latin typeface="Helvetica Neue"/>
                <a:ea typeface="Helvetica Neue"/>
                <a:cs typeface="Helvetica Neue"/>
              </a:defRPr>
            </a:lvl5pPr>
            <a:lvl6pPr>
              <a:defRPr sz="3375" b="1">
                <a:solidFill>
                  <a:srgbClr val="171A1D"/>
                </a:solidFill>
                <a:latin typeface="Helvetica Neue"/>
                <a:ea typeface="Helvetica Neue"/>
                <a:cs typeface="Helvetica Neue"/>
              </a:defRPr>
            </a:lvl6pPr>
            <a:lvl7pPr>
              <a:defRPr sz="3375" b="1">
                <a:solidFill>
                  <a:srgbClr val="171A1D"/>
                </a:solidFill>
                <a:latin typeface="Helvetica Neue"/>
                <a:ea typeface="Helvetica Neue"/>
                <a:cs typeface="Helvetica Neue"/>
              </a:defRPr>
            </a:lvl7pPr>
            <a:lvl8pPr>
              <a:defRPr sz="3375" b="1">
                <a:solidFill>
                  <a:srgbClr val="171A1D"/>
                </a:solidFill>
                <a:latin typeface="Helvetica Neue"/>
                <a:ea typeface="Helvetica Neue"/>
                <a:cs typeface="Helvetica Neue"/>
              </a:defRPr>
            </a:lvl8pPr>
            <a:lvl9pPr>
              <a:defRPr sz="3375" b="1">
                <a:solidFill>
                  <a:srgbClr val="171A1D"/>
                </a:solidFill>
                <a:latin typeface="Helvetica Neue"/>
                <a:ea typeface="Helvetica Neue"/>
                <a:cs typeface="Helvetica Neue"/>
              </a:defRPr>
            </a:lvl9pPr>
          </a:lstStyle>
          <a:p>
            <a:pPr>
              <a:defRPr sz="3375" b="1">
                <a:solidFill>
                  <a:srgbClr val="171A1D"/>
                </a:solidFill>
                <a:latin typeface="Helvetica Neue"/>
                <a:ea typeface="Helvetica Neue"/>
                <a:cs typeface="Helvetica Neue"/>
              </a:defRPr>
            </a:pPr>
            <a:r>
              <a:rPr sz="3375" b="1">
                <a:solidFill>
                  <a:srgbClr val="171A1D"/>
                </a:solidFill>
                <a:latin typeface="Helvetica Neue"/>
                <a:ea typeface="Helvetica Neue"/>
                <a:cs typeface="Helvetica Neue"/>
              </a:rPr>
              <a:t>Questions for discussion</a:t>
            </a:r>
          </a:p>
        </p:txBody>
      </p:sp>
      <p:sp>
        <p:nvSpPr>
          <p:cNvPr id="2" name="accent">
            <a:extLst>
              <a:ext uri="{FF2B5EF4-FFF2-40B4-BE49-F238E27FC236}">
                <a16:creationId xmlns:a16="http://schemas.microsoft.com/office/drawing/2014/main" id="{8D6411EC-351C-4C68-9C37-3B764E4BC1FB}"/>
              </a:ext>
            </a:extLst>
          </p:cNvPr>
          <p:cNvSpPr>
            <a:spLocks noGrp="1"/>
          </p:cNvSpPr>
          <p:nvPr/>
        </p:nvSpPr>
        <p:spPr>
          <a:xfrm>
            <a:off x="685800" y="1200150"/>
            <a:ext cx="514350" cy="47625"/>
          </a:xfrm>
          <a:prstGeom prst="rect">
            <a:avLst/>
          </a:prstGeom>
          <a:solidFill>
            <a:srgbClr val="F06C5B"/>
          </a:solidFill>
          <a:ln w="0">
            <a:noFill/>
          </a:ln>
        </p:spPr>
        <p:txBody>
          <a:bodyPr/>
          <a:lstStyle/>
          <a:p>
            <a:endParaRPr lang="zh-CN" altLang="en-US"/>
          </a:p>
        </p:txBody>
      </p:sp>
      <p:sp>
        <p:nvSpPr>
          <p:cNvPr id="3" name="page-number">
            <a:extLst>
              <a:ext uri="{FF2B5EF4-FFF2-40B4-BE49-F238E27FC236}">
                <a16:creationId xmlns:a16="http://schemas.microsoft.com/office/drawing/2014/main" id="{EF8ADF70-5839-486F-B221-940A5618534F}"/>
              </a:ext>
            </a:extLst>
          </p:cNvPr>
          <p:cNvSpPr>
            <a:spLocks noGrp="1"/>
          </p:cNvSpPr>
          <p:nvPr/>
        </p:nvSpPr>
        <p:spPr>
          <a:xfrm>
            <a:off x="11334750" y="428625"/>
            <a:ext cx="428625" cy="285750"/>
          </a:xfrm>
          <a:prstGeom prst="rect">
            <a:avLst/>
          </a:prstGeom>
          <a:noFill/>
          <a:ln w="0">
            <a:noFill/>
          </a:ln>
        </p:spPr>
        <p:txBody>
          <a:bodyPr lIns="0" tIns="0" rIns="0" bIns="0" anchor="t"/>
          <a:lstStyle>
            <a:defPPr>
              <a:defRPr sz="1275" b="1">
                <a:solidFill>
                  <a:srgbClr val="7C776F"/>
                </a:solidFill>
                <a:latin typeface="Helvetica Neue"/>
                <a:ea typeface="Helvetica Neue"/>
                <a:cs typeface="Helvetica Neue"/>
              </a:defRPr>
            </a:defPPr>
            <a:lvl1pPr>
              <a:defRPr sz="1275" b="1">
                <a:solidFill>
                  <a:srgbClr val="7C776F"/>
                </a:solidFill>
                <a:latin typeface="Helvetica Neue"/>
                <a:ea typeface="Helvetica Neue"/>
                <a:cs typeface="Helvetica Neue"/>
              </a:defRPr>
            </a:lvl1pPr>
            <a:lvl2pPr>
              <a:defRPr sz="1275" b="1">
                <a:solidFill>
                  <a:srgbClr val="7C776F"/>
                </a:solidFill>
                <a:latin typeface="Helvetica Neue"/>
                <a:ea typeface="Helvetica Neue"/>
                <a:cs typeface="Helvetica Neue"/>
              </a:defRPr>
            </a:lvl2pPr>
            <a:lvl3pPr>
              <a:defRPr sz="1275" b="1">
                <a:solidFill>
                  <a:srgbClr val="7C776F"/>
                </a:solidFill>
                <a:latin typeface="Helvetica Neue"/>
                <a:ea typeface="Helvetica Neue"/>
                <a:cs typeface="Helvetica Neue"/>
              </a:defRPr>
            </a:lvl3pPr>
            <a:lvl4pPr>
              <a:defRPr sz="1275" b="1">
                <a:solidFill>
                  <a:srgbClr val="7C776F"/>
                </a:solidFill>
                <a:latin typeface="Helvetica Neue"/>
                <a:ea typeface="Helvetica Neue"/>
                <a:cs typeface="Helvetica Neue"/>
              </a:defRPr>
            </a:lvl4pPr>
            <a:lvl5pPr>
              <a:defRPr sz="1275" b="1">
                <a:solidFill>
                  <a:srgbClr val="7C776F"/>
                </a:solidFill>
                <a:latin typeface="Helvetica Neue"/>
                <a:ea typeface="Helvetica Neue"/>
                <a:cs typeface="Helvetica Neue"/>
              </a:defRPr>
            </a:lvl5pPr>
            <a:lvl6pPr>
              <a:defRPr sz="1275" b="1">
                <a:solidFill>
                  <a:srgbClr val="7C776F"/>
                </a:solidFill>
                <a:latin typeface="Helvetica Neue"/>
                <a:ea typeface="Helvetica Neue"/>
                <a:cs typeface="Helvetica Neue"/>
              </a:defRPr>
            </a:lvl6pPr>
            <a:lvl7pPr>
              <a:defRPr sz="1275" b="1">
                <a:solidFill>
                  <a:srgbClr val="7C776F"/>
                </a:solidFill>
                <a:latin typeface="Helvetica Neue"/>
                <a:ea typeface="Helvetica Neue"/>
                <a:cs typeface="Helvetica Neue"/>
              </a:defRPr>
            </a:lvl7pPr>
            <a:lvl8pPr>
              <a:defRPr sz="1275" b="1">
                <a:solidFill>
                  <a:srgbClr val="7C776F"/>
                </a:solidFill>
                <a:latin typeface="Helvetica Neue"/>
                <a:ea typeface="Helvetica Neue"/>
                <a:cs typeface="Helvetica Neue"/>
              </a:defRPr>
            </a:lvl8pPr>
            <a:lvl9pPr>
              <a:defRPr sz="1275" b="1">
                <a:solidFill>
                  <a:srgbClr val="7C776F"/>
                </a:solidFill>
                <a:latin typeface="Helvetica Neue"/>
                <a:ea typeface="Helvetica Neue"/>
                <a:cs typeface="Helvetica Neue"/>
              </a:defRPr>
            </a:lvl9pPr>
          </a:lstStyle>
          <a:p>
            <a:pPr>
              <a:defRPr sz="1275" b="1">
                <a:solidFill>
                  <a:srgbClr val="7C776F"/>
                </a:solidFill>
                <a:latin typeface="Helvetica Neue"/>
                <a:ea typeface="Helvetica Neue"/>
                <a:cs typeface="Helvetica Neue"/>
              </a:defRPr>
            </a:pPr>
            <a:r>
              <a:rPr sz="1275" b="1">
                <a:solidFill>
                  <a:srgbClr val="7C776F"/>
                </a:solidFill>
                <a:latin typeface="Helvetica Neue"/>
                <a:ea typeface="Helvetica Neue"/>
                <a:cs typeface="Helvetica Neue"/>
              </a:rPr>
              <a:t>13</a:t>
            </a:r>
          </a:p>
        </p:txBody>
      </p:sp>
      <p:sp>
        <p:nvSpPr>
          <p:cNvPr id="4" name="text">
            <a:extLst>
              <a:ext uri="{FF2B5EF4-FFF2-40B4-BE49-F238E27FC236}">
                <a16:creationId xmlns:a16="http://schemas.microsoft.com/office/drawing/2014/main" id="{4075D695-86F1-4B8B-A062-DB9404A6F0EA}"/>
              </a:ext>
            </a:extLst>
          </p:cNvPr>
          <p:cNvSpPr>
            <a:spLocks noGrp="1"/>
          </p:cNvSpPr>
          <p:nvPr/>
        </p:nvSpPr>
        <p:spPr>
          <a:xfrm>
            <a:off x="762000" y="1838325"/>
            <a:ext cx="809625" cy="933450"/>
          </a:xfrm>
          <a:prstGeom prst="rect">
            <a:avLst/>
          </a:prstGeom>
          <a:noFill/>
          <a:ln w="0">
            <a:noFill/>
          </a:ln>
        </p:spPr>
        <p:txBody>
          <a:bodyPr lIns="0" tIns="0" rIns="0" bIns="0" anchor="t"/>
          <a:lstStyle>
            <a:defPPr>
              <a:defRPr sz="6000" b="1">
                <a:solidFill>
                  <a:srgbClr val="F06C5B"/>
                </a:solidFill>
                <a:latin typeface="Helvetica Neue"/>
                <a:ea typeface="Helvetica Neue"/>
                <a:cs typeface="Helvetica Neue"/>
              </a:defRPr>
            </a:defPPr>
            <a:lvl1pPr>
              <a:defRPr sz="6000" b="1">
                <a:solidFill>
                  <a:srgbClr val="F06C5B"/>
                </a:solidFill>
                <a:latin typeface="Helvetica Neue"/>
                <a:ea typeface="Helvetica Neue"/>
                <a:cs typeface="Helvetica Neue"/>
              </a:defRPr>
            </a:lvl1pPr>
            <a:lvl2pPr>
              <a:defRPr sz="6000" b="1">
                <a:solidFill>
                  <a:srgbClr val="F06C5B"/>
                </a:solidFill>
                <a:latin typeface="Helvetica Neue"/>
                <a:ea typeface="Helvetica Neue"/>
                <a:cs typeface="Helvetica Neue"/>
              </a:defRPr>
            </a:lvl2pPr>
            <a:lvl3pPr>
              <a:defRPr sz="6000" b="1">
                <a:solidFill>
                  <a:srgbClr val="F06C5B"/>
                </a:solidFill>
                <a:latin typeface="Helvetica Neue"/>
                <a:ea typeface="Helvetica Neue"/>
                <a:cs typeface="Helvetica Neue"/>
              </a:defRPr>
            </a:lvl3pPr>
            <a:lvl4pPr>
              <a:defRPr sz="6000" b="1">
                <a:solidFill>
                  <a:srgbClr val="F06C5B"/>
                </a:solidFill>
                <a:latin typeface="Helvetica Neue"/>
                <a:ea typeface="Helvetica Neue"/>
                <a:cs typeface="Helvetica Neue"/>
              </a:defRPr>
            </a:lvl4pPr>
            <a:lvl5pPr>
              <a:defRPr sz="6000" b="1">
                <a:solidFill>
                  <a:srgbClr val="F06C5B"/>
                </a:solidFill>
                <a:latin typeface="Helvetica Neue"/>
                <a:ea typeface="Helvetica Neue"/>
                <a:cs typeface="Helvetica Neue"/>
              </a:defRPr>
            </a:lvl5pPr>
            <a:lvl6pPr>
              <a:defRPr sz="6000" b="1">
                <a:solidFill>
                  <a:srgbClr val="F06C5B"/>
                </a:solidFill>
                <a:latin typeface="Helvetica Neue"/>
                <a:ea typeface="Helvetica Neue"/>
                <a:cs typeface="Helvetica Neue"/>
              </a:defRPr>
            </a:lvl6pPr>
            <a:lvl7pPr>
              <a:defRPr sz="6000" b="1">
                <a:solidFill>
                  <a:srgbClr val="F06C5B"/>
                </a:solidFill>
                <a:latin typeface="Helvetica Neue"/>
                <a:ea typeface="Helvetica Neue"/>
                <a:cs typeface="Helvetica Neue"/>
              </a:defRPr>
            </a:lvl7pPr>
            <a:lvl8pPr>
              <a:defRPr sz="6000" b="1">
                <a:solidFill>
                  <a:srgbClr val="F06C5B"/>
                </a:solidFill>
                <a:latin typeface="Helvetica Neue"/>
                <a:ea typeface="Helvetica Neue"/>
                <a:cs typeface="Helvetica Neue"/>
              </a:defRPr>
            </a:lvl8pPr>
            <a:lvl9pPr>
              <a:defRPr sz="6000" b="1">
                <a:solidFill>
                  <a:srgbClr val="F06C5B"/>
                </a:solidFill>
                <a:latin typeface="Helvetica Neue"/>
                <a:ea typeface="Helvetica Neue"/>
                <a:cs typeface="Helvetica Neue"/>
              </a:defRPr>
            </a:lvl9pPr>
          </a:lstStyle>
          <a:p>
            <a:pPr>
              <a:defRPr sz="6000" b="1">
                <a:solidFill>
                  <a:srgbClr val="F06C5B"/>
                </a:solidFill>
                <a:latin typeface="Helvetica Neue"/>
                <a:ea typeface="Helvetica Neue"/>
                <a:cs typeface="Helvetica Neue"/>
              </a:defRPr>
            </a:pPr>
            <a:r>
              <a:rPr sz="6000" b="1">
                <a:solidFill>
                  <a:srgbClr val="F06C5B"/>
                </a:solidFill>
                <a:latin typeface="Helvetica Neue"/>
                <a:ea typeface="Helvetica Neue"/>
                <a:cs typeface="Helvetica Neue"/>
              </a:rPr>
              <a:t>1</a:t>
            </a:r>
          </a:p>
        </p:txBody>
      </p:sp>
      <p:sp>
        <p:nvSpPr>
          <p:cNvPr id="5" name="text">
            <a:extLst>
              <a:ext uri="{FF2B5EF4-FFF2-40B4-BE49-F238E27FC236}">
                <a16:creationId xmlns:a16="http://schemas.microsoft.com/office/drawing/2014/main" id="{6D5F9A7F-A620-41B8-BB37-8581DA4135FD}"/>
              </a:ext>
            </a:extLst>
          </p:cNvPr>
          <p:cNvSpPr>
            <a:spLocks noGrp="1"/>
          </p:cNvSpPr>
          <p:nvPr/>
        </p:nvSpPr>
        <p:spPr>
          <a:xfrm>
            <a:off x="2009775" y="1828800"/>
            <a:ext cx="9334500" cy="809625"/>
          </a:xfrm>
          <a:prstGeom prst="rect">
            <a:avLst/>
          </a:prstGeom>
          <a:noFill/>
          <a:ln w="0">
            <a:noFill/>
          </a:ln>
        </p:spPr>
        <p:txBody>
          <a:bodyPr lIns="0" tIns="0" rIns="0" bIns="0" anchor="t"/>
          <a:lstStyle>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What would make the input comparison fair?</a:t>
            </a:r>
          </a:p>
        </p:txBody>
      </p:sp>
      <p:sp>
        <p:nvSpPr>
          <p:cNvPr id="6" name="text">
            <a:extLst>
              <a:ext uri="{FF2B5EF4-FFF2-40B4-BE49-F238E27FC236}">
                <a16:creationId xmlns:a16="http://schemas.microsoft.com/office/drawing/2014/main" id="{A5AA2DB5-B1A4-486C-9AEF-18D3EC0BDF8A}"/>
              </a:ext>
            </a:extLst>
          </p:cNvPr>
          <p:cNvSpPr>
            <a:spLocks noGrp="1"/>
          </p:cNvSpPr>
          <p:nvPr/>
        </p:nvSpPr>
        <p:spPr>
          <a:xfrm>
            <a:off x="2009775" y="2800350"/>
            <a:ext cx="9239250" cy="942975"/>
          </a:xfrm>
          <a:prstGeom prst="rect">
            <a:avLst/>
          </a:prstGeom>
          <a:noFill/>
          <a:ln w="0">
            <a:noFill/>
          </a:ln>
        </p:spPr>
        <p:txBody>
          <a:bodyPr lIns="0" tIns="0" rIns="0" bIns="0" anchor="t"/>
          <a:lstStyle>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Equivalent tasks, enough practice and comparable feedback</a:t>
            </a:r>
          </a:p>
          <a:p>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for buttons and gestures.</a:t>
            </a:r>
          </a:p>
        </p:txBody>
      </p:sp>
      <p:sp>
        <p:nvSpPr>
          <p:cNvPr id="7" name="accent">
            <a:extLst>
              <a:ext uri="{FF2B5EF4-FFF2-40B4-BE49-F238E27FC236}">
                <a16:creationId xmlns:a16="http://schemas.microsoft.com/office/drawing/2014/main" id="{CAB87126-3F05-48AA-BB39-4DB8D4EA328F}"/>
              </a:ext>
            </a:extLst>
          </p:cNvPr>
          <p:cNvSpPr>
            <a:spLocks noGrp="1"/>
          </p:cNvSpPr>
          <p:nvPr/>
        </p:nvSpPr>
        <p:spPr>
          <a:xfrm>
            <a:off x="2009775" y="4057650"/>
            <a:ext cx="9239250" cy="9525"/>
          </a:xfrm>
          <a:prstGeom prst="rect">
            <a:avLst/>
          </a:prstGeom>
          <a:solidFill>
            <a:srgbClr val="D8D1C5"/>
          </a:solidFill>
          <a:ln w="0">
            <a:noFill/>
          </a:ln>
        </p:spPr>
        <p:txBody>
          <a:bodyPr/>
          <a:lstStyle/>
          <a:p>
            <a:endParaRPr lang="zh-CN" altLang="en-US"/>
          </a:p>
        </p:txBody>
      </p:sp>
      <p:sp>
        <p:nvSpPr>
          <p:cNvPr id="8" name="text">
            <a:extLst>
              <a:ext uri="{FF2B5EF4-FFF2-40B4-BE49-F238E27FC236}">
                <a16:creationId xmlns:a16="http://schemas.microsoft.com/office/drawing/2014/main" id="{3A59B3E8-6270-4B98-B004-C602DF038B22}"/>
              </a:ext>
            </a:extLst>
          </p:cNvPr>
          <p:cNvSpPr>
            <a:spLocks noGrp="1"/>
          </p:cNvSpPr>
          <p:nvPr/>
        </p:nvSpPr>
        <p:spPr>
          <a:xfrm>
            <a:off x="762000" y="4524375"/>
            <a:ext cx="809625" cy="933450"/>
          </a:xfrm>
          <a:prstGeom prst="rect">
            <a:avLst/>
          </a:prstGeom>
          <a:noFill/>
          <a:ln w="0">
            <a:noFill/>
          </a:ln>
        </p:spPr>
        <p:txBody>
          <a:bodyPr lIns="0" tIns="0" rIns="0" bIns="0" anchor="t"/>
          <a:lstStyle>
            <a:defPPr>
              <a:defRPr sz="6000" b="1">
                <a:solidFill>
                  <a:srgbClr val="6AB7D6"/>
                </a:solidFill>
                <a:latin typeface="Helvetica Neue"/>
                <a:ea typeface="Helvetica Neue"/>
                <a:cs typeface="Helvetica Neue"/>
              </a:defRPr>
            </a:defPPr>
            <a:lvl1pPr>
              <a:defRPr sz="6000" b="1">
                <a:solidFill>
                  <a:srgbClr val="6AB7D6"/>
                </a:solidFill>
                <a:latin typeface="Helvetica Neue"/>
                <a:ea typeface="Helvetica Neue"/>
                <a:cs typeface="Helvetica Neue"/>
              </a:defRPr>
            </a:lvl1pPr>
            <a:lvl2pPr>
              <a:defRPr sz="6000" b="1">
                <a:solidFill>
                  <a:srgbClr val="6AB7D6"/>
                </a:solidFill>
                <a:latin typeface="Helvetica Neue"/>
                <a:ea typeface="Helvetica Neue"/>
                <a:cs typeface="Helvetica Neue"/>
              </a:defRPr>
            </a:lvl2pPr>
            <a:lvl3pPr>
              <a:defRPr sz="6000" b="1">
                <a:solidFill>
                  <a:srgbClr val="6AB7D6"/>
                </a:solidFill>
                <a:latin typeface="Helvetica Neue"/>
                <a:ea typeface="Helvetica Neue"/>
                <a:cs typeface="Helvetica Neue"/>
              </a:defRPr>
            </a:lvl3pPr>
            <a:lvl4pPr>
              <a:defRPr sz="6000" b="1">
                <a:solidFill>
                  <a:srgbClr val="6AB7D6"/>
                </a:solidFill>
                <a:latin typeface="Helvetica Neue"/>
                <a:ea typeface="Helvetica Neue"/>
                <a:cs typeface="Helvetica Neue"/>
              </a:defRPr>
            </a:lvl4pPr>
            <a:lvl5pPr>
              <a:defRPr sz="6000" b="1">
                <a:solidFill>
                  <a:srgbClr val="6AB7D6"/>
                </a:solidFill>
                <a:latin typeface="Helvetica Neue"/>
                <a:ea typeface="Helvetica Neue"/>
                <a:cs typeface="Helvetica Neue"/>
              </a:defRPr>
            </a:lvl5pPr>
            <a:lvl6pPr>
              <a:defRPr sz="6000" b="1">
                <a:solidFill>
                  <a:srgbClr val="6AB7D6"/>
                </a:solidFill>
                <a:latin typeface="Helvetica Neue"/>
                <a:ea typeface="Helvetica Neue"/>
                <a:cs typeface="Helvetica Neue"/>
              </a:defRPr>
            </a:lvl6pPr>
            <a:lvl7pPr>
              <a:defRPr sz="6000" b="1">
                <a:solidFill>
                  <a:srgbClr val="6AB7D6"/>
                </a:solidFill>
                <a:latin typeface="Helvetica Neue"/>
                <a:ea typeface="Helvetica Neue"/>
                <a:cs typeface="Helvetica Neue"/>
              </a:defRPr>
            </a:lvl7pPr>
            <a:lvl8pPr>
              <a:defRPr sz="6000" b="1">
                <a:solidFill>
                  <a:srgbClr val="6AB7D6"/>
                </a:solidFill>
                <a:latin typeface="Helvetica Neue"/>
                <a:ea typeface="Helvetica Neue"/>
                <a:cs typeface="Helvetica Neue"/>
              </a:defRPr>
            </a:lvl8pPr>
            <a:lvl9pPr>
              <a:defRPr sz="6000" b="1">
                <a:solidFill>
                  <a:srgbClr val="6AB7D6"/>
                </a:solidFill>
                <a:latin typeface="Helvetica Neue"/>
                <a:ea typeface="Helvetica Neue"/>
                <a:cs typeface="Helvetica Neue"/>
              </a:defRPr>
            </a:lvl9pPr>
          </a:lstStyle>
          <a:p>
            <a:pPr>
              <a:defRPr sz="6000" b="1">
                <a:solidFill>
                  <a:srgbClr val="6AB7D6"/>
                </a:solidFill>
                <a:latin typeface="Helvetica Neue"/>
                <a:ea typeface="Helvetica Neue"/>
                <a:cs typeface="Helvetica Neue"/>
              </a:defRPr>
            </a:pPr>
            <a:r>
              <a:rPr sz="6000" b="1">
                <a:solidFill>
                  <a:srgbClr val="6AB7D6"/>
                </a:solidFill>
                <a:latin typeface="Helvetica Neue"/>
                <a:ea typeface="Helvetica Neue"/>
                <a:cs typeface="Helvetica Neue"/>
              </a:rPr>
              <a:t>2</a:t>
            </a:r>
          </a:p>
        </p:txBody>
      </p:sp>
      <p:sp>
        <p:nvSpPr>
          <p:cNvPr id="9" name="text">
            <a:extLst>
              <a:ext uri="{FF2B5EF4-FFF2-40B4-BE49-F238E27FC236}">
                <a16:creationId xmlns:a16="http://schemas.microsoft.com/office/drawing/2014/main" id="{AEECD074-FC81-41D4-B8D8-4358B9037A7C}"/>
              </a:ext>
            </a:extLst>
          </p:cNvPr>
          <p:cNvSpPr>
            <a:spLocks noGrp="1"/>
          </p:cNvSpPr>
          <p:nvPr/>
        </p:nvSpPr>
        <p:spPr>
          <a:xfrm>
            <a:off x="2009775" y="4524375"/>
            <a:ext cx="9382125" cy="819150"/>
          </a:xfrm>
          <a:prstGeom prst="rect">
            <a:avLst/>
          </a:prstGeom>
          <a:noFill/>
          <a:ln w="0">
            <a:noFill/>
          </a:ln>
        </p:spPr>
        <p:txBody>
          <a:bodyPr lIns="0" tIns="0" rIns="0" bIns="0" anchor="t"/>
          <a:lstStyle>
            <a:defPPr>
              <a:defRPr sz="2550" b="1">
                <a:solidFill>
                  <a:srgbClr val="171A1D"/>
                </a:solidFill>
                <a:latin typeface="Helvetica Neue"/>
                <a:ea typeface="Helvetica Neue"/>
                <a:cs typeface="Helvetica Neue"/>
              </a:defRPr>
            </a:defPPr>
            <a:lvl1pPr>
              <a:defRPr sz="2550" b="1">
                <a:solidFill>
                  <a:srgbClr val="171A1D"/>
                </a:solidFill>
                <a:latin typeface="Helvetica Neue"/>
                <a:ea typeface="Helvetica Neue"/>
                <a:cs typeface="Helvetica Neue"/>
              </a:defRPr>
            </a:lvl1pPr>
            <a:lvl2pPr>
              <a:defRPr sz="2550" b="1">
                <a:solidFill>
                  <a:srgbClr val="171A1D"/>
                </a:solidFill>
                <a:latin typeface="Helvetica Neue"/>
                <a:ea typeface="Helvetica Neue"/>
                <a:cs typeface="Helvetica Neue"/>
              </a:defRPr>
            </a:lvl2pPr>
            <a:lvl3pPr>
              <a:defRPr sz="2550" b="1">
                <a:solidFill>
                  <a:srgbClr val="171A1D"/>
                </a:solidFill>
                <a:latin typeface="Helvetica Neue"/>
                <a:ea typeface="Helvetica Neue"/>
                <a:cs typeface="Helvetica Neue"/>
              </a:defRPr>
            </a:lvl3pPr>
            <a:lvl4pPr>
              <a:defRPr sz="2550" b="1">
                <a:solidFill>
                  <a:srgbClr val="171A1D"/>
                </a:solidFill>
                <a:latin typeface="Helvetica Neue"/>
                <a:ea typeface="Helvetica Neue"/>
                <a:cs typeface="Helvetica Neue"/>
              </a:defRPr>
            </a:lvl4pPr>
            <a:lvl5pPr>
              <a:defRPr sz="2550" b="1">
                <a:solidFill>
                  <a:srgbClr val="171A1D"/>
                </a:solidFill>
                <a:latin typeface="Helvetica Neue"/>
                <a:ea typeface="Helvetica Neue"/>
                <a:cs typeface="Helvetica Neue"/>
              </a:defRPr>
            </a:lvl5pPr>
            <a:lvl6pPr>
              <a:defRPr sz="2550" b="1">
                <a:solidFill>
                  <a:srgbClr val="171A1D"/>
                </a:solidFill>
                <a:latin typeface="Helvetica Neue"/>
                <a:ea typeface="Helvetica Neue"/>
                <a:cs typeface="Helvetica Neue"/>
              </a:defRPr>
            </a:lvl6pPr>
            <a:lvl7pPr>
              <a:defRPr sz="2550" b="1">
                <a:solidFill>
                  <a:srgbClr val="171A1D"/>
                </a:solidFill>
                <a:latin typeface="Helvetica Neue"/>
                <a:ea typeface="Helvetica Neue"/>
                <a:cs typeface="Helvetica Neue"/>
              </a:defRPr>
            </a:lvl7pPr>
            <a:lvl8pPr>
              <a:defRPr sz="2550" b="1">
                <a:solidFill>
                  <a:srgbClr val="171A1D"/>
                </a:solidFill>
                <a:latin typeface="Helvetica Neue"/>
                <a:ea typeface="Helvetica Neue"/>
                <a:cs typeface="Helvetica Neue"/>
              </a:defRPr>
            </a:lvl8pPr>
            <a:lvl9pPr>
              <a:defRPr sz="2550" b="1">
                <a:solidFill>
                  <a:srgbClr val="171A1D"/>
                </a:solidFill>
                <a:latin typeface="Helvetica Neue"/>
                <a:ea typeface="Helvetica Neue"/>
                <a:cs typeface="Helvetica Neue"/>
              </a:defRPr>
            </a:lvl9pPr>
          </a:lstStyle>
          <a:p>
            <a:pPr>
              <a:defRPr sz="2550" b="1">
                <a:solidFill>
                  <a:srgbClr val="171A1D"/>
                </a:solidFill>
                <a:latin typeface="Helvetica Neue"/>
                <a:ea typeface="Helvetica Neue"/>
                <a:cs typeface="Helvetica Neue"/>
              </a:defRPr>
            </a:pPr>
            <a:r>
              <a:rPr sz="2550" b="1">
                <a:solidFill>
                  <a:srgbClr val="171A1D"/>
                </a:solidFill>
                <a:latin typeface="Helvetica Neue"/>
                <a:ea typeface="Helvetica Neue"/>
                <a:cs typeface="Helvetica Neue"/>
              </a:rPr>
              <a:t>Which feedback is needed before reader testing?</a:t>
            </a:r>
          </a:p>
        </p:txBody>
      </p:sp>
      <p:sp>
        <p:nvSpPr>
          <p:cNvPr id="10" name="text">
            <a:extLst>
              <a:ext uri="{FF2B5EF4-FFF2-40B4-BE49-F238E27FC236}">
                <a16:creationId xmlns:a16="http://schemas.microsoft.com/office/drawing/2014/main" id="{30035E7B-C33B-4CDF-A51D-7F63B26ACB15}"/>
              </a:ext>
            </a:extLst>
          </p:cNvPr>
          <p:cNvSpPr>
            <a:spLocks noGrp="1"/>
          </p:cNvSpPr>
          <p:nvPr/>
        </p:nvSpPr>
        <p:spPr>
          <a:xfrm>
            <a:off x="2009775" y="5505450"/>
            <a:ext cx="9239250" cy="733425"/>
          </a:xfrm>
          <a:prstGeom prst="rect">
            <a:avLst/>
          </a:prstGeom>
          <a:noFill/>
          <a:ln w="0">
            <a:noFill/>
          </a:ln>
        </p:spPr>
        <p:txBody>
          <a:bodyPr lIns="0" tIns="0" rIns="0" bIns="0" anchor="t"/>
          <a:lstStyle>
            <a:defPPr>
              <a:defRPr sz="2025" b="0">
                <a:solidFill>
                  <a:srgbClr val="7C776F"/>
                </a:solidFill>
                <a:latin typeface="Helvetica Neue"/>
                <a:ea typeface="Helvetica Neue"/>
                <a:cs typeface="Helvetica Neue"/>
              </a:defRPr>
            </a:defPPr>
            <a:lvl1pPr>
              <a:defRPr sz="2025" b="0">
                <a:solidFill>
                  <a:srgbClr val="7C776F"/>
                </a:solidFill>
                <a:latin typeface="Helvetica Neue"/>
                <a:ea typeface="Helvetica Neue"/>
                <a:cs typeface="Helvetica Neue"/>
              </a:defRPr>
            </a:lvl1pPr>
            <a:lvl2pPr>
              <a:defRPr sz="2025" b="0">
                <a:solidFill>
                  <a:srgbClr val="7C776F"/>
                </a:solidFill>
                <a:latin typeface="Helvetica Neue"/>
                <a:ea typeface="Helvetica Neue"/>
                <a:cs typeface="Helvetica Neue"/>
              </a:defRPr>
            </a:lvl2pPr>
            <a:lvl3pPr>
              <a:defRPr sz="2025" b="0">
                <a:solidFill>
                  <a:srgbClr val="7C776F"/>
                </a:solidFill>
                <a:latin typeface="Helvetica Neue"/>
                <a:ea typeface="Helvetica Neue"/>
                <a:cs typeface="Helvetica Neue"/>
              </a:defRPr>
            </a:lvl3pPr>
            <a:lvl4pPr>
              <a:defRPr sz="2025" b="0">
                <a:solidFill>
                  <a:srgbClr val="7C776F"/>
                </a:solidFill>
                <a:latin typeface="Helvetica Neue"/>
                <a:ea typeface="Helvetica Neue"/>
                <a:cs typeface="Helvetica Neue"/>
              </a:defRPr>
            </a:lvl4pPr>
            <a:lvl5pPr>
              <a:defRPr sz="2025" b="0">
                <a:solidFill>
                  <a:srgbClr val="7C776F"/>
                </a:solidFill>
                <a:latin typeface="Helvetica Neue"/>
                <a:ea typeface="Helvetica Neue"/>
                <a:cs typeface="Helvetica Neue"/>
              </a:defRPr>
            </a:lvl5pPr>
            <a:lvl6pPr>
              <a:defRPr sz="2025" b="0">
                <a:solidFill>
                  <a:srgbClr val="7C776F"/>
                </a:solidFill>
                <a:latin typeface="Helvetica Neue"/>
                <a:ea typeface="Helvetica Neue"/>
                <a:cs typeface="Helvetica Neue"/>
              </a:defRPr>
            </a:lvl6pPr>
            <a:lvl7pPr>
              <a:defRPr sz="2025" b="0">
                <a:solidFill>
                  <a:srgbClr val="7C776F"/>
                </a:solidFill>
                <a:latin typeface="Helvetica Neue"/>
                <a:ea typeface="Helvetica Neue"/>
                <a:cs typeface="Helvetica Neue"/>
              </a:defRPr>
            </a:lvl7pPr>
            <a:lvl8pPr>
              <a:defRPr sz="2025" b="0">
                <a:solidFill>
                  <a:srgbClr val="7C776F"/>
                </a:solidFill>
                <a:latin typeface="Helvetica Neue"/>
                <a:ea typeface="Helvetica Neue"/>
                <a:cs typeface="Helvetica Neue"/>
              </a:defRPr>
            </a:lvl8pPr>
            <a:lvl9pPr>
              <a:defRPr sz="2025" b="0">
                <a:solidFill>
                  <a:srgbClr val="7C776F"/>
                </a:solidFill>
                <a:latin typeface="Helvetica Neue"/>
                <a:ea typeface="Helvetica Neue"/>
                <a:cs typeface="Helvetica Neue"/>
              </a:defRPr>
            </a:lvl9pPr>
          </a:lstStyle>
          <a:p>
            <a:pPr>
              <a:defRPr sz="2025" b="0">
                <a:solidFill>
                  <a:srgbClr val="7C776F"/>
                </a:solidFill>
                <a:latin typeface="Helvetica Neue"/>
                <a:ea typeface="Helvetica Neue"/>
                <a:cs typeface="Helvetica Neue"/>
              </a:defRPr>
            </a:pPr>
            <a:r>
              <a:rPr sz="2025" b="0">
                <a:solidFill>
                  <a:srgbClr val="7C776F"/>
                </a:solidFill>
                <a:latin typeface="Helvetica Neue"/>
                <a:ea typeface="Helvetica Neue"/>
                <a:cs typeface="Helvetica Neue"/>
              </a:rPr>
              <a:t>Selected measure, available parts or a warning about silence?</a:t>
            </a:r>
          </a:p>
        </p:txBody>
      </p:sp>
    </p:spTree>
    <p:extLst>
      <p:ext uri="{BB962C8B-B14F-4D97-AF65-F5344CB8AC3E}">
        <p14:creationId xmlns:p14="http://schemas.microsoft.com/office/powerpoint/2010/main" val="1346936319"/>
      </p:ext>
    </p:extLst>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2710</Words>
  <Application>Microsoft Macintosh PowerPoint</Application>
  <DocSecurity>0</DocSecurity>
  <PresentationFormat>宽屏</PresentationFormat>
  <Paragraphs>282</Paragraphs>
  <Slides>13</Slides>
  <Notes>13</Notes>
  <HiddenSlides>0</HiddenSlides>
  <MMClips>1</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13</vt:i4>
      </vt:variant>
    </vt:vector>
  </HeadingPairs>
  <TitlesOfParts>
    <vt:vector size="15" baseType="lpstr">
      <vt:lpstr>Helvetica Neue</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Jinlan Zhao</cp:lastModifiedBy>
  <cp:revision>2</cp:revision>
  <dcterms:created xsi:type="dcterms:W3CDTF">2026-10-18T07:16:30Z</dcterms:created>
  <dcterms:modified xsi:type="dcterms:W3CDTF">2026-10-18T14:11:36Z</dcterms:modified>
</cp:coreProperties>
</file>